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370" r:id="rId6"/>
    <p:sldId id="261" r:id="rId7"/>
    <p:sldId id="381" r:id="rId8"/>
    <p:sldId id="365" r:id="rId9"/>
    <p:sldId id="262" r:id="rId10"/>
    <p:sldId id="366" r:id="rId11"/>
    <p:sldId id="382" r:id="rId12"/>
    <p:sldId id="383" r:id="rId13"/>
    <p:sldId id="379" r:id="rId14"/>
    <p:sldId id="3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046EFA-2C87-0550-F8B8-E45FDCB081A0}" name="Damir Auezov" initials="DA" userId="S::Damir.Auezov@kcell.kz::f5afe8ad-fb23-4f06-9417-74fabd8a07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1AC10-78A5-43C8-A7EF-6943EC3088DF}" v="232" dt="2025-10-13T10:33:04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mir Auezov" userId="f5afe8ad-fb23-4f06-9417-74fabd8a07d7" providerId="ADAL" clId="{E8D1E8B3-1EC6-43CC-9036-36868EC4EF2A}"/>
    <pc:docChg chg="undo custSel addSld delSld modSld sldOrd modMainMaster">
      <pc:chgData name="Damir Auezov" userId="f5afe8ad-fb23-4f06-9417-74fabd8a07d7" providerId="ADAL" clId="{E8D1E8B3-1EC6-43CC-9036-36868EC4EF2A}" dt="2025-10-14T12:27:06.263" v="3975" actId="732"/>
      <pc:docMkLst>
        <pc:docMk/>
      </pc:docMkLst>
      <pc:sldChg chg="addSp delSp modSp mod">
        <pc:chgData name="Damir Auezov" userId="f5afe8ad-fb23-4f06-9417-74fabd8a07d7" providerId="ADAL" clId="{E8D1E8B3-1EC6-43CC-9036-36868EC4EF2A}" dt="2025-10-14T12:27:06.263" v="3975" actId="732"/>
        <pc:sldMkLst>
          <pc:docMk/>
          <pc:sldMk cId="3406831474" sldId="256"/>
        </pc:sldMkLst>
        <pc:spChg chg="add mod modCrop">
          <ac:chgData name="Damir Auezov" userId="f5afe8ad-fb23-4f06-9417-74fabd8a07d7" providerId="ADAL" clId="{E8D1E8B3-1EC6-43CC-9036-36868EC4EF2A}" dt="2025-10-14T12:27:06.263" v="3975" actId="732"/>
          <ac:spMkLst>
            <pc:docMk/>
            <pc:sldMk cId="3406831474" sldId="256"/>
            <ac:spMk id="2" creationId="{1E086D54-BCCB-DE17-1DBB-65DEBA7A7E67}"/>
          </ac:spMkLst>
        </pc:spChg>
        <pc:spChg chg="add mod">
          <ac:chgData name="Damir Auezov" userId="f5afe8ad-fb23-4f06-9417-74fabd8a07d7" providerId="ADAL" clId="{E8D1E8B3-1EC6-43CC-9036-36868EC4EF2A}" dt="2025-10-13T05:04:31.161" v="2811" actId="1076"/>
          <ac:spMkLst>
            <pc:docMk/>
            <pc:sldMk cId="3406831474" sldId="256"/>
            <ac:spMk id="5" creationId="{A5BB1C58-7279-EA3D-90D3-4CA67C66F3BD}"/>
          </ac:spMkLst>
        </pc:spChg>
        <pc:spChg chg="add mod">
          <ac:chgData name="Damir Auezov" userId="f5afe8ad-fb23-4f06-9417-74fabd8a07d7" providerId="ADAL" clId="{E8D1E8B3-1EC6-43CC-9036-36868EC4EF2A}" dt="2025-10-13T05:05:17.219" v="2849" actId="1076"/>
          <ac:spMkLst>
            <pc:docMk/>
            <pc:sldMk cId="3406831474" sldId="256"/>
            <ac:spMk id="8" creationId="{5ECED727-5A92-5F01-D1DA-3CC4657A56F3}"/>
          </ac:spMkLst>
        </pc:spChg>
        <pc:spChg chg="add mod">
          <ac:chgData name="Damir Auezov" userId="f5afe8ad-fb23-4f06-9417-74fabd8a07d7" providerId="ADAL" clId="{E8D1E8B3-1EC6-43CC-9036-36868EC4EF2A}" dt="2025-10-13T10:30:14.188" v="3857" actId="113"/>
          <ac:spMkLst>
            <pc:docMk/>
            <pc:sldMk cId="3406831474" sldId="256"/>
            <ac:spMk id="9" creationId="{2ABFB95E-DE54-0E6E-EF23-B92B01348BCF}"/>
          </ac:spMkLst>
        </pc:spChg>
        <pc:graphicFrameChg chg="add mod modVis">
          <ac:chgData name="Damir Auezov" userId="f5afe8ad-fb23-4f06-9417-74fabd8a07d7" providerId="ADAL" clId="{E8D1E8B3-1EC6-43CC-9036-36868EC4EF2A}" dt="2025-10-09T07:37:13.105" v="48"/>
          <ac:graphicFrameMkLst>
            <pc:docMk/>
            <pc:sldMk cId="3406831474" sldId="256"/>
            <ac:graphicFrameMk id="4" creationId="{8ADD52F4-A967-1FDA-0502-7845C2B2C938}"/>
          </ac:graphicFrameMkLst>
        </pc:graphicFrameChg>
        <pc:picChg chg="add mod">
          <ac:chgData name="Damir Auezov" userId="f5afe8ad-fb23-4f06-9417-74fabd8a07d7" providerId="ADAL" clId="{E8D1E8B3-1EC6-43CC-9036-36868EC4EF2A}" dt="2025-10-13T04:30:49.606" v="2675" actId="1076"/>
          <ac:picMkLst>
            <pc:docMk/>
            <pc:sldMk cId="3406831474" sldId="256"/>
            <ac:picMk id="3" creationId="{B9631764-1DCB-87D4-C026-867B6DE914AA}"/>
          </ac:picMkLst>
        </pc:picChg>
        <pc:cxnChg chg="add mod">
          <ac:chgData name="Damir Auezov" userId="f5afe8ad-fb23-4f06-9417-74fabd8a07d7" providerId="ADAL" clId="{E8D1E8B3-1EC6-43CC-9036-36868EC4EF2A}" dt="2025-10-13T05:04:52.984" v="2813" actId="208"/>
          <ac:cxnSpMkLst>
            <pc:docMk/>
            <pc:sldMk cId="3406831474" sldId="256"/>
            <ac:cxnSpMk id="7" creationId="{486351FA-5F55-CFBC-37AD-114DD716167C}"/>
          </ac:cxnSpMkLst>
        </pc:cxnChg>
      </pc:sldChg>
      <pc:sldChg chg="add del">
        <pc:chgData name="Damir Auezov" userId="f5afe8ad-fb23-4f06-9417-74fabd8a07d7" providerId="ADAL" clId="{E8D1E8B3-1EC6-43CC-9036-36868EC4EF2A}" dt="2025-10-13T05:24:37.315" v="3253" actId="47"/>
        <pc:sldMkLst>
          <pc:docMk/>
          <pc:sldMk cId="487849943" sldId="257"/>
        </pc:sldMkLst>
      </pc:sldChg>
      <pc:sldChg chg="add del">
        <pc:chgData name="Damir Auezov" userId="f5afe8ad-fb23-4f06-9417-74fabd8a07d7" providerId="ADAL" clId="{E8D1E8B3-1EC6-43CC-9036-36868EC4EF2A}" dt="2025-10-13T05:24:37.965" v="3254" actId="47"/>
        <pc:sldMkLst>
          <pc:docMk/>
          <pc:sldMk cId="1694269561" sldId="258"/>
        </pc:sldMkLst>
      </pc:sldChg>
      <pc:sldChg chg="add del">
        <pc:chgData name="Damir Auezov" userId="f5afe8ad-fb23-4f06-9417-74fabd8a07d7" providerId="ADAL" clId="{E8D1E8B3-1EC6-43CC-9036-36868EC4EF2A}" dt="2025-10-13T05:24:39.071" v="3255" actId="47"/>
        <pc:sldMkLst>
          <pc:docMk/>
          <pc:sldMk cId="1744013249" sldId="259"/>
        </pc:sldMkLst>
      </pc:sldChg>
      <pc:sldChg chg="addSp delSp modSp add del mod modCm">
        <pc:chgData name="Damir Auezov" userId="f5afe8ad-fb23-4f06-9417-74fabd8a07d7" providerId="ADAL" clId="{E8D1E8B3-1EC6-43CC-9036-36868EC4EF2A}" dt="2025-10-11T09:55:20.757" v="1272" actId="47"/>
        <pc:sldMkLst>
          <pc:docMk/>
          <pc:sldMk cId="0" sldId="26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mir Auezov" userId="f5afe8ad-fb23-4f06-9417-74fabd8a07d7" providerId="ADAL" clId="{E8D1E8B3-1EC6-43CC-9036-36868EC4EF2A}" dt="2025-10-09T09:11:47.931" v="639" actId="20577"/>
              <pc2:cmMkLst xmlns:pc2="http://schemas.microsoft.com/office/powerpoint/2019/9/main/command">
                <pc:docMk/>
                <pc:sldMk cId="0" sldId="260"/>
                <pc2:cmMk id="{FF3BFA35-EB39-42C7-8BDD-E4B82C7E8338}"/>
              </pc2:cmMkLst>
            </pc226:cmChg>
          </p:ext>
        </pc:extLst>
      </pc:sldChg>
      <pc:sldChg chg="addSp modSp add mod ord">
        <pc:chgData name="Damir Auezov" userId="f5afe8ad-fb23-4f06-9417-74fabd8a07d7" providerId="ADAL" clId="{E8D1E8B3-1EC6-43CC-9036-36868EC4EF2A}" dt="2025-10-13T10:31:29.428" v="3870" actId="20577"/>
        <pc:sldMkLst>
          <pc:docMk/>
          <pc:sldMk cId="605191941" sldId="261"/>
        </pc:sldMkLst>
        <pc:spChg chg="add mod">
          <ac:chgData name="Damir Auezov" userId="f5afe8ad-fb23-4f06-9417-74fabd8a07d7" providerId="ADAL" clId="{E8D1E8B3-1EC6-43CC-9036-36868EC4EF2A}" dt="2025-10-09T09:15:35.497" v="1099" actId="164"/>
          <ac:spMkLst>
            <pc:docMk/>
            <pc:sldMk cId="605191941" sldId="261"/>
            <ac:spMk id="2" creationId="{770C2677-7568-D696-2184-B977C4FF32EE}"/>
          </ac:spMkLst>
        </pc:spChg>
        <pc:spChg chg="add mod">
          <ac:chgData name="Damir Auezov" userId="f5afe8ad-fb23-4f06-9417-74fabd8a07d7" providerId="ADAL" clId="{E8D1E8B3-1EC6-43CC-9036-36868EC4EF2A}" dt="2025-10-09T09:15:35.497" v="1099" actId="164"/>
          <ac:spMkLst>
            <pc:docMk/>
            <pc:sldMk cId="605191941" sldId="261"/>
            <ac:spMk id="3" creationId="{587863DF-6BD1-8C94-254E-27E05FAD107A}"/>
          </ac:spMkLst>
        </pc:spChg>
        <pc:spChg chg="add mod">
          <ac:chgData name="Damir Auezov" userId="f5afe8ad-fb23-4f06-9417-74fabd8a07d7" providerId="ADAL" clId="{E8D1E8B3-1EC6-43CC-9036-36868EC4EF2A}" dt="2025-10-09T09:15:35.497" v="1099" actId="164"/>
          <ac:spMkLst>
            <pc:docMk/>
            <pc:sldMk cId="605191941" sldId="261"/>
            <ac:spMk id="4" creationId="{8675E1F2-7301-4E78-9408-D265BFC3410A}"/>
          </ac:spMkLst>
        </pc:spChg>
        <pc:spChg chg="add mod">
          <ac:chgData name="Damir Auezov" userId="f5afe8ad-fb23-4f06-9417-74fabd8a07d7" providerId="ADAL" clId="{E8D1E8B3-1EC6-43CC-9036-36868EC4EF2A}" dt="2025-10-09T09:15:35.497" v="1099" actId="164"/>
          <ac:spMkLst>
            <pc:docMk/>
            <pc:sldMk cId="605191941" sldId="261"/>
            <ac:spMk id="6" creationId="{2646CCB4-2C51-7E7C-14A3-D7ECE011354B}"/>
          </ac:spMkLst>
        </pc:spChg>
        <pc:spChg chg="add mod">
          <ac:chgData name="Damir Auezov" userId="f5afe8ad-fb23-4f06-9417-74fabd8a07d7" providerId="ADAL" clId="{E8D1E8B3-1EC6-43CC-9036-36868EC4EF2A}" dt="2025-10-09T09:15:35.497" v="1099" actId="164"/>
          <ac:spMkLst>
            <pc:docMk/>
            <pc:sldMk cId="605191941" sldId="261"/>
            <ac:spMk id="7" creationId="{503FBE83-8698-200B-4ED1-469C12F84894}"/>
          </ac:spMkLst>
        </pc:spChg>
        <pc:spChg chg="mod">
          <ac:chgData name="Damir Auezov" userId="f5afe8ad-fb23-4f06-9417-74fabd8a07d7" providerId="ADAL" clId="{E8D1E8B3-1EC6-43CC-9036-36868EC4EF2A}" dt="2025-10-13T10:31:29.428" v="3870" actId="20577"/>
          <ac:spMkLst>
            <pc:docMk/>
            <pc:sldMk cId="605191941" sldId="261"/>
            <ac:spMk id="8" creationId="{74AF5C68-5C1D-9217-4575-5CA1C7B52D66}"/>
          </ac:spMkLst>
        </pc:spChg>
        <pc:spChg chg="mod">
          <ac:chgData name="Damir Auezov" userId="f5afe8ad-fb23-4f06-9417-74fabd8a07d7" providerId="ADAL" clId="{E8D1E8B3-1EC6-43CC-9036-36868EC4EF2A}" dt="2025-10-09T09:15:34.542" v="1098"/>
          <ac:spMkLst>
            <pc:docMk/>
            <pc:sldMk cId="605191941" sldId="261"/>
            <ac:spMk id="15" creationId="{390C6E20-BE29-7DB9-31C3-A3362B63C7E5}"/>
          </ac:spMkLst>
        </pc:spChg>
        <pc:spChg chg="mod">
          <ac:chgData name="Damir Auezov" userId="f5afe8ad-fb23-4f06-9417-74fabd8a07d7" providerId="ADAL" clId="{E8D1E8B3-1EC6-43CC-9036-36868EC4EF2A}" dt="2025-10-09T09:15:34.542" v="1098"/>
          <ac:spMkLst>
            <pc:docMk/>
            <pc:sldMk cId="605191941" sldId="261"/>
            <ac:spMk id="20" creationId="{1220DB61-E497-07A8-30E7-9B1CD9949BB0}"/>
          </ac:spMkLst>
        </pc:spChg>
        <pc:spChg chg="mod">
          <ac:chgData name="Damir Auezov" userId="f5afe8ad-fb23-4f06-9417-74fabd8a07d7" providerId="ADAL" clId="{E8D1E8B3-1EC6-43CC-9036-36868EC4EF2A}" dt="2025-10-09T09:15:34.542" v="1098"/>
          <ac:spMkLst>
            <pc:docMk/>
            <pc:sldMk cId="605191941" sldId="261"/>
            <ac:spMk id="25" creationId="{A733719E-05DB-8125-9007-BC9645B4049B}"/>
          </ac:spMkLst>
        </pc:spChg>
        <pc:spChg chg="mod">
          <ac:chgData name="Damir Auezov" userId="f5afe8ad-fb23-4f06-9417-74fabd8a07d7" providerId="ADAL" clId="{E8D1E8B3-1EC6-43CC-9036-36868EC4EF2A}" dt="2025-10-09T09:15:34.542" v="1098"/>
          <ac:spMkLst>
            <pc:docMk/>
            <pc:sldMk cId="605191941" sldId="261"/>
            <ac:spMk id="30" creationId="{776661DD-D476-7870-00D5-6CE14F99FF19}"/>
          </ac:spMkLst>
        </pc:spChg>
        <pc:spChg chg="mod">
          <ac:chgData name="Damir Auezov" userId="f5afe8ad-fb23-4f06-9417-74fabd8a07d7" providerId="ADAL" clId="{E8D1E8B3-1EC6-43CC-9036-36868EC4EF2A}" dt="2025-10-09T09:15:34.542" v="1098"/>
          <ac:spMkLst>
            <pc:docMk/>
            <pc:sldMk cId="605191941" sldId="261"/>
            <ac:spMk id="35" creationId="{1A1C487F-8C19-E842-D1EE-AE28223C1CB0}"/>
          </ac:spMkLst>
        </pc:spChg>
        <pc:spChg chg="mod">
          <ac:chgData name="Damir Auezov" userId="f5afe8ad-fb23-4f06-9417-74fabd8a07d7" providerId="ADAL" clId="{E8D1E8B3-1EC6-43CC-9036-36868EC4EF2A}" dt="2025-10-09T09:16:39.740" v="1111" actId="1076"/>
          <ac:spMkLst>
            <pc:docMk/>
            <pc:sldMk cId="605191941" sldId="261"/>
            <ac:spMk id="39" creationId="{DB1A9B23-FBDA-7F27-A1D0-5AC900C25C5A}"/>
          </ac:spMkLst>
        </pc:spChg>
        <pc:spChg chg="mod">
          <ac:chgData name="Damir Auezov" userId="f5afe8ad-fb23-4f06-9417-74fabd8a07d7" providerId="ADAL" clId="{E8D1E8B3-1EC6-43CC-9036-36868EC4EF2A}" dt="2025-10-09T09:16:19.533" v="1108"/>
          <ac:spMkLst>
            <pc:docMk/>
            <pc:sldMk cId="605191941" sldId="261"/>
            <ac:spMk id="40" creationId="{0E75F6A6-DB3D-C06F-F829-22CF44B2A8C7}"/>
          </ac:spMkLst>
        </pc:spChg>
        <pc:grpChg chg="mod">
          <ac:chgData name="Damir Auezov" userId="f5afe8ad-fb23-4f06-9417-74fabd8a07d7" providerId="ADAL" clId="{E8D1E8B3-1EC6-43CC-9036-36868EC4EF2A}" dt="2025-10-09T09:15:35.497" v="1099" actId="164"/>
          <ac:grpSpMkLst>
            <pc:docMk/>
            <pc:sldMk cId="605191941" sldId="261"/>
            <ac:grpSpMk id="11" creationId="{283FE376-7EAE-C5B7-65A8-238C7CCDE835}"/>
          </ac:grpSpMkLst>
        </pc:grpChg>
        <pc:grpChg chg="mod">
          <ac:chgData name="Damir Auezov" userId="f5afe8ad-fb23-4f06-9417-74fabd8a07d7" providerId="ADAL" clId="{E8D1E8B3-1EC6-43CC-9036-36868EC4EF2A}" dt="2025-10-09T09:15:35.497" v="1099" actId="164"/>
          <ac:grpSpMkLst>
            <pc:docMk/>
            <pc:sldMk cId="605191941" sldId="261"/>
            <ac:grpSpMk id="16" creationId="{8A4078A3-ED67-AB92-3C4B-8F7AAEAD5052}"/>
          </ac:grpSpMkLst>
        </pc:grpChg>
        <pc:grpChg chg="mod">
          <ac:chgData name="Damir Auezov" userId="f5afe8ad-fb23-4f06-9417-74fabd8a07d7" providerId="ADAL" clId="{E8D1E8B3-1EC6-43CC-9036-36868EC4EF2A}" dt="2025-10-09T09:15:35.497" v="1099" actId="164"/>
          <ac:grpSpMkLst>
            <pc:docMk/>
            <pc:sldMk cId="605191941" sldId="261"/>
            <ac:grpSpMk id="21" creationId="{BAA386B3-6CAA-FBAA-94E0-12EF83440E77}"/>
          </ac:grpSpMkLst>
        </pc:grpChg>
        <pc:grpChg chg="mod">
          <ac:chgData name="Damir Auezov" userId="f5afe8ad-fb23-4f06-9417-74fabd8a07d7" providerId="ADAL" clId="{E8D1E8B3-1EC6-43CC-9036-36868EC4EF2A}" dt="2025-10-09T09:15:35.497" v="1099" actId="164"/>
          <ac:grpSpMkLst>
            <pc:docMk/>
            <pc:sldMk cId="605191941" sldId="261"/>
            <ac:grpSpMk id="26" creationId="{B422D1FA-6625-EE2E-7BAB-9F55F7A79569}"/>
          </ac:grpSpMkLst>
        </pc:grpChg>
        <pc:grpChg chg="add mod">
          <ac:chgData name="Damir Auezov" userId="f5afe8ad-fb23-4f06-9417-74fabd8a07d7" providerId="ADAL" clId="{E8D1E8B3-1EC6-43CC-9036-36868EC4EF2A}" dt="2025-10-09T09:16:03.829" v="1106" actId="1076"/>
          <ac:grpSpMkLst>
            <pc:docMk/>
            <pc:sldMk cId="605191941" sldId="261"/>
            <ac:grpSpMk id="36" creationId="{D0B1F603-BFB4-A366-0EFF-7BFC0E9DDFB1}"/>
          </ac:grpSpMkLst>
        </pc:grpChg>
        <pc:grpChg chg="add mod">
          <ac:chgData name="Damir Auezov" userId="f5afe8ad-fb23-4f06-9417-74fabd8a07d7" providerId="ADAL" clId="{E8D1E8B3-1EC6-43CC-9036-36868EC4EF2A}" dt="2025-10-09T09:16:24.404" v="1110" actId="14100"/>
          <ac:grpSpMkLst>
            <pc:docMk/>
            <pc:sldMk cId="605191941" sldId="261"/>
            <ac:grpSpMk id="38" creationId="{350F7B1F-7E88-1B27-1940-2C58D456AB6F}"/>
          </ac:grpSpMkLst>
        </pc:grpChg>
        <pc:picChg chg="add mod">
          <ac:chgData name="Damir Auezov" userId="f5afe8ad-fb23-4f06-9417-74fabd8a07d7" providerId="ADAL" clId="{E8D1E8B3-1EC6-43CC-9036-36868EC4EF2A}" dt="2025-10-09T09:16:06.645" v="1107" actId="1076"/>
          <ac:picMkLst>
            <pc:docMk/>
            <pc:sldMk cId="605191941" sldId="261"/>
            <ac:picMk id="37" creationId="{177003B9-7B52-84BE-A5BA-3F338D5506CB}"/>
          </ac:picMkLst>
        </pc:picChg>
      </pc:sldChg>
      <pc:sldChg chg="addSp delSp modSp add mod">
        <pc:chgData name="Damir Auezov" userId="f5afe8ad-fb23-4f06-9417-74fabd8a07d7" providerId="ADAL" clId="{E8D1E8B3-1EC6-43CC-9036-36868EC4EF2A}" dt="2025-10-13T10:25:14.214" v="3813" actId="1076"/>
        <pc:sldMkLst>
          <pc:docMk/>
          <pc:sldMk cId="2638010536" sldId="262"/>
        </pc:sldMkLst>
        <pc:spChg chg="mod">
          <ac:chgData name="Damir Auezov" userId="f5afe8ad-fb23-4f06-9417-74fabd8a07d7" providerId="ADAL" clId="{E8D1E8B3-1EC6-43CC-9036-36868EC4EF2A}" dt="2025-10-13T10:24:29.774" v="3806" actId="1076"/>
          <ac:spMkLst>
            <pc:docMk/>
            <pc:sldMk cId="2638010536" sldId="262"/>
            <ac:spMk id="4" creationId="{5150EDBD-DC41-B847-A01E-E27A5346439F}"/>
          </ac:spMkLst>
        </pc:spChg>
        <pc:spChg chg="mod">
          <ac:chgData name="Damir Auezov" userId="f5afe8ad-fb23-4f06-9417-74fabd8a07d7" providerId="ADAL" clId="{E8D1E8B3-1EC6-43CC-9036-36868EC4EF2A}" dt="2025-10-09T09:17:42.007" v="1159" actId="20577"/>
          <ac:spMkLst>
            <pc:docMk/>
            <pc:sldMk cId="2638010536" sldId="262"/>
            <ac:spMk id="8" creationId="{040E9610-5542-0C42-6635-42427FEA09D4}"/>
          </ac:spMkLst>
        </pc:spChg>
        <pc:spChg chg="mod">
          <ac:chgData name="Damir Auezov" userId="f5afe8ad-fb23-4f06-9417-74fabd8a07d7" providerId="ADAL" clId="{E8D1E8B3-1EC6-43CC-9036-36868EC4EF2A}" dt="2025-10-11T09:56:30.616" v="1349"/>
          <ac:spMkLst>
            <pc:docMk/>
            <pc:sldMk cId="2638010536" sldId="262"/>
            <ac:spMk id="43" creationId="{7E850E35-6442-E089-464D-8C94FBEC7DB5}"/>
          </ac:spMkLst>
        </pc:spChg>
        <pc:spChg chg="mod">
          <ac:chgData name="Damir Auezov" userId="f5afe8ad-fb23-4f06-9417-74fabd8a07d7" providerId="ADAL" clId="{E8D1E8B3-1EC6-43CC-9036-36868EC4EF2A}" dt="2025-10-11T09:57:30.799" v="1417" actId="20577"/>
          <ac:spMkLst>
            <pc:docMk/>
            <pc:sldMk cId="2638010536" sldId="262"/>
            <ac:spMk id="46" creationId="{C6B923FA-BC27-012D-74FC-9DEB371AA1E5}"/>
          </ac:spMkLst>
        </pc:spChg>
        <pc:spChg chg="mod">
          <ac:chgData name="Damir Auezov" userId="f5afe8ad-fb23-4f06-9417-74fabd8a07d7" providerId="ADAL" clId="{E8D1E8B3-1EC6-43CC-9036-36868EC4EF2A}" dt="2025-10-11T09:56:26.376" v="1348" actId="20577"/>
          <ac:spMkLst>
            <pc:docMk/>
            <pc:sldMk cId="2638010536" sldId="262"/>
            <ac:spMk id="49" creationId="{56A8D91E-B501-4F71-7F41-A22C6DEEBAC3}"/>
          </ac:spMkLst>
        </pc:spChg>
        <pc:spChg chg="mod topLvl">
          <ac:chgData name="Damir Auezov" userId="f5afe8ad-fb23-4f06-9417-74fabd8a07d7" providerId="ADAL" clId="{E8D1E8B3-1EC6-43CC-9036-36868EC4EF2A}" dt="2025-10-13T10:23:52.198" v="3657" actId="1076"/>
          <ac:spMkLst>
            <pc:docMk/>
            <pc:sldMk cId="2638010536" sldId="262"/>
            <ac:spMk id="52" creationId="{BAE2D30C-8261-7191-F852-9116D32AF772}"/>
          </ac:spMkLst>
        </pc:spChg>
        <pc:spChg chg="mod">
          <ac:chgData name="Damir Auezov" userId="f5afe8ad-fb23-4f06-9417-74fabd8a07d7" providerId="ADAL" clId="{E8D1E8B3-1EC6-43CC-9036-36868EC4EF2A}" dt="2025-10-11T09:57:41.999" v="1430" actId="6549"/>
          <ac:spMkLst>
            <pc:docMk/>
            <pc:sldMk cId="2638010536" sldId="262"/>
            <ac:spMk id="55" creationId="{8970EAFF-4A53-6270-EEBE-B3D2CD9750C0}"/>
          </ac:spMkLst>
        </pc:spChg>
        <pc:spChg chg="add mod">
          <ac:chgData name="Damir Auezov" userId="f5afe8ad-fb23-4f06-9417-74fabd8a07d7" providerId="ADAL" clId="{E8D1E8B3-1EC6-43CC-9036-36868EC4EF2A}" dt="2025-10-13T10:25:14.214" v="3813" actId="1076"/>
          <ac:spMkLst>
            <pc:docMk/>
            <pc:sldMk cId="2638010536" sldId="262"/>
            <ac:spMk id="59" creationId="{92EDC07B-D517-3959-A51D-1615E5086854}"/>
          </ac:spMkLst>
        </pc:spChg>
        <pc:grpChg chg="add mod">
          <ac:chgData name="Damir Auezov" userId="f5afe8ad-fb23-4f06-9417-74fabd8a07d7" providerId="ADAL" clId="{E8D1E8B3-1EC6-43CC-9036-36868EC4EF2A}" dt="2025-10-13T10:23:55.984" v="3658" actId="571"/>
          <ac:grpSpMkLst>
            <pc:docMk/>
            <pc:sldMk cId="2638010536" sldId="262"/>
            <ac:grpSpMk id="2" creationId="{700C16A4-712D-1609-8C77-0795085EA675}"/>
          </ac:grpSpMkLst>
        </pc:grpChg>
        <pc:grpChg chg="mod">
          <ac:chgData name="Damir Auezov" userId="f5afe8ad-fb23-4f06-9417-74fabd8a07d7" providerId="ADAL" clId="{E8D1E8B3-1EC6-43CC-9036-36868EC4EF2A}" dt="2025-10-13T10:23:52.198" v="3657" actId="1076"/>
          <ac:grpSpMkLst>
            <pc:docMk/>
            <pc:sldMk cId="2638010536" sldId="262"/>
            <ac:grpSpMk id="41" creationId="{F091BD84-D9F2-FA0D-9770-67E0D13869D0}"/>
          </ac:grpSpMkLst>
        </pc:grpChg>
        <pc:grpChg chg="mod">
          <ac:chgData name="Damir Auezov" userId="f5afe8ad-fb23-4f06-9417-74fabd8a07d7" providerId="ADAL" clId="{E8D1E8B3-1EC6-43CC-9036-36868EC4EF2A}" dt="2025-10-13T10:24:39.758" v="3809" actId="1036"/>
          <ac:grpSpMkLst>
            <pc:docMk/>
            <pc:sldMk cId="2638010536" sldId="262"/>
            <ac:grpSpMk id="44" creationId="{01ED67DC-07E8-F321-E80E-382287E76438}"/>
          </ac:grpSpMkLst>
        </pc:grpChg>
        <pc:grpChg chg="mod">
          <ac:chgData name="Damir Auezov" userId="f5afe8ad-fb23-4f06-9417-74fabd8a07d7" providerId="ADAL" clId="{E8D1E8B3-1EC6-43CC-9036-36868EC4EF2A}" dt="2025-10-13T10:24:32.790" v="3807" actId="1076"/>
          <ac:grpSpMkLst>
            <pc:docMk/>
            <pc:sldMk cId="2638010536" sldId="262"/>
            <ac:grpSpMk id="47" creationId="{666CBC4D-3722-5096-A1EC-46CBFD37EC43}"/>
          </ac:grpSpMkLst>
        </pc:grpChg>
        <pc:grpChg chg="mod">
          <ac:chgData name="Damir Auezov" userId="f5afe8ad-fb23-4f06-9417-74fabd8a07d7" providerId="ADAL" clId="{E8D1E8B3-1EC6-43CC-9036-36868EC4EF2A}" dt="2025-10-13T10:23:52.198" v="3657" actId="1076"/>
          <ac:grpSpMkLst>
            <pc:docMk/>
            <pc:sldMk cId="2638010536" sldId="262"/>
            <ac:grpSpMk id="53" creationId="{C5A4FE3C-7002-4649-7903-864354EF2A0C}"/>
          </ac:grpSpMkLst>
        </pc:grpChg>
        <pc:picChg chg="mod">
          <ac:chgData name="Damir Auezov" userId="f5afe8ad-fb23-4f06-9417-74fabd8a07d7" providerId="ADAL" clId="{E8D1E8B3-1EC6-43CC-9036-36868EC4EF2A}" dt="2025-10-13T10:23:55.984" v="3658" actId="571"/>
          <ac:picMkLst>
            <pc:docMk/>
            <pc:sldMk cId="2638010536" sldId="262"/>
            <ac:picMk id="3" creationId="{3FF1A60A-8D00-070A-B128-DB760F2C52B4}"/>
          </ac:picMkLst>
        </pc:picChg>
        <pc:picChg chg="mod">
          <ac:chgData name="Damir Auezov" userId="f5afe8ad-fb23-4f06-9417-74fabd8a07d7" providerId="ADAL" clId="{E8D1E8B3-1EC6-43CC-9036-36868EC4EF2A}" dt="2025-10-11T09:56:30.616" v="1349"/>
          <ac:picMkLst>
            <pc:docMk/>
            <pc:sldMk cId="2638010536" sldId="262"/>
            <ac:picMk id="42" creationId="{57E1BC48-323F-2437-15FE-AB649AD46ED5}"/>
          </ac:picMkLst>
        </pc:picChg>
        <pc:picChg chg="mod">
          <ac:chgData name="Damir Auezov" userId="f5afe8ad-fb23-4f06-9417-74fabd8a07d7" providerId="ADAL" clId="{E8D1E8B3-1EC6-43CC-9036-36868EC4EF2A}" dt="2025-10-09T09:17:48.784" v="1160"/>
          <ac:picMkLst>
            <pc:docMk/>
            <pc:sldMk cId="2638010536" sldId="262"/>
            <ac:picMk id="45" creationId="{E31AB423-6783-5115-7492-7E1141770BE2}"/>
          </ac:picMkLst>
        </pc:picChg>
        <pc:picChg chg="mod">
          <ac:chgData name="Damir Auezov" userId="f5afe8ad-fb23-4f06-9417-74fabd8a07d7" providerId="ADAL" clId="{E8D1E8B3-1EC6-43CC-9036-36868EC4EF2A}" dt="2025-10-09T09:17:48.784" v="1160"/>
          <ac:picMkLst>
            <pc:docMk/>
            <pc:sldMk cId="2638010536" sldId="262"/>
            <ac:picMk id="48" creationId="{58674416-BFB0-5593-C5E7-C4582FE61BF4}"/>
          </ac:picMkLst>
        </pc:picChg>
        <pc:picChg chg="mod topLvl">
          <ac:chgData name="Damir Auezov" userId="f5afe8ad-fb23-4f06-9417-74fabd8a07d7" providerId="ADAL" clId="{E8D1E8B3-1EC6-43CC-9036-36868EC4EF2A}" dt="2025-10-13T10:23:52.198" v="3657" actId="1076"/>
          <ac:picMkLst>
            <pc:docMk/>
            <pc:sldMk cId="2638010536" sldId="262"/>
            <ac:picMk id="51" creationId="{69E7DE5D-CF44-4A1E-1FE2-CF83ADE6BDAA}"/>
          </ac:picMkLst>
        </pc:picChg>
        <pc:picChg chg="mod">
          <ac:chgData name="Damir Auezov" userId="f5afe8ad-fb23-4f06-9417-74fabd8a07d7" providerId="ADAL" clId="{E8D1E8B3-1EC6-43CC-9036-36868EC4EF2A}" dt="2025-10-09T09:17:48.784" v="1160"/>
          <ac:picMkLst>
            <pc:docMk/>
            <pc:sldMk cId="2638010536" sldId="262"/>
            <ac:picMk id="54" creationId="{2E8D97A6-4C95-0B5F-EFC1-F57A5E792A63}"/>
          </ac:picMkLst>
        </pc:picChg>
        <pc:cxnChg chg="add mod">
          <ac:chgData name="Damir Auezov" userId="f5afe8ad-fb23-4f06-9417-74fabd8a07d7" providerId="ADAL" clId="{E8D1E8B3-1EC6-43CC-9036-36868EC4EF2A}" dt="2025-10-13T10:24:44.907" v="3811" actId="14100"/>
          <ac:cxnSpMkLst>
            <pc:docMk/>
            <pc:sldMk cId="2638010536" sldId="262"/>
            <ac:cxnSpMk id="56" creationId="{B11FB428-5365-949F-7BC0-DC0B7A59280A}"/>
          </ac:cxnSpMkLst>
        </pc:cxnChg>
      </pc:sldChg>
      <pc:sldChg chg="addSp delSp modSp add del mod">
        <pc:chgData name="Damir Auezov" userId="f5afe8ad-fb23-4f06-9417-74fabd8a07d7" providerId="ADAL" clId="{E8D1E8B3-1EC6-43CC-9036-36868EC4EF2A}" dt="2025-10-11T09:58:32.205" v="1456" actId="47"/>
        <pc:sldMkLst>
          <pc:docMk/>
          <pc:sldMk cId="1471875587" sldId="360"/>
        </pc:sldMkLst>
      </pc:sldChg>
      <pc:sldChg chg="add del">
        <pc:chgData name="Damir Auezov" userId="f5afe8ad-fb23-4f06-9417-74fabd8a07d7" providerId="ADAL" clId="{E8D1E8B3-1EC6-43CC-9036-36868EC4EF2A}" dt="2025-10-09T09:16:50.619" v="1113"/>
        <pc:sldMkLst>
          <pc:docMk/>
          <pc:sldMk cId="4205308165" sldId="361"/>
        </pc:sldMkLst>
      </pc:sldChg>
      <pc:sldChg chg="addSp delSp modSp add del mod">
        <pc:chgData name="Damir Auezov" userId="f5afe8ad-fb23-4f06-9417-74fabd8a07d7" providerId="ADAL" clId="{E8D1E8B3-1EC6-43CC-9036-36868EC4EF2A}" dt="2025-10-13T04:04:42.485" v="1888" actId="47"/>
        <pc:sldMkLst>
          <pc:docMk/>
          <pc:sldMk cId="614687712" sldId="362"/>
        </pc:sldMkLst>
      </pc:sldChg>
      <pc:sldChg chg="add">
        <pc:chgData name="Damir Auezov" userId="f5afe8ad-fb23-4f06-9417-74fabd8a07d7" providerId="ADAL" clId="{E8D1E8B3-1EC6-43CC-9036-36868EC4EF2A}" dt="2025-10-11T09:04:50.249" v="1175"/>
        <pc:sldMkLst>
          <pc:docMk/>
          <pc:sldMk cId="1261396697" sldId="363"/>
        </pc:sldMkLst>
      </pc:sldChg>
      <pc:sldChg chg="add del">
        <pc:chgData name="Damir Auezov" userId="f5afe8ad-fb23-4f06-9417-74fabd8a07d7" providerId="ADAL" clId="{E8D1E8B3-1EC6-43CC-9036-36868EC4EF2A}" dt="2025-10-13T04:27:47.449" v="2662" actId="2696"/>
        <pc:sldMkLst>
          <pc:docMk/>
          <pc:sldMk cId="1631173780" sldId="364"/>
        </pc:sldMkLst>
      </pc:sldChg>
      <pc:sldChg chg="addSp delSp modSp add mod">
        <pc:chgData name="Damir Auezov" userId="f5afe8ad-fb23-4f06-9417-74fabd8a07d7" providerId="ADAL" clId="{E8D1E8B3-1EC6-43CC-9036-36868EC4EF2A}" dt="2025-10-13T10:32:49.958" v="3937" actId="20577"/>
        <pc:sldMkLst>
          <pc:docMk/>
          <pc:sldMk cId="2848988498" sldId="365"/>
        </pc:sldMkLst>
        <pc:spChg chg="mod">
          <ac:chgData name="Damir Auezov" userId="f5afe8ad-fb23-4f06-9417-74fabd8a07d7" providerId="ADAL" clId="{E8D1E8B3-1EC6-43CC-9036-36868EC4EF2A}" dt="2025-10-13T05:07:22.595" v="2980" actId="20577"/>
          <ac:spMkLst>
            <pc:docMk/>
            <pc:sldMk cId="2848988498" sldId="365"/>
            <ac:spMk id="8" creationId="{803806AB-4F61-48A4-1998-23A387CE27A1}"/>
          </ac:spMkLst>
        </pc:spChg>
        <pc:graphicFrameChg chg="add mod modGraphic">
          <ac:chgData name="Damir Auezov" userId="f5afe8ad-fb23-4f06-9417-74fabd8a07d7" providerId="ADAL" clId="{E8D1E8B3-1EC6-43CC-9036-36868EC4EF2A}" dt="2025-10-13T10:32:49.958" v="3937" actId="20577"/>
          <ac:graphicFrameMkLst>
            <pc:docMk/>
            <pc:sldMk cId="2848988498" sldId="365"/>
            <ac:graphicFrameMk id="4" creationId="{5208B9FD-A5D6-F134-1881-55F902386BBF}"/>
          </ac:graphicFrameMkLst>
        </pc:graphicFrameChg>
      </pc:sldChg>
      <pc:sldChg chg="addSp delSp modSp add mod">
        <pc:chgData name="Damir Auezov" userId="f5afe8ad-fb23-4f06-9417-74fabd8a07d7" providerId="ADAL" clId="{E8D1E8B3-1EC6-43CC-9036-36868EC4EF2A}" dt="2025-10-13T10:33:25.703" v="3971" actId="20577"/>
        <pc:sldMkLst>
          <pc:docMk/>
          <pc:sldMk cId="143631685" sldId="366"/>
        </pc:sldMkLst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3" creationId="{F3AC8D54-18D6-1C4A-BC7F-7F8EC85EC4DD}"/>
          </ac:spMkLst>
        </pc:spChg>
        <pc:spChg chg="mod">
          <ac:chgData name="Damir Auezov" userId="f5afe8ad-fb23-4f06-9417-74fabd8a07d7" providerId="ADAL" clId="{E8D1E8B3-1EC6-43CC-9036-36868EC4EF2A}" dt="2025-10-11T09:58:19.305" v="1436" actId="1076"/>
          <ac:spMkLst>
            <pc:docMk/>
            <pc:sldMk cId="143631685" sldId="366"/>
            <ac:spMk id="4" creationId="{F27C1C29-6004-6D43-8C24-6979F4E2834B}"/>
          </ac:spMkLst>
        </pc:spChg>
        <pc:spChg chg="mod">
          <ac:chgData name="Damir Auezov" userId="f5afe8ad-fb23-4f06-9417-74fabd8a07d7" providerId="ADAL" clId="{E8D1E8B3-1EC6-43CC-9036-36868EC4EF2A}" dt="2025-10-13T10:33:08.699" v="3944" actId="404"/>
          <ac:spMkLst>
            <pc:docMk/>
            <pc:sldMk cId="143631685" sldId="366"/>
            <ac:spMk id="5" creationId="{D7E909CB-513E-9234-7FC3-D5AA8CFC2DFE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7" creationId="{0EF71331-AA19-2436-9E9C-FAE7B376074C}"/>
          </ac:spMkLst>
        </pc:spChg>
        <pc:spChg chg="mod">
          <ac:chgData name="Damir Auezov" userId="f5afe8ad-fb23-4f06-9417-74fabd8a07d7" providerId="ADAL" clId="{E8D1E8B3-1EC6-43CC-9036-36868EC4EF2A}" dt="2025-10-11T09:58:27.610" v="1455" actId="20577"/>
          <ac:spMkLst>
            <pc:docMk/>
            <pc:sldMk cId="143631685" sldId="366"/>
            <ac:spMk id="8" creationId="{683509E2-02E4-3217-2036-6A3CDA5ED304}"/>
          </ac:spMkLst>
        </pc:spChg>
        <pc:spChg chg="mod">
          <ac:chgData name="Damir Auezov" userId="f5afe8ad-fb23-4f06-9417-74fabd8a07d7" providerId="ADAL" clId="{E8D1E8B3-1EC6-43CC-9036-36868EC4EF2A}" dt="2025-10-13T10:33:08.699" v="3944" actId="404"/>
          <ac:spMkLst>
            <pc:docMk/>
            <pc:sldMk cId="143631685" sldId="366"/>
            <ac:spMk id="15" creationId="{690BC5AE-5C1B-8DB4-4646-AB92CE99C919}"/>
          </ac:spMkLst>
        </pc:spChg>
        <pc:spChg chg="mod">
          <ac:chgData name="Damir Auezov" userId="f5afe8ad-fb23-4f06-9417-74fabd8a07d7" providerId="ADAL" clId="{E8D1E8B3-1EC6-43CC-9036-36868EC4EF2A}" dt="2025-10-13T10:33:21.660" v="3962" actId="20577"/>
          <ac:spMkLst>
            <pc:docMk/>
            <pc:sldMk cId="143631685" sldId="366"/>
            <ac:spMk id="17" creationId="{FC773EB2-E47C-50B3-9B7A-6F98AFB8009A}"/>
          </ac:spMkLst>
        </pc:spChg>
        <pc:spChg chg="mod">
          <ac:chgData name="Damir Auezov" userId="f5afe8ad-fb23-4f06-9417-74fabd8a07d7" providerId="ADAL" clId="{E8D1E8B3-1EC6-43CC-9036-36868EC4EF2A}" dt="2025-10-13T10:33:25.703" v="3971" actId="20577"/>
          <ac:spMkLst>
            <pc:docMk/>
            <pc:sldMk cId="143631685" sldId="366"/>
            <ac:spMk id="20" creationId="{0F0712D5-3859-3759-24F7-237C6894C484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23" creationId="{B6F24529-E1F5-2DBC-ADD9-2081FA24A0BE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24" creationId="{F08B8072-DEA7-1D82-32D2-72A749465702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25" creationId="{F886C3DE-EC70-3CF1-52EE-D1ACC45EF048}"/>
          </ac:spMkLst>
        </pc:spChg>
        <pc:spChg chg="mod">
          <ac:chgData name="Damir Auezov" userId="f5afe8ad-fb23-4f06-9417-74fabd8a07d7" providerId="ADAL" clId="{E8D1E8B3-1EC6-43CC-9036-36868EC4EF2A}" dt="2025-10-11T09:58:19.305" v="1436" actId="1076"/>
          <ac:spMkLst>
            <pc:docMk/>
            <pc:sldMk cId="143631685" sldId="366"/>
            <ac:spMk id="26" creationId="{ABE54F69-B9C7-89E1-72F0-A0123D88214A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28" creationId="{43F2D436-6D7B-C91D-BE9A-7F2DF39A6B74}"/>
          </ac:spMkLst>
        </pc:spChg>
        <pc:spChg chg="mod">
          <ac:chgData name="Damir Auezov" userId="f5afe8ad-fb23-4f06-9417-74fabd8a07d7" providerId="ADAL" clId="{E8D1E8B3-1EC6-43CC-9036-36868EC4EF2A}" dt="2025-10-11T09:58:19.305" v="1436" actId="1076"/>
          <ac:spMkLst>
            <pc:docMk/>
            <pc:sldMk cId="143631685" sldId="366"/>
            <ac:spMk id="30" creationId="{F23614B6-6C30-7294-03FF-2CA6A09D5FBA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32" creationId="{225AE454-71A5-BA09-6649-9D9104E51B0D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34" creationId="{D9FA1524-CEC2-949E-2069-DCEB0ACB50D6}"/>
          </ac:spMkLst>
        </pc:spChg>
        <pc:spChg chg="mod">
          <ac:chgData name="Damir Auezov" userId="f5afe8ad-fb23-4f06-9417-74fabd8a07d7" providerId="ADAL" clId="{E8D1E8B3-1EC6-43CC-9036-36868EC4EF2A}" dt="2025-10-13T10:33:04.978" v="3941"/>
          <ac:spMkLst>
            <pc:docMk/>
            <pc:sldMk cId="143631685" sldId="366"/>
            <ac:spMk id="36" creationId="{60547526-9B66-F5B6-FCE0-E105B7A040EE}"/>
          </ac:spMkLst>
        </pc:spChg>
      </pc:sldChg>
      <pc:sldChg chg="addSp delSp modSp add del mod">
        <pc:chgData name="Damir Auezov" userId="f5afe8ad-fb23-4f06-9417-74fabd8a07d7" providerId="ADAL" clId="{E8D1E8B3-1EC6-43CC-9036-36868EC4EF2A}" dt="2025-10-13T05:49:09.047" v="3347" actId="47"/>
        <pc:sldMkLst>
          <pc:docMk/>
          <pc:sldMk cId="1875656390" sldId="367"/>
        </pc:sldMkLst>
        <pc:spChg chg="mod">
          <ac:chgData name="Damir Auezov" userId="f5afe8ad-fb23-4f06-9417-74fabd8a07d7" providerId="ADAL" clId="{E8D1E8B3-1EC6-43CC-9036-36868EC4EF2A}" dt="2025-10-13T03:57:25.528" v="1510" actId="20577"/>
          <ac:spMkLst>
            <pc:docMk/>
            <pc:sldMk cId="1875656390" sldId="367"/>
            <ac:spMk id="8" creationId="{97154804-D0E3-89ED-23F6-8FBCAEAE1982}"/>
          </ac:spMkLst>
        </pc:spChg>
        <pc:spChg chg="mod">
          <ac:chgData name="Damir Auezov" userId="f5afe8ad-fb23-4f06-9417-74fabd8a07d7" providerId="ADAL" clId="{E8D1E8B3-1EC6-43CC-9036-36868EC4EF2A}" dt="2025-10-13T03:50:34.511" v="1482" actId="207"/>
          <ac:spMkLst>
            <pc:docMk/>
            <pc:sldMk cId="1875656390" sldId="367"/>
            <ac:spMk id="88" creationId="{834730A4-5ACF-CCCA-B30F-1482B150E835}"/>
          </ac:spMkLst>
        </pc:spChg>
        <pc:spChg chg="mod">
          <ac:chgData name="Damir Auezov" userId="f5afe8ad-fb23-4f06-9417-74fabd8a07d7" providerId="ADAL" clId="{E8D1E8B3-1EC6-43CC-9036-36868EC4EF2A}" dt="2025-10-13T03:50:37.825" v="1483" actId="207"/>
          <ac:spMkLst>
            <pc:docMk/>
            <pc:sldMk cId="1875656390" sldId="367"/>
            <ac:spMk id="89" creationId="{3E8B509C-3700-2EE2-E48A-9CA8C95E3C16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98" creationId="{0D20CF27-CA37-4CDD-95C6-FDE824D322B8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99" creationId="{9FB68243-5839-3BED-8900-BE33B178AD6C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101" creationId="{E2B17222-888B-6FD5-6009-790AF268D735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102" creationId="{5AE058DD-6E59-558B-C7D6-0831A379F5FC}"/>
          </ac:spMkLst>
        </pc:spChg>
        <pc:spChg chg="add mod">
          <ac:chgData name="Damir Auezov" userId="f5afe8ad-fb23-4f06-9417-74fabd8a07d7" providerId="ADAL" clId="{E8D1E8B3-1EC6-43CC-9036-36868EC4EF2A}" dt="2025-10-13T04:01:25.627" v="1712" actId="571"/>
          <ac:spMkLst>
            <pc:docMk/>
            <pc:sldMk cId="1875656390" sldId="367"/>
            <ac:spMk id="103" creationId="{EC41A9C9-E4C2-0650-7BCB-BC6371D40A24}"/>
          </ac:spMkLst>
        </pc:spChg>
        <pc:spChg chg="add mod">
          <ac:chgData name="Damir Auezov" userId="f5afe8ad-fb23-4f06-9417-74fabd8a07d7" providerId="ADAL" clId="{E8D1E8B3-1EC6-43CC-9036-36868EC4EF2A}" dt="2025-10-13T04:01:25.627" v="1712" actId="571"/>
          <ac:spMkLst>
            <pc:docMk/>
            <pc:sldMk cId="1875656390" sldId="367"/>
            <ac:spMk id="104" creationId="{2EF9FCBF-D4A2-0874-8BE4-1A3290983583}"/>
          </ac:spMkLst>
        </pc:spChg>
        <pc:spChg chg="add mod">
          <ac:chgData name="Damir Auezov" userId="f5afe8ad-fb23-4f06-9417-74fabd8a07d7" providerId="ADAL" clId="{E8D1E8B3-1EC6-43CC-9036-36868EC4EF2A}" dt="2025-10-13T05:43:03.972" v="3343" actId="20577"/>
          <ac:spMkLst>
            <pc:docMk/>
            <pc:sldMk cId="1875656390" sldId="367"/>
            <ac:spMk id="105" creationId="{8465E54D-1C69-4C50-89C8-BFB006E56112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106" creationId="{F7BFB4BF-F0BD-5E5B-BB0E-09270247F2A1}"/>
          </ac:spMkLst>
        </pc:spChg>
        <pc:spChg chg="add del mod">
          <ac:chgData name="Damir Auezov" userId="f5afe8ad-fb23-4f06-9417-74fabd8a07d7" providerId="ADAL" clId="{E8D1E8B3-1EC6-43CC-9036-36868EC4EF2A}" dt="2025-10-13T04:04:23.971" v="1887" actId="478"/>
          <ac:spMkLst>
            <pc:docMk/>
            <pc:sldMk cId="1875656390" sldId="367"/>
            <ac:spMk id="107" creationId="{85DFE48B-1887-5C1D-7ED1-AD0BC64CBD52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108" creationId="{E3F86F07-498C-EBEE-2F85-88EA630AE6D2}"/>
          </ac:spMkLst>
        </pc:spChg>
        <pc:spChg chg="add mod">
          <ac:chgData name="Damir Auezov" userId="f5afe8ad-fb23-4f06-9417-74fabd8a07d7" providerId="ADAL" clId="{E8D1E8B3-1EC6-43CC-9036-36868EC4EF2A}" dt="2025-10-13T05:26:47.880" v="3332" actId="1582"/>
          <ac:spMkLst>
            <pc:docMk/>
            <pc:sldMk cId="1875656390" sldId="367"/>
            <ac:spMk id="109" creationId="{302BB0C3-060A-9497-B3A6-077C5D713F97}"/>
          </ac:spMkLst>
        </pc:spChg>
        <pc:spChg chg="add mod">
          <ac:chgData name="Damir Auezov" userId="f5afe8ad-fb23-4f06-9417-74fabd8a07d7" providerId="ADAL" clId="{E8D1E8B3-1EC6-43CC-9036-36868EC4EF2A}" dt="2025-10-13T04:09:52.482" v="1936" actId="164"/>
          <ac:spMkLst>
            <pc:docMk/>
            <pc:sldMk cId="1875656390" sldId="367"/>
            <ac:spMk id="110" creationId="{804388E7-EF9A-702A-54D4-850727EBDD1E}"/>
          </ac:spMkLst>
        </pc:spChg>
        <pc:spChg chg="add mod">
          <ac:chgData name="Damir Auezov" userId="f5afe8ad-fb23-4f06-9417-74fabd8a07d7" providerId="ADAL" clId="{E8D1E8B3-1EC6-43CC-9036-36868EC4EF2A}" dt="2025-10-13T05:25:10.453" v="3292" actId="20577"/>
          <ac:spMkLst>
            <pc:docMk/>
            <pc:sldMk cId="1875656390" sldId="367"/>
            <ac:spMk id="111" creationId="{D4382A42-A09C-B84F-1C0B-BBA65E04D2F1}"/>
          </ac:spMkLst>
        </pc:spChg>
        <pc:grpChg chg="del">
          <ac:chgData name="Damir Auezov" userId="f5afe8ad-fb23-4f06-9417-74fabd8a07d7" providerId="ADAL" clId="{E8D1E8B3-1EC6-43CC-9036-36868EC4EF2A}" dt="2025-10-13T03:56:55.329" v="1484" actId="478"/>
          <ac:grpSpMkLst>
            <pc:docMk/>
            <pc:sldMk cId="1875656390" sldId="367"/>
            <ac:grpSpMk id="81" creationId="{BF102F33-3B12-3727-2833-044ABE6F0CA4}"/>
          </ac:grpSpMkLst>
        </pc:grpChg>
        <pc:grpChg chg="mod">
          <ac:chgData name="Damir Auezov" userId="f5afe8ad-fb23-4f06-9417-74fabd8a07d7" providerId="ADAL" clId="{E8D1E8B3-1EC6-43CC-9036-36868EC4EF2A}" dt="2025-10-13T04:09:55.062" v="1937" actId="1076"/>
          <ac:grpSpMkLst>
            <pc:docMk/>
            <pc:sldMk cId="1875656390" sldId="367"/>
            <ac:grpSpMk id="112" creationId="{FB95E4E2-A3B2-91C1-2A24-F776E102CBD4}"/>
          </ac:grpSpMkLst>
        </pc:grpChg>
        <pc:picChg chg="add mod modCrop">
          <ac:chgData name="Damir Auezov" userId="f5afe8ad-fb23-4f06-9417-74fabd8a07d7" providerId="ADAL" clId="{E8D1E8B3-1EC6-43CC-9036-36868EC4EF2A}" dt="2025-10-13T04:03:51.491" v="1814" actId="1076"/>
          <ac:picMkLst>
            <pc:docMk/>
            <pc:sldMk cId="1875656390" sldId="367"/>
            <ac:picMk id="97" creationId="{6FA1AA0C-5517-AF3C-34BD-2931F35EB012}"/>
          </ac:picMkLst>
        </pc:picChg>
      </pc:sldChg>
      <pc:sldChg chg="addSp delSp modSp new del mod">
        <pc:chgData name="Damir Auezov" userId="f5afe8ad-fb23-4f06-9417-74fabd8a07d7" providerId="ADAL" clId="{E8D1E8B3-1EC6-43CC-9036-36868EC4EF2A}" dt="2025-10-13T04:26:16.645" v="2661" actId="47"/>
        <pc:sldMkLst>
          <pc:docMk/>
          <pc:sldMk cId="363573930" sldId="368"/>
        </pc:sldMkLst>
        <pc:spChg chg="del">
          <ac:chgData name="Damir Auezov" userId="f5afe8ad-fb23-4f06-9417-74fabd8a07d7" providerId="ADAL" clId="{E8D1E8B3-1EC6-43CC-9036-36868EC4EF2A}" dt="2025-10-13T04:04:47.171" v="1890" actId="478"/>
          <ac:spMkLst>
            <pc:docMk/>
            <pc:sldMk cId="363573930" sldId="368"/>
            <ac:spMk id="2" creationId="{5FE80241-1D96-7645-A1CC-B8A04FAAC603}"/>
          </ac:spMkLst>
        </pc:spChg>
        <pc:spChg chg="del">
          <ac:chgData name="Damir Auezov" userId="f5afe8ad-fb23-4f06-9417-74fabd8a07d7" providerId="ADAL" clId="{E8D1E8B3-1EC6-43CC-9036-36868EC4EF2A}" dt="2025-10-13T04:04:47.171" v="1890" actId="478"/>
          <ac:spMkLst>
            <pc:docMk/>
            <pc:sldMk cId="363573930" sldId="368"/>
            <ac:spMk id="3" creationId="{1D888CF8-E8CA-FC82-5FCB-BD41DCC2B846}"/>
          </ac:spMkLst>
        </pc:spChg>
        <pc:spChg chg="del">
          <ac:chgData name="Damir Auezov" userId="f5afe8ad-fb23-4f06-9417-74fabd8a07d7" providerId="ADAL" clId="{E8D1E8B3-1EC6-43CC-9036-36868EC4EF2A}" dt="2025-10-13T04:04:47.171" v="1890" actId="478"/>
          <ac:spMkLst>
            <pc:docMk/>
            <pc:sldMk cId="363573930" sldId="368"/>
            <ac:spMk id="4" creationId="{F590B47A-CDDA-C794-301B-DA7228A37EBB}"/>
          </ac:spMkLst>
        </pc:spChg>
        <pc:spChg chg="add mod">
          <ac:chgData name="Damir Auezov" userId="f5afe8ad-fb23-4f06-9417-74fabd8a07d7" providerId="ADAL" clId="{E8D1E8B3-1EC6-43CC-9036-36868EC4EF2A}" dt="2025-10-13T04:12:41.979" v="1974" actId="1076"/>
          <ac:spMkLst>
            <pc:docMk/>
            <pc:sldMk cId="363573930" sldId="368"/>
            <ac:spMk id="6" creationId="{224320F8-C0DB-15F7-264A-DBA5FAAA0175}"/>
          </ac:spMkLst>
        </pc:spChg>
        <pc:spChg chg="add mod">
          <ac:chgData name="Damir Auezov" userId="f5afe8ad-fb23-4f06-9417-74fabd8a07d7" providerId="ADAL" clId="{E8D1E8B3-1EC6-43CC-9036-36868EC4EF2A}" dt="2025-10-13T04:12:41.979" v="1974" actId="1076"/>
          <ac:spMkLst>
            <pc:docMk/>
            <pc:sldMk cId="363573930" sldId="368"/>
            <ac:spMk id="7" creationId="{D97E12B4-2ED5-DF02-5F52-F7FCAE9A0A72}"/>
          </ac:spMkLst>
        </pc:spChg>
        <pc:spChg chg="add mod">
          <ac:chgData name="Damir Auezov" userId="f5afe8ad-fb23-4f06-9417-74fabd8a07d7" providerId="ADAL" clId="{E8D1E8B3-1EC6-43CC-9036-36868EC4EF2A}" dt="2025-10-13T04:12:41.979" v="1974" actId="1076"/>
          <ac:spMkLst>
            <pc:docMk/>
            <pc:sldMk cId="363573930" sldId="368"/>
            <ac:spMk id="8" creationId="{F88C44D2-3D2B-D4DB-8FFF-E5FF8557B0F3}"/>
          </ac:spMkLst>
        </pc:spChg>
        <pc:spChg chg="add mod">
          <ac:chgData name="Damir Auezov" userId="f5afe8ad-fb23-4f06-9417-74fabd8a07d7" providerId="ADAL" clId="{E8D1E8B3-1EC6-43CC-9036-36868EC4EF2A}" dt="2025-10-13T04:12:41.979" v="1974" actId="1076"/>
          <ac:spMkLst>
            <pc:docMk/>
            <pc:sldMk cId="363573930" sldId="368"/>
            <ac:spMk id="9" creationId="{2C8BF126-85A7-E58B-FEE9-7A52CABB1E53}"/>
          </ac:spMkLst>
        </pc:spChg>
        <pc:spChg chg="add mod">
          <ac:chgData name="Damir Auezov" userId="f5afe8ad-fb23-4f06-9417-74fabd8a07d7" providerId="ADAL" clId="{E8D1E8B3-1EC6-43CC-9036-36868EC4EF2A}" dt="2025-10-13T04:12:41.979" v="1974" actId="1076"/>
          <ac:spMkLst>
            <pc:docMk/>
            <pc:sldMk cId="363573930" sldId="368"/>
            <ac:spMk id="10" creationId="{D89F1F60-90CE-1300-9351-9E2C6779B84E}"/>
          </ac:spMkLst>
        </pc:spChg>
        <pc:spChg chg="add mod">
          <ac:chgData name="Damir Auezov" userId="f5afe8ad-fb23-4f06-9417-74fabd8a07d7" providerId="ADAL" clId="{E8D1E8B3-1EC6-43CC-9036-36868EC4EF2A}" dt="2025-10-13T04:12:45.539" v="1975" actId="1076"/>
          <ac:spMkLst>
            <pc:docMk/>
            <pc:sldMk cId="363573930" sldId="368"/>
            <ac:spMk id="11" creationId="{1A2FBDAE-5EF2-EB45-5B5B-D9ED736989F5}"/>
          </ac:spMkLst>
        </pc:spChg>
        <pc:spChg chg="add mod">
          <ac:chgData name="Damir Auezov" userId="f5afe8ad-fb23-4f06-9417-74fabd8a07d7" providerId="ADAL" clId="{E8D1E8B3-1EC6-43CC-9036-36868EC4EF2A}" dt="2025-10-13T04:12:50.435" v="1976" actId="1076"/>
          <ac:spMkLst>
            <pc:docMk/>
            <pc:sldMk cId="363573930" sldId="368"/>
            <ac:spMk id="12" creationId="{422AF885-CFC3-7142-BE28-7EBCAAA502AB}"/>
          </ac:spMkLst>
        </pc:spChg>
        <pc:graphicFrameChg chg="add mod modVis">
          <ac:chgData name="Damir Auezov" userId="f5afe8ad-fb23-4f06-9417-74fabd8a07d7" providerId="ADAL" clId="{E8D1E8B3-1EC6-43CC-9036-36868EC4EF2A}" dt="2025-10-13T04:04:47.814" v="1902"/>
          <ac:graphicFrameMkLst>
            <pc:docMk/>
            <pc:sldMk cId="363573930" sldId="368"/>
            <ac:graphicFrameMk id="5" creationId="{00CA6637-41F9-16A5-C6A6-14A2ED968D2C}"/>
          </ac:graphicFrameMkLst>
        </pc:graphicFrameChg>
      </pc:sldChg>
      <pc:sldChg chg="addSp delSp modSp add mod ord">
        <pc:chgData name="Damir Auezov" userId="f5afe8ad-fb23-4f06-9417-74fabd8a07d7" providerId="ADAL" clId="{E8D1E8B3-1EC6-43CC-9036-36868EC4EF2A}" dt="2025-10-13T05:08:30.634" v="2986"/>
        <pc:sldMkLst>
          <pc:docMk/>
          <pc:sldMk cId="1658569184" sldId="370"/>
        </pc:sldMkLst>
        <pc:spChg chg="mod">
          <ac:chgData name="Damir Auezov" userId="f5afe8ad-fb23-4f06-9417-74fabd8a07d7" providerId="ADAL" clId="{E8D1E8B3-1EC6-43CC-9036-36868EC4EF2A}" dt="2025-10-13T05:05:58.004" v="2859" actId="20577"/>
          <ac:spMkLst>
            <pc:docMk/>
            <pc:sldMk cId="1658569184" sldId="370"/>
            <ac:spMk id="5" creationId="{427359C4-15CA-8A01-8118-C5126ED6C870}"/>
          </ac:spMkLst>
        </pc:spChg>
        <pc:spChg chg="add mod">
          <ac:chgData name="Damir Auezov" userId="f5afe8ad-fb23-4f06-9417-74fabd8a07d7" providerId="ADAL" clId="{E8D1E8B3-1EC6-43CC-9036-36868EC4EF2A}" dt="2025-10-13T05:07:08.092" v="2963" actId="1076"/>
          <ac:spMkLst>
            <pc:docMk/>
            <pc:sldMk cId="1658569184" sldId="370"/>
            <ac:spMk id="6" creationId="{468A90BC-3CFB-F51C-D2CA-7F8A8F0756F7}"/>
          </ac:spMkLst>
        </pc:spChg>
        <pc:grpChg chg="mod">
          <ac:chgData name="Damir Auezov" userId="f5afe8ad-fb23-4f06-9417-74fabd8a07d7" providerId="ADAL" clId="{E8D1E8B3-1EC6-43CC-9036-36868EC4EF2A}" dt="2025-10-13T05:06:23.717" v="2863" actId="1076"/>
          <ac:grpSpMkLst>
            <pc:docMk/>
            <pc:sldMk cId="1658569184" sldId="370"/>
            <ac:grpSpMk id="4137" creationId="{1E3A3D0D-645D-1D4E-35EF-2D7CB727F3DE}"/>
          </ac:grpSpMkLst>
        </pc:grpChg>
        <pc:picChg chg="add del mod">
          <ac:chgData name="Damir Auezov" userId="f5afe8ad-fb23-4f06-9417-74fabd8a07d7" providerId="ADAL" clId="{E8D1E8B3-1EC6-43CC-9036-36868EC4EF2A}" dt="2025-10-13T05:06:04.388" v="2861" actId="478"/>
          <ac:picMkLst>
            <pc:docMk/>
            <pc:sldMk cId="1658569184" sldId="370"/>
            <ac:picMk id="4" creationId="{47EDF8A8-60D1-729E-87E0-2459EC8829A9}"/>
          </ac:picMkLst>
        </pc:picChg>
        <pc:cxnChg chg="add mod">
          <ac:chgData name="Damir Auezov" userId="f5afe8ad-fb23-4f06-9417-74fabd8a07d7" providerId="ADAL" clId="{E8D1E8B3-1EC6-43CC-9036-36868EC4EF2A}" dt="2025-10-13T05:05:57.051" v="2858" actId="14100"/>
          <ac:cxnSpMkLst>
            <pc:docMk/>
            <pc:sldMk cId="1658569184" sldId="370"/>
            <ac:cxnSpMk id="2" creationId="{CAF5A943-AEF8-0BAA-0D22-1C69E085BFD3}"/>
          </ac:cxnSpMkLst>
        </pc:cxnChg>
      </pc:sldChg>
      <pc:sldChg chg="addSp delSp modSp add mod">
        <pc:chgData name="Damir Auezov" userId="f5afe8ad-fb23-4f06-9417-74fabd8a07d7" providerId="ADAL" clId="{E8D1E8B3-1EC6-43CC-9036-36868EC4EF2A}" dt="2025-10-13T10:06:13.327" v="3514" actId="1076"/>
        <pc:sldMkLst>
          <pc:docMk/>
          <pc:sldMk cId="1637003413" sldId="379"/>
        </pc:sldMkLst>
        <pc:spChg chg="mod">
          <ac:chgData name="Damir Auezov" userId="f5afe8ad-fb23-4f06-9417-74fabd8a07d7" providerId="ADAL" clId="{E8D1E8B3-1EC6-43CC-9036-36868EC4EF2A}" dt="2025-10-13T04:13:46.060" v="1990" actId="1076"/>
          <ac:spMkLst>
            <pc:docMk/>
            <pc:sldMk cId="1637003413" sldId="379"/>
            <ac:spMk id="4" creationId="{0DE399B3-A447-BDE0-B919-A11AEC46EAE1}"/>
          </ac:spMkLst>
        </pc:spChg>
        <pc:spChg chg="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6" creationId="{85C9EA6C-F58A-8A19-B879-630AA9536F6D}"/>
          </ac:spMkLst>
        </pc:spChg>
        <pc:spChg chg="mod">
          <ac:chgData name="Damir Auezov" userId="f5afe8ad-fb23-4f06-9417-74fabd8a07d7" providerId="ADAL" clId="{E8D1E8B3-1EC6-43CC-9036-36868EC4EF2A}" dt="2025-10-13T04:23:53.522" v="2539" actId="1076"/>
          <ac:spMkLst>
            <pc:docMk/>
            <pc:sldMk cId="1637003413" sldId="379"/>
            <ac:spMk id="7" creationId="{E7E1BF0F-30A7-EE58-605F-7D7C2DBD5C4E}"/>
          </ac:spMkLst>
        </pc:spChg>
        <pc:spChg chg="mod">
          <ac:chgData name="Damir Auezov" userId="f5afe8ad-fb23-4f06-9417-74fabd8a07d7" providerId="ADAL" clId="{E8D1E8B3-1EC6-43CC-9036-36868EC4EF2A}" dt="2025-10-13T04:23:40.829" v="2537" actId="1076"/>
          <ac:spMkLst>
            <pc:docMk/>
            <pc:sldMk cId="1637003413" sldId="379"/>
            <ac:spMk id="10" creationId="{CCFFDDD2-3C79-ED9C-DCE6-A3EB54617997}"/>
          </ac:spMkLst>
        </pc:spChg>
        <pc:spChg chg="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12" creationId="{0447D8AF-FD80-63AF-687D-C9EF649A2A44}"/>
          </ac:spMkLst>
        </pc:spChg>
        <pc:spChg chg="mod">
          <ac:chgData name="Damir Auezov" userId="f5afe8ad-fb23-4f06-9417-74fabd8a07d7" providerId="ADAL" clId="{E8D1E8B3-1EC6-43CC-9036-36868EC4EF2A}" dt="2025-10-13T04:13:46.060" v="1990" actId="1076"/>
          <ac:spMkLst>
            <pc:docMk/>
            <pc:sldMk cId="1637003413" sldId="379"/>
            <ac:spMk id="15" creationId="{EFEA521A-46EF-790C-9F2C-7805E1B58410}"/>
          </ac:spMkLst>
        </pc:spChg>
        <pc:spChg chg="mod">
          <ac:chgData name="Damir Auezov" userId="f5afe8ad-fb23-4f06-9417-74fabd8a07d7" providerId="ADAL" clId="{E8D1E8B3-1EC6-43CC-9036-36868EC4EF2A}" dt="2025-10-13T04:23:40.829" v="2537" actId="1076"/>
          <ac:spMkLst>
            <pc:docMk/>
            <pc:sldMk cId="1637003413" sldId="379"/>
            <ac:spMk id="18" creationId="{CD3EFDF4-F616-A39E-F410-498C5F30E568}"/>
          </ac:spMkLst>
        </pc:spChg>
        <pc:spChg chg="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21" creationId="{973FBFB7-4318-4758-0F9D-75379C387DB3}"/>
          </ac:spMkLst>
        </pc:spChg>
        <pc:spChg chg="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24" creationId="{7D8E687C-3E41-DBF1-FC31-6996B09E7FF9}"/>
          </ac:spMkLst>
        </pc:spChg>
        <pc:spChg chg="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25" creationId="{2F3339DF-1754-1E84-D4B6-C59A8A370B04}"/>
          </ac:spMkLst>
        </pc:spChg>
        <pc:spChg chg="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26" creationId="{2955740D-6449-A64C-2665-C3A1DBF2F07F}"/>
          </ac:spMkLst>
        </pc:spChg>
        <pc:spChg chg="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29" creationId="{CBE5F377-D65E-EB18-6988-86C13C1846DC}"/>
          </ac:spMkLst>
        </pc:spChg>
        <pc:spChg chg="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30" creationId="{6583B294-016D-6D77-247E-A7837EA6C497}"/>
          </ac:spMkLst>
        </pc:spChg>
        <pc:spChg chg="mod">
          <ac:chgData name="Damir Auezov" userId="f5afe8ad-fb23-4f06-9417-74fabd8a07d7" providerId="ADAL" clId="{E8D1E8B3-1EC6-43CC-9036-36868EC4EF2A}" dt="2025-10-13T04:23:40.829" v="2537" actId="1076"/>
          <ac:spMkLst>
            <pc:docMk/>
            <pc:sldMk cId="1637003413" sldId="379"/>
            <ac:spMk id="32" creationId="{36F30922-DD42-1339-2C47-C5C4CD908122}"/>
          </ac:spMkLst>
        </pc:spChg>
        <pc:spChg chg="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35" creationId="{6D7A5EBC-F4FD-9541-781C-69FD4B8CAA40}"/>
          </ac:spMkLst>
        </pc:spChg>
        <pc:spChg chg="mod">
          <ac:chgData name="Damir Auezov" userId="f5afe8ad-fb23-4f06-9417-74fabd8a07d7" providerId="ADAL" clId="{E8D1E8B3-1EC6-43CC-9036-36868EC4EF2A}" dt="2025-10-13T10:05:39.475" v="3482"/>
          <ac:spMkLst>
            <pc:docMk/>
            <pc:sldMk cId="1637003413" sldId="379"/>
            <ac:spMk id="36" creationId="{63183A6D-2DAA-4429-AD96-5B8416DD1DB2}"/>
          </ac:spMkLst>
        </pc:spChg>
        <pc:spChg chg="mod">
          <ac:chgData name="Damir Auezov" userId="f5afe8ad-fb23-4f06-9417-74fabd8a07d7" providerId="ADAL" clId="{E8D1E8B3-1EC6-43CC-9036-36868EC4EF2A}" dt="2025-10-13T04:13:46.060" v="1990" actId="1076"/>
          <ac:spMkLst>
            <pc:docMk/>
            <pc:sldMk cId="1637003413" sldId="379"/>
            <ac:spMk id="38" creationId="{7C62F98D-877E-C2FD-DD8D-607695048DF6}"/>
          </ac:spMkLst>
        </pc:spChg>
        <pc:spChg chg="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43" creationId="{9055B2B1-D204-F162-B740-3574B607BA32}"/>
          </ac:spMkLst>
        </pc:spChg>
        <pc:spChg chg="mod">
          <ac:chgData name="Damir Auezov" userId="f5afe8ad-fb23-4f06-9417-74fabd8a07d7" providerId="ADAL" clId="{E8D1E8B3-1EC6-43CC-9036-36868EC4EF2A}" dt="2025-10-13T04:23:53.522" v="2539" actId="1076"/>
          <ac:spMkLst>
            <pc:docMk/>
            <pc:sldMk cId="1637003413" sldId="379"/>
            <ac:spMk id="44" creationId="{38599756-7914-401F-BD4A-89EA4C3CDA94}"/>
          </ac:spMkLst>
        </pc:spChg>
        <pc:spChg chg="add 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48" creationId="{5879F656-7ACF-3057-A504-1C190E256FF7}"/>
          </ac:spMkLst>
        </pc:spChg>
        <pc:spChg chg="add mod">
          <ac:chgData name="Damir Auezov" userId="f5afe8ad-fb23-4f06-9417-74fabd8a07d7" providerId="ADAL" clId="{E8D1E8B3-1EC6-43CC-9036-36868EC4EF2A}" dt="2025-10-13T05:26:13.172" v="3331" actId="113"/>
          <ac:spMkLst>
            <pc:docMk/>
            <pc:sldMk cId="1637003413" sldId="379"/>
            <ac:spMk id="49" creationId="{C4749F9B-0547-FC0B-34D7-57F03F78D888}"/>
          </ac:spMkLst>
        </pc:spChg>
        <pc:spChg chg="add mod">
          <ac:chgData name="Damir Auezov" userId="f5afe8ad-fb23-4f06-9417-74fabd8a07d7" providerId="ADAL" clId="{E8D1E8B3-1EC6-43CC-9036-36868EC4EF2A}" dt="2025-10-13T05:26:13.172" v="3331" actId="113"/>
          <ac:spMkLst>
            <pc:docMk/>
            <pc:sldMk cId="1637003413" sldId="379"/>
            <ac:spMk id="50" creationId="{74178077-4BB3-AE3A-702C-73962FD30748}"/>
          </ac:spMkLst>
        </pc:spChg>
        <pc:spChg chg="add mod">
          <ac:chgData name="Damir Auezov" userId="f5afe8ad-fb23-4f06-9417-74fabd8a07d7" providerId="ADAL" clId="{E8D1E8B3-1EC6-43CC-9036-36868EC4EF2A}" dt="2025-10-13T05:26:13.172" v="3331" actId="113"/>
          <ac:spMkLst>
            <pc:docMk/>
            <pc:sldMk cId="1637003413" sldId="379"/>
            <ac:spMk id="51" creationId="{E432925F-AE4D-64C2-4268-F2C4A6200D15}"/>
          </ac:spMkLst>
        </pc:spChg>
        <pc:spChg chg="mod">
          <ac:chgData name="Damir Auezov" userId="f5afe8ad-fb23-4f06-9417-74fabd8a07d7" providerId="ADAL" clId="{E8D1E8B3-1EC6-43CC-9036-36868EC4EF2A}" dt="2025-10-13T10:06:13.327" v="3514" actId="1076"/>
          <ac:spMkLst>
            <pc:docMk/>
            <pc:sldMk cId="1637003413" sldId="379"/>
            <ac:spMk id="52" creationId="{BECC2CE2-8F6A-2B4A-928B-FA9CFD0F34E7}"/>
          </ac:spMkLst>
        </pc:spChg>
        <pc:spChg chg="add 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53" creationId="{BC816C8A-E3BF-05C9-2CDF-41F68ED357AC}"/>
          </ac:spMkLst>
        </pc:spChg>
        <pc:spChg chg="mod">
          <ac:chgData name="Damir Auezov" userId="f5afe8ad-fb23-4f06-9417-74fabd8a07d7" providerId="ADAL" clId="{E8D1E8B3-1EC6-43CC-9036-36868EC4EF2A}" dt="2025-10-13T04:13:13.716" v="1978" actId="165"/>
          <ac:spMkLst>
            <pc:docMk/>
            <pc:sldMk cId="1637003413" sldId="379"/>
            <ac:spMk id="57" creationId="{F0D308B1-0B06-1F77-8D9C-70A9FE005A21}"/>
          </ac:spMkLst>
        </pc:spChg>
        <pc:spChg chg="mod">
          <ac:chgData name="Damir Auezov" userId="f5afe8ad-fb23-4f06-9417-74fabd8a07d7" providerId="ADAL" clId="{E8D1E8B3-1EC6-43CC-9036-36868EC4EF2A}" dt="2025-10-13T04:13:13.716" v="1978" actId="165"/>
          <ac:spMkLst>
            <pc:docMk/>
            <pc:sldMk cId="1637003413" sldId="379"/>
            <ac:spMk id="63" creationId="{B4ADB587-79F4-C6B3-6E38-2BCED3359ECC}"/>
          </ac:spMkLst>
        </pc:spChg>
        <pc:spChg chg="mod">
          <ac:chgData name="Damir Auezov" userId="f5afe8ad-fb23-4f06-9417-74fabd8a07d7" providerId="ADAL" clId="{E8D1E8B3-1EC6-43CC-9036-36868EC4EF2A}" dt="2025-10-13T04:13:13.716" v="1978" actId="165"/>
          <ac:spMkLst>
            <pc:docMk/>
            <pc:sldMk cId="1637003413" sldId="379"/>
            <ac:spMk id="1027" creationId="{9B2AA4E0-0F0E-3ABC-0EED-856CC58362E6}"/>
          </ac:spMkLst>
        </pc:spChg>
        <pc:spChg chg="add 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1028" creationId="{3E2503D4-A4CC-E080-CF2A-A2C080A41A1D}"/>
          </ac:spMkLst>
        </pc:spChg>
        <pc:spChg chg="mod">
          <ac:chgData name="Damir Auezov" userId="f5afe8ad-fb23-4f06-9417-74fabd8a07d7" providerId="ADAL" clId="{E8D1E8B3-1EC6-43CC-9036-36868EC4EF2A}" dt="2025-10-13T04:23:02.241" v="2533" actId="1076"/>
          <ac:spMkLst>
            <pc:docMk/>
            <pc:sldMk cId="1637003413" sldId="379"/>
            <ac:spMk id="1033" creationId="{5DD6A677-23D5-6DA0-4D2B-DA746AC26BB5}"/>
          </ac:spMkLst>
        </pc:spChg>
        <pc:spChg chg="mod">
          <ac:chgData name="Damir Auezov" userId="f5afe8ad-fb23-4f06-9417-74fabd8a07d7" providerId="ADAL" clId="{E8D1E8B3-1EC6-43CC-9036-36868EC4EF2A}" dt="2025-10-13T04:23:40.829" v="2537" actId="1076"/>
          <ac:spMkLst>
            <pc:docMk/>
            <pc:sldMk cId="1637003413" sldId="379"/>
            <ac:spMk id="1035" creationId="{B441215C-1EDA-26F0-9C91-0B45D77B7B15}"/>
          </ac:spMkLst>
        </pc:spChg>
        <pc:spChg chg="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1036" creationId="{F1328BE6-5338-4A0B-DD0C-FEEC74197B08}"/>
          </ac:spMkLst>
        </pc:spChg>
        <pc:spChg chg="del mod topLvl">
          <ac:chgData name="Damir Auezov" userId="f5afe8ad-fb23-4f06-9417-74fabd8a07d7" providerId="ADAL" clId="{E8D1E8B3-1EC6-43CC-9036-36868EC4EF2A}" dt="2025-10-13T04:13:24.508" v="1985" actId="478"/>
          <ac:spMkLst>
            <pc:docMk/>
            <pc:sldMk cId="1637003413" sldId="379"/>
            <ac:spMk id="1041" creationId="{ADBD5E84-7C12-EAEE-3AC6-1B2C10C62FE8}"/>
          </ac:spMkLst>
        </pc:spChg>
        <pc:spChg chg="add del mod">
          <ac:chgData name="Damir Auezov" userId="f5afe8ad-fb23-4f06-9417-74fabd8a07d7" providerId="ADAL" clId="{E8D1E8B3-1EC6-43CC-9036-36868EC4EF2A}" dt="2025-10-13T10:05:44.035" v="3483" actId="478"/>
          <ac:spMkLst>
            <pc:docMk/>
            <pc:sldMk cId="1637003413" sldId="379"/>
            <ac:spMk id="1042" creationId="{B0A30765-FA54-5351-58C0-6FFC379D34D9}"/>
          </ac:spMkLst>
        </pc:spChg>
        <pc:spChg chg="del">
          <ac:chgData name="Damir Auezov" userId="f5afe8ad-fb23-4f06-9417-74fabd8a07d7" providerId="ADAL" clId="{E8D1E8B3-1EC6-43CC-9036-36868EC4EF2A}" dt="2025-10-13T04:13:22.604" v="1984" actId="478"/>
          <ac:spMkLst>
            <pc:docMk/>
            <pc:sldMk cId="1637003413" sldId="379"/>
            <ac:spMk id="1043" creationId="{C9B28AFB-710A-3811-7C81-7651AB4C37ED}"/>
          </ac:spMkLst>
        </pc:spChg>
        <pc:spChg chg="del mod topLvl">
          <ac:chgData name="Damir Auezov" userId="f5afe8ad-fb23-4f06-9417-74fabd8a07d7" providerId="ADAL" clId="{E8D1E8B3-1EC6-43CC-9036-36868EC4EF2A}" dt="2025-10-13T04:13:20.548" v="1983" actId="478"/>
          <ac:spMkLst>
            <pc:docMk/>
            <pc:sldMk cId="1637003413" sldId="379"/>
            <ac:spMk id="1044" creationId="{71F688AE-1382-832F-E8AD-932413666D38}"/>
          </ac:spMkLst>
        </pc:spChg>
        <pc:spChg chg="add mod">
          <ac:chgData name="Damir Auezov" userId="f5afe8ad-fb23-4f06-9417-74fabd8a07d7" providerId="ADAL" clId="{E8D1E8B3-1EC6-43CC-9036-36868EC4EF2A}" dt="2025-10-13T10:06:10.141" v="3513" actId="571"/>
          <ac:spMkLst>
            <pc:docMk/>
            <pc:sldMk cId="1637003413" sldId="379"/>
            <ac:spMk id="1048" creationId="{07A4A57D-23C4-D223-95DA-28A41E1BFAD1}"/>
          </ac:spMkLst>
        </pc:spChg>
        <pc:spChg chg="mod">
          <ac:chgData name="Damir Auezov" userId="f5afe8ad-fb23-4f06-9417-74fabd8a07d7" providerId="ADAL" clId="{E8D1E8B3-1EC6-43CC-9036-36868EC4EF2A}" dt="2025-10-13T04:13:13.716" v="1978" actId="165"/>
          <ac:spMkLst>
            <pc:docMk/>
            <pc:sldMk cId="1637003413" sldId="379"/>
            <ac:spMk id="1049" creationId="{7FD9D4FA-0D05-A8A4-1A88-5CFB2B2B2959}"/>
          </ac:spMkLst>
        </pc:spChg>
        <pc:spChg chg="add mod">
          <ac:chgData name="Damir Auezov" userId="f5afe8ad-fb23-4f06-9417-74fabd8a07d7" providerId="ADAL" clId="{E8D1E8B3-1EC6-43CC-9036-36868EC4EF2A}" dt="2025-10-13T04:25:46.885" v="2629" actId="164"/>
          <ac:spMkLst>
            <pc:docMk/>
            <pc:sldMk cId="1637003413" sldId="379"/>
            <ac:spMk id="1051" creationId="{3A03B9BF-1C9F-124D-FCEB-FA202579791A}"/>
          </ac:spMkLst>
        </pc:spChg>
        <pc:spChg chg="add mod">
          <ac:chgData name="Damir Auezov" userId="f5afe8ad-fb23-4f06-9417-74fabd8a07d7" providerId="ADAL" clId="{E8D1E8B3-1EC6-43CC-9036-36868EC4EF2A}" dt="2025-10-13T04:25:46.885" v="2629" actId="164"/>
          <ac:spMkLst>
            <pc:docMk/>
            <pc:sldMk cId="1637003413" sldId="379"/>
            <ac:spMk id="1052" creationId="{009E39FC-32F9-7487-743A-108F2743DAB6}"/>
          </ac:spMkLst>
        </pc:spChg>
        <pc:spChg chg="add 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1053" creationId="{12C7DF28-EB2B-8316-8895-85907BCFD30F}"/>
          </ac:spMkLst>
        </pc:spChg>
        <pc:spChg chg="add mod">
          <ac:chgData name="Damir Auezov" userId="f5afe8ad-fb23-4f06-9417-74fabd8a07d7" providerId="ADAL" clId="{E8D1E8B3-1EC6-43CC-9036-36868EC4EF2A}" dt="2025-10-13T04:25:55.362" v="2630" actId="1076"/>
          <ac:spMkLst>
            <pc:docMk/>
            <pc:sldMk cId="1637003413" sldId="379"/>
            <ac:spMk id="1054" creationId="{B456E36E-1034-DEEE-16FD-E377345B9072}"/>
          </ac:spMkLst>
        </pc:spChg>
        <pc:spChg chg="mod">
          <ac:chgData name="Damir Auezov" userId="f5afe8ad-fb23-4f06-9417-74fabd8a07d7" providerId="ADAL" clId="{E8D1E8B3-1EC6-43CC-9036-36868EC4EF2A}" dt="2025-10-13T04:13:13.716" v="1978" actId="165"/>
          <ac:spMkLst>
            <pc:docMk/>
            <pc:sldMk cId="1637003413" sldId="379"/>
            <ac:spMk id="1055" creationId="{BFE8B556-3190-7107-C62C-F118FF023A8B}"/>
          </ac:spMkLst>
        </pc:spChg>
        <pc:spChg chg="del">
          <ac:chgData name="Damir Auezov" userId="f5afe8ad-fb23-4f06-9417-74fabd8a07d7" providerId="ADAL" clId="{E8D1E8B3-1EC6-43CC-9036-36868EC4EF2A}" dt="2025-10-13T04:13:19.045" v="1982" actId="478"/>
          <ac:spMkLst>
            <pc:docMk/>
            <pc:sldMk cId="1637003413" sldId="379"/>
            <ac:spMk id="1059" creationId="{1336375B-93CB-FD53-7EC9-40B3BAF6744D}"/>
          </ac:spMkLst>
        </pc:spChg>
        <pc:spChg chg="add mod">
          <ac:chgData name="Damir Auezov" userId="f5afe8ad-fb23-4f06-9417-74fabd8a07d7" providerId="ADAL" clId="{E8D1E8B3-1EC6-43CC-9036-36868EC4EF2A}" dt="2025-10-13T04:25:46.885" v="2629" actId="164"/>
          <ac:spMkLst>
            <pc:docMk/>
            <pc:sldMk cId="1637003413" sldId="379"/>
            <ac:spMk id="1060" creationId="{7CFFAE5E-C134-3D7E-F44A-D05A3FC521DD}"/>
          </ac:spMkLst>
        </pc:spChg>
        <pc:spChg chg="add mod">
          <ac:chgData name="Damir Auezov" userId="f5afe8ad-fb23-4f06-9417-74fabd8a07d7" providerId="ADAL" clId="{E8D1E8B3-1EC6-43CC-9036-36868EC4EF2A}" dt="2025-10-13T04:25:46.885" v="2629" actId="164"/>
          <ac:spMkLst>
            <pc:docMk/>
            <pc:sldMk cId="1637003413" sldId="379"/>
            <ac:spMk id="1062" creationId="{20887D03-6D2A-2796-6E18-EB3D36A757A1}"/>
          </ac:spMkLst>
        </pc:spChg>
        <pc:spChg chg="add del mod">
          <ac:chgData name="Damir Auezov" userId="f5afe8ad-fb23-4f06-9417-74fabd8a07d7" providerId="ADAL" clId="{E8D1E8B3-1EC6-43CC-9036-36868EC4EF2A}" dt="2025-10-13T04:20:28.898" v="2385" actId="478"/>
          <ac:spMkLst>
            <pc:docMk/>
            <pc:sldMk cId="1637003413" sldId="379"/>
            <ac:spMk id="1064" creationId="{D6C28C59-A5E0-E4C5-3AF3-0CDEFB8C3A53}"/>
          </ac:spMkLst>
        </pc:spChg>
        <pc:spChg chg="add mod">
          <ac:chgData name="Damir Auezov" userId="f5afe8ad-fb23-4f06-9417-74fabd8a07d7" providerId="ADAL" clId="{E8D1E8B3-1EC6-43CC-9036-36868EC4EF2A}" dt="2025-10-13T04:23:02.573" v="2534" actId="571"/>
          <ac:spMkLst>
            <pc:docMk/>
            <pc:sldMk cId="1637003413" sldId="379"/>
            <ac:spMk id="1065" creationId="{B53443AE-9B8A-EDAA-366A-DBF6F4F42873}"/>
          </ac:spMkLst>
        </pc:spChg>
        <pc:spChg chg="add mod">
          <ac:chgData name="Damir Auezov" userId="f5afe8ad-fb23-4f06-9417-74fabd8a07d7" providerId="ADAL" clId="{E8D1E8B3-1EC6-43CC-9036-36868EC4EF2A}" dt="2025-10-13T04:23:45.161" v="2538" actId="571"/>
          <ac:spMkLst>
            <pc:docMk/>
            <pc:sldMk cId="1637003413" sldId="379"/>
            <ac:spMk id="1068" creationId="{52FCAC99-010D-F046-C4ED-70F3287217E5}"/>
          </ac:spMkLst>
        </pc:spChg>
        <pc:spChg chg="add mod">
          <ac:chgData name="Damir Auezov" userId="f5afe8ad-fb23-4f06-9417-74fabd8a07d7" providerId="ADAL" clId="{E8D1E8B3-1EC6-43CC-9036-36868EC4EF2A}" dt="2025-10-13T04:23:58.639" v="2541" actId="1076"/>
          <ac:spMkLst>
            <pc:docMk/>
            <pc:sldMk cId="1637003413" sldId="379"/>
            <ac:spMk id="1069" creationId="{D1B26EA2-5919-5555-2B7A-EFE05E9D8777}"/>
          </ac:spMkLst>
        </pc:spChg>
        <pc:spChg chg="add del mod">
          <ac:chgData name="Damir Auezov" userId="f5afe8ad-fb23-4f06-9417-74fabd8a07d7" providerId="ADAL" clId="{E8D1E8B3-1EC6-43CC-9036-36868EC4EF2A}" dt="2025-10-13T04:25:02.788" v="2599" actId="478"/>
          <ac:spMkLst>
            <pc:docMk/>
            <pc:sldMk cId="1637003413" sldId="379"/>
            <ac:spMk id="1070" creationId="{6B190EFC-777B-0EE9-3399-4CB82B8D3F9F}"/>
          </ac:spMkLst>
        </pc:spChg>
        <pc:spChg chg="add del mod">
          <ac:chgData name="Damir Auezov" userId="f5afe8ad-fb23-4f06-9417-74fabd8a07d7" providerId="ADAL" clId="{E8D1E8B3-1EC6-43CC-9036-36868EC4EF2A}" dt="2025-10-13T10:06:07.777" v="3512" actId="478"/>
          <ac:spMkLst>
            <pc:docMk/>
            <pc:sldMk cId="1637003413" sldId="379"/>
            <ac:spMk id="1071" creationId="{6FA47BCB-F695-5109-8AAE-C87421991C09}"/>
          </ac:spMkLst>
        </pc:spChg>
        <pc:spChg chg="add mod">
          <ac:chgData name="Damir Auezov" userId="f5afe8ad-fb23-4f06-9417-74fabd8a07d7" providerId="ADAL" clId="{E8D1E8B3-1EC6-43CC-9036-36868EC4EF2A}" dt="2025-10-13T10:06:06.071" v="3511" actId="1076"/>
          <ac:spMkLst>
            <pc:docMk/>
            <pc:sldMk cId="1637003413" sldId="379"/>
            <ac:spMk id="1072" creationId="{6B6F74BA-DA4D-E660-707C-52F7BC41E0EA}"/>
          </ac:spMkLst>
        </pc:spChg>
        <pc:spChg chg="add del mod">
          <ac:chgData name="Damir Auezov" userId="f5afe8ad-fb23-4f06-9417-74fabd8a07d7" providerId="ADAL" clId="{E8D1E8B3-1EC6-43CC-9036-36868EC4EF2A}" dt="2025-10-13T04:25:28.023" v="2626" actId="478"/>
          <ac:spMkLst>
            <pc:docMk/>
            <pc:sldMk cId="1637003413" sldId="379"/>
            <ac:spMk id="1073" creationId="{2C23DCE5-15FA-3764-C336-4AAC30C67227}"/>
          </ac:spMkLst>
        </pc:spChg>
        <pc:spChg chg="add mod">
          <ac:chgData name="Damir Auezov" userId="f5afe8ad-fb23-4f06-9417-74fabd8a07d7" providerId="ADAL" clId="{E8D1E8B3-1EC6-43CC-9036-36868EC4EF2A}" dt="2025-10-13T04:26:09.345" v="2660" actId="20577"/>
          <ac:spMkLst>
            <pc:docMk/>
            <pc:sldMk cId="1637003413" sldId="379"/>
            <ac:spMk id="1075" creationId="{6F4646DD-0DBF-5442-BFEF-1F903E046BA8}"/>
          </ac:spMkLst>
        </pc:spChg>
        <pc:spChg chg="del mod">
          <ac:chgData name="Damir Auezov" userId="f5afe8ad-fb23-4f06-9417-74fabd8a07d7" providerId="ADAL" clId="{E8D1E8B3-1EC6-43CC-9036-36868EC4EF2A}" dt="2025-10-13T04:11:00.456" v="1948" actId="478"/>
          <ac:spMkLst>
            <pc:docMk/>
            <pc:sldMk cId="1637003413" sldId="379"/>
            <ac:spMk id="1125" creationId="{48FCC1D8-2B59-EFD7-6243-D8435CDE0595}"/>
          </ac:spMkLst>
        </pc:spChg>
        <pc:spChg chg="del topLvl">
          <ac:chgData name="Damir Auezov" userId="f5afe8ad-fb23-4f06-9417-74fabd8a07d7" providerId="ADAL" clId="{E8D1E8B3-1EC6-43CC-9036-36868EC4EF2A}" dt="2025-10-13T04:11:05.775" v="1951" actId="478"/>
          <ac:spMkLst>
            <pc:docMk/>
            <pc:sldMk cId="1637003413" sldId="379"/>
            <ac:spMk id="1126" creationId="{167A9671-FDA8-0F1D-F102-B0DFFAC5B8B4}"/>
          </ac:spMkLst>
        </pc:spChg>
        <pc:spChg chg="del">
          <ac:chgData name="Damir Auezov" userId="f5afe8ad-fb23-4f06-9417-74fabd8a07d7" providerId="ADAL" clId="{E8D1E8B3-1EC6-43CC-9036-36868EC4EF2A}" dt="2025-10-13T04:11:12.671" v="1956" actId="478"/>
          <ac:spMkLst>
            <pc:docMk/>
            <pc:sldMk cId="1637003413" sldId="379"/>
            <ac:spMk id="1130" creationId="{DDEE730A-DBAB-6517-46CC-B0DE5EC838F1}"/>
          </ac:spMkLst>
        </pc:spChg>
        <pc:spChg chg="del">
          <ac:chgData name="Damir Auezov" userId="f5afe8ad-fb23-4f06-9417-74fabd8a07d7" providerId="ADAL" clId="{E8D1E8B3-1EC6-43CC-9036-36868EC4EF2A}" dt="2025-10-13T04:11:11.367" v="1955" actId="478"/>
          <ac:spMkLst>
            <pc:docMk/>
            <pc:sldMk cId="1637003413" sldId="379"/>
            <ac:spMk id="1131" creationId="{AA995383-B49F-AC2A-02F0-DF150C6720F3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38" creationId="{4FABCA08-5E56-B52D-CE01-8CAF07B811B3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39" creationId="{A1BDEDD5-44CA-4873-0D75-2F52FDFE11A7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44" creationId="{06295A71-A492-A799-BCAE-35B2C8C2C5B8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47" creationId="{F8725C42-C9A9-C0F5-75CC-138E50E5E141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57" creationId="{F3651D80-928C-2D98-1024-23E2B6178B31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60" creationId="{02B9C633-B1A0-16A9-699B-D22AD04C67D6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73" creationId="{2FF73B66-7A92-CE68-4DDB-67DF032BA915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80" creationId="{9F9C7AC0-3804-5B8F-1421-D7D069D36726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83" creationId="{80224751-B5D7-1AE2-DEC5-675D9FF4B403}"/>
          </ac:spMkLst>
        </pc:spChg>
        <pc:spChg chg="mod">
          <ac:chgData name="Damir Auezov" userId="f5afe8ad-fb23-4f06-9417-74fabd8a07d7" providerId="ADAL" clId="{E8D1E8B3-1EC6-43CC-9036-36868EC4EF2A}" dt="2025-10-13T04:11:18.034" v="1959" actId="478"/>
          <ac:spMkLst>
            <pc:docMk/>
            <pc:sldMk cId="1637003413" sldId="379"/>
            <ac:spMk id="1185" creationId="{4A8BE168-394E-B1A7-116E-3DA9A0241A40}"/>
          </ac:spMkLst>
        </pc:spChg>
        <pc:spChg chg="del">
          <ac:chgData name="Damir Auezov" userId="f5afe8ad-fb23-4f06-9417-74fabd8a07d7" providerId="ADAL" clId="{E8D1E8B3-1EC6-43CC-9036-36868EC4EF2A}" dt="2025-10-13T04:11:08.053" v="1952" actId="478"/>
          <ac:spMkLst>
            <pc:docMk/>
            <pc:sldMk cId="1637003413" sldId="379"/>
            <ac:spMk id="1193" creationId="{979AB0B0-B2E1-54F5-22B4-98F3AD78F5CF}"/>
          </ac:spMkLst>
        </pc:spChg>
        <pc:spChg chg="del">
          <ac:chgData name="Damir Auezov" userId="f5afe8ad-fb23-4f06-9417-74fabd8a07d7" providerId="ADAL" clId="{E8D1E8B3-1EC6-43CC-9036-36868EC4EF2A}" dt="2025-10-13T04:11:10.261" v="1954" actId="478"/>
          <ac:spMkLst>
            <pc:docMk/>
            <pc:sldMk cId="1637003413" sldId="379"/>
            <ac:spMk id="1194" creationId="{0861722F-5ADE-A094-CB51-6D2C87585D46}"/>
          </ac:spMkLst>
        </pc:spChg>
        <pc:spChg chg="del">
          <ac:chgData name="Damir Auezov" userId="f5afe8ad-fb23-4f06-9417-74fabd8a07d7" providerId="ADAL" clId="{E8D1E8B3-1EC6-43CC-9036-36868EC4EF2A}" dt="2025-10-13T04:13:15.353" v="1980" actId="478"/>
          <ac:spMkLst>
            <pc:docMk/>
            <pc:sldMk cId="1637003413" sldId="379"/>
            <ac:spMk id="1195" creationId="{D60C4AAF-D6AE-5289-3FDA-35F2C2ED7345}"/>
          </ac:spMkLst>
        </pc:spChg>
        <pc:spChg chg="del">
          <ac:chgData name="Damir Auezov" userId="f5afe8ad-fb23-4f06-9417-74fabd8a07d7" providerId="ADAL" clId="{E8D1E8B3-1EC6-43CC-9036-36868EC4EF2A}" dt="2025-10-13T04:11:02.085" v="1949" actId="478"/>
          <ac:spMkLst>
            <pc:docMk/>
            <pc:sldMk cId="1637003413" sldId="379"/>
            <ac:spMk id="1196" creationId="{7816E3A7-CC31-BBC5-FFF7-5544F61C89D3}"/>
          </ac:spMkLst>
        </pc:spChg>
        <pc:spChg chg="del">
          <ac:chgData name="Damir Auezov" userId="f5afe8ad-fb23-4f06-9417-74fabd8a07d7" providerId="ADAL" clId="{E8D1E8B3-1EC6-43CC-9036-36868EC4EF2A}" dt="2025-10-13T04:11:04.572" v="1950" actId="478"/>
          <ac:spMkLst>
            <pc:docMk/>
            <pc:sldMk cId="1637003413" sldId="379"/>
            <ac:spMk id="1197" creationId="{BEDE25B4-70E8-9AAA-C930-8CF10FA4CB69}"/>
          </ac:spMkLst>
        </pc:spChg>
        <pc:spChg chg="del">
          <ac:chgData name="Damir Auezov" userId="f5afe8ad-fb23-4f06-9417-74fabd8a07d7" providerId="ADAL" clId="{E8D1E8B3-1EC6-43CC-9036-36868EC4EF2A}" dt="2025-10-13T04:11:09.348" v="1953" actId="478"/>
          <ac:spMkLst>
            <pc:docMk/>
            <pc:sldMk cId="1637003413" sldId="379"/>
            <ac:spMk id="1198" creationId="{93731842-0F86-A2D4-9133-2F3378EC6C5E}"/>
          </ac:spMkLst>
        </pc:spChg>
        <pc:grpChg chg="del">
          <ac:chgData name="Damir Auezov" userId="f5afe8ad-fb23-4f06-9417-74fabd8a07d7" providerId="ADAL" clId="{E8D1E8B3-1EC6-43CC-9036-36868EC4EF2A}" dt="2025-10-13T04:13:14.677" v="1979" actId="478"/>
          <ac:grpSpMkLst>
            <pc:docMk/>
            <pc:sldMk cId="1637003413" sldId="379"/>
            <ac:grpSpMk id="52" creationId="{4F8FD203-D7CD-C30D-104E-23F498BB72BD}"/>
          </ac:grpSpMkLst>
        </pc:grpChg>
        <pc:grpChg chg="del">
          <ac:chgData name="Damir Auezov" userId="f5afe8ad-fb23-4f06-9417-74fabd8a07d7" providerId="ADAL" clId="{E8D1E8B3-1EC6-43CC-9036-36868EC4EF2A}" dt="2025-10-13T04:10:54.510" v="1944" actId="478"/>
          <ac:grpSpMkLst>
            <pc:docMk/>
            <pc:sldMk cId="1637003413" sldId="379"/>
            <ac:grpSpMk id="56" creationId="{ABECB0D2-FD9C-1A7D-CC5E-CA86A1C86557}"/>
          </ac:grpSpMkLst>
        </pc:grpChg>
        <pc:grpChg chg="del">
          <ac:chgData name="Damir Auezov" userId="f5afe8ad-fb23-4f06-9417-74fabd8a07d7" providerId="ADAL" clId="{E8D1E8B3-1EC6-43CC-9036-36868EC4EF2A}" dt="2025-10-13T04:10:53.388" v="1943" actId="478"/>
          <ac:grpSpMkLst>
            <pc:docMk/>
            <pc:sldMk cId="1637003413" sldId="379"/>
            <ac:grpSpMk id="59" creationId="{9D0C1D02-FD07-5237-D1FB-A90673900C68}"/>
          </ac:grpSpMkLst>
        </pc:grpChg>
        <pc:grpChg chg="del">
          <ac:chgData name="Damir Auezov" userId="f5afe8ad-fb23-4f06-9417-74fabd8a07d7" providerId="ADAL" clId="{E8D1E8B3-1EC6-43CC-9036-36868EC4EF2A}" dt="2025-10-13T04:10:49.824" v="1940" actId="478"/>
          <ac:grpSpMkLst>
            <pc:docMk/>
            <pc:sldMk cId="1637003413" sldId="379"/>
            <ac:grpSpMk id="1029" creationId="{DCA5AE11-C0D4-2D6F-D071-FC5BF2BE2A36}"/>
          </ac:grpSpMkLst>
        </pc:grpChg>
        <pc:grpChg chg="del">
          <ac:chgData name="Damir Auezov" userId="f5afe8ad-fb23-4f06-9417-74fabd8a07d7" providerId="ADAL" clId="{E8D1E8B3-1EC6-43CC-9036-36868EC4EF2A}" dt="2025-10-13T04:13:17.770" v="1981" actId="478"/>
          <ac:grpSpMkLst>
            <pc:docMk/>
            <pc:sldMk cId="1637003413" sldId="379"/>
            <ac:grpSpMk id="1045" creationId="{66E1F6D3-546A-CA0A-61F4-F62889FC30F4}"/>
          </ac:grpSpMkLst>
        </pc:grpChg>
        <pc:grpChg chg="topLvl">
          <ac:chgData name="Damir Auezov" userId="f5afe8ad-fb23-4f06-9417-74fabd8a07d7" providerId="ADAL" clId="{E8D1E8B3-1EC6-43CC-9036-36868EC4EF2A}" dt="2025-10-13T04:11:05.775" v="1951" actId="478"/>
          <ac:grpSpMkLst>
            <pc:docMk/>
            <pc:sldMk cId="1637003413" sldId="379"/>
            <ac:grpSpMk id="1063" creationId="{FC77FA7B-0E59-325F-1E74-26312195AA6F}"/>
          </ac:grpSpMkLst>
        </pc:grpChg>
        <pc:grpChg chg="add del">
          <ac:chgData name="Damir Auezov" userId="f5afe8ad-fb23-4f06-9417-74fabd8a07d7" providerId="ADAL" clId="{E8D1E8B3-1EC6-43CC-9036-36868EC4EF2A}" dt="2025-10-13T04:11:05.775" v="1951" actId="478"/>
          <ac:grpSpMkLst>
            <pc:docMk/>
            <pc:sldMk cId="1637003413" sldId="379"/>
            <ac:grpSpMk id="1127" creationId="{97030037-2007-7D62-3E13-E2ED2472EAEB}"/>
          </ac:grpSpMkLst>
        </pc:grpChg>
        <pc:grpChg chg="del">
          <ac:chgData name="Damir Auezov" userId="f5afe8ad-fb23-4f06-9417-74fabd8a07d7" providerId="ADAL" clId="{E8D1E8B3-1EC6-43CC-9036-36868EC4EF2A}" dt="2025-10-13T04:12:58.070" v="1977" actId="478"/>
          <ac:grpSpMkLst>
            <pc:docMk/>
            <pc:sldMk cId="1637003413" sldId="379"/>
            <ac:grpSpMk id="1129" creationId="{34055C23-8F67-D99D-60EB-24CA5DF64EC4}"/>
          </ac:grpSpMkLst>
        </pc:grpChg>
        <pc:grpChg chg="del">
          <ac:chgData name="Damir Auezov" userId="f5afe8ad-fb23-4f06-9417-74fabd8a07d7" providerId="ADAL" clId="{E8D1E8B3-1EC6-43CC-9036-36868EC4EF2A}" dt="2025-10-13T04:11:16.915" v="1958" actId="478"/>
          <ac:grpSpMkLst>
            <pc:docMk/>
            <pc:sldMk cId="1637003413" sldId="379"/>
            <ac:grpSpMk id="1135" creationId="{07B53800-F91C-F8A4-163D-2269FB40A6DA}"/>
          </ac:grpSpMkLst>
        </pc:grpChg>
        <pc:grpChg chg="del">
          <ac:chgData name="Damir Auezov" userId="f5afe8ad-fb23-4f06-9417-74fabd8a07d7" providerId="ADAL" clId="{E8D1E8B3-1EC6-43CC-9036-36868EC4EF2A}" dt="2025-10-13T04:11:20.881" v="1962" actId="478"/>
          <ac:grpSpMkLst>
            <pc:docMk/>
            <pc:sldMk cId="1637003413" sldId="379"/>
            <ac:grpSpMk id="1163" creationId="{A06DC6D6-D0B9-BF65-D8B5-F56FD7A59F0B}"/>
          </ac:grpSpMkLst>
        </pc:grpChg>
        <pc:grpChg chg="del">
          <ac:chgData name="Damir Auezov" userId="f5afe8ad-fb23-4f06-9417-74fabd8a07d7" providerId="ADAL" clId="{E8D1E8B3-1EC6-43CC-9036-36868EC4EF2A}" dt="2025-10-13T04:11:19.913" v="1961" actId="478"/>
          <ac:grpSpMkLst>
            <pc:docMk/>
            <pc:sldMk cId="1637003413" sldId="379"/>
            <ac:grpSpMk id="1166" creationId="{AF35D0C2-6A42-6BF5-6D30-8148634A31FA}"/>
          </ac:grpSpMkLst>
        </pc:grpChg>
        <pc:picChg chg="del">
          <ac:chgData name="Damir Auezov" userId="f5afe8ad-fb23-4f06-9417-74fabd8a07d7" providerId="ADAL" clId="{E8D1E8B3-1EC6-43CC-9036-36868EC4EF2A}" dt="2025-10-13T04:10:54.510" v="1944" actId="478"/>
          <ac:picMkLst>
            <pc:docMk/>
            <pc:sldMk cId="1637003413" sldId="379"/>
            <ac:picMk id="60" creationId="{603A6081-5A48-8881-BAF5-111F97057FE7}"/>
          </ac:picMkLst>
        </pc:picChg>
        <pc:picChg chg="del">
          <ac:chgData name="Damir Auezov" userId="f5afe8ad-fb23-4f06-9417-74fabd8a07d7" providerId="ADAL" clId="{E8D1E8B3-1EC6-43CC-9036-36868EC4EF2A}" dt="2025-10-13T04:10:53.388" v="1943" actId="478"/>
          <ac:picMkLst>
            <pc:docMk/>
            <pc:sldMk cId="1637003413" sldId="379"/>
            <ac:picMk id="61" creationId="{858FC717-6EFF-60A9-F931-C71312D379F4}"/>
          </ac:picMkLst>
        </pc:picChg>
        <pc:picChg chg="del">
          <ac:chgData name="Damir Auezov" userId="f5afe8ad-fb23-4f06-9417-74fabd8a07d7" providerId="ADAL" clId="{E8D1E8B3-1EC6-43CC-9036-36868EC4EF2A}" dt="2025-10-13T04:10:52.269" v="1942" actId="478"/>
          <ac:picMkLst>
            <pc:docMk/>
            <pc:sldMk cId="1637003413" sldId="379"/>
            <ac:picMk id="62" creationId="{E738745E-41E2-69B8-3EA4-BC891E9FB7E3}"/>
          </ac:picMkLst>
        </pc:picChg>
        <pc:picChg chg="del">
          <ac:chgData name="Damir Auezov" userId="f5afe8ad-fb23-4f06-9417-74fabd8a07d7" providerId="ADAL" clId="{E8D1E8B3-1EC6-43CC-9036-36868EC4EF2A}" dt="2025-10-13T04:10:49.824" v="1940" actId="478"/>
          <ac:picMkLst>
            <pc:docMk/>
            <pc:sldMk cId="1637003413" sldId="379"/>
            <ac:picMk id="1031" creationId="{ABC9F960-93BF-11B2-C5AC-6AB021849669}"/>
          </ac:picMkLst>
        </pc:picChg>
        <pc:picChg chg="del">
          <ac:chgData name="Damir Auezov" userId="f5afe8ad-fb23-4f06-9417-74fabd8a07d7" providerId="ADAL" clId="{E8D1E8B3-1EC6-43CC-9036-36868EC4EF2A}" dt="2025-10-13T04:10:39.040" v="1939" actId="478"/>
          <ac:picMkLst>
            <pc:docMk/>
            <pc:sldMk cId="1637003413" sldId="379"/>
            <ac:picMk id="1040" creationId="{6CAFC8CF-3EE9-42F2-B82D-A794E74159C1}"/>
          </ac:picMkLst>
        </pc:picChg>
        <pc:picChg chg="del">
          <ac:chgData name="Damir Auezov" userId="f5afe8ad-fb23-4f06-9417-74fabd8a07d7" providerId="ADAL" clId="{E8D1E8B3-1EC6-43CC-9036-36868EC4EF2A}" dt="2025-10-13T04:10:55.678" v="1945" actId="478"/>
          <ac:picMkLst>
            <pc:docMk/>
            <pc:sldMk cId="1637003413" sldId="379"/>
            <ac:picMk id="1061" creationId="{F95511CE-3ED7-236C-35A3-21E248FEE3F7}"/>
          </ac:picMkLst>
        </pc:picChg>
        <pc:picChg chg="add mod">
          <ac:chgData name="Damir Auezov" userId="f5afe8ad-fb23-4f06-9417-74fabd8a07d7" providerId="ADAL" clId="{E8D1E8B3-1EC6-43CC-9036-36868EC4EF2A}" dt="2025-10-13T04:26:01.682" v="2631"/>
          <ac:picMkLst>
            <pc:docMk/>
            <pc:sldMk cId="1637003413" sldId="379"/>
            <ac:picMk id="1076" creationId="{3C4D84F7-A494-A38E-9F39-D3A20A52A455}"/>
          </ac:picMkLst>
        </pc:picChg>
        <pc:picChg chg="del">
          <ac:chgData name="Damir Auezov" userId="f5afe8ad-fb23-4f06-9417-74fabd8a07d7" providerId="ADAL" clId="{E8D1E8B3-1EC6-43CC-9036-36868EC4EF2A}" dt="2025-10-13T04:11:15.805" v="1957" actId="478"/>
          <ac:picMkLst>
            <pc:docMk/>
            <pc:sldMk cId="1637003413" sldId="379"/>
            <ac:picMk id="1136" creationId="{436A1C5D-97F0-464A-6167-71B6B1BF34D4}"/>
          </ac:picMkLst>
        </pc:picChg>
        <pc:picChg chg="del">
          <ac:chgData name="Damir Auezov" userId="f5afe8ad-fb23-4f06-9417-74fabd8a07d7" providerId="ADAL" clId="{E8D1E8B3-1EC6-43CC-9036-36868EC4EF2A}" dt="2025-10-13T04:11:22.023" v="1963" actId="478"/>
          <ac:picMkLst>
            <pc:docMk/>
            <pc:sldMk cId="1637003413" sldId="379"/>
            <ac:picMk id="1142" creationId="{8B88566E-4DB0-6A33-8F21-A60F65C141B1}"/>
          </ac:picMkLst>
        </pc:picChg>
        <pc:picChg chg="del">
          <ac:chgData name="Damir Auezov" userId="f5afe8ad-fb23-4f06-9417-74fabd8a07d7" providerId="ADAL" clId="{E8D1E8B3-1EC6-43CC-9036-36868EC4EF2A}" dt="2025-10-13T04:11:16.915" v="1958" actId="478"/>
          <ac:picMkLst>
            <pc:docMk/>
            <pc:sldMk cId="1637003413" sldId="379"/>
            <ac:picMk id="1152" creationId="{93122DC7-120A-118F-24C2-6173D60D4EDA}"/>
          </ac:picMkLst>
        </pc:picChg>
        <pc:picChg chg="del">
          <ac:chgData name="Damir Auezov" userId="f5afe8ad-fb23-4f06-9417-74fabd8a07d7" providerId="ADAL" clId="{E8D1E8B3-1EC6-43CC-9036-36868EC4EF2A}" dt="2025-10-13T04:11:20.881" v="1962" actId="478"/>
          <ac:picMkLst>
            <pc:docMk/>
            <pc:sldMk cId="1637003413" sldId="379"/>
            <ac:picMk id="1167" creationId="{CBC79A26-45DA-7909-456D-9C9EC9194099}"/>
          </ac:picMkLst>
        </pc:picChg>
        <pc:picChg chg="del">
          <ac:chgData name="Damir Auezov" userId="f5afe8ad-fb23-4f06-9417-74fabd8a07d7" providerId="ADAL" clId="{E8D1E8B3-1EC6-43CC-9036-36868EC4EF2A}" dt="2025-10-13T04:11:18.952" v="1960" actId="478"/>
          <ac:picMkLst>
            <pc:docMk/>
            <pc:sldMk cId="1637003413" sldId="379"/>
            <ac:picMk id="1168" creationId="{40971B88-2861-B862-DBC9-84594A7B2899}"/>
          </ac:picMkLst>
        </pc:picChg>
        <pc:picChg chg="del">
          <ac:chgData name="Damir Auezov" userId="f5afe8ad-fb23-4f06-9417-74fabd8a07d7" providerId="ADAL" clId="{E8D1E8B3-1EC6-43CC-9036-36868EC4EF2A}" dt="2025-10-13T04:11:19.913" v="1961" actId="478"/>
          <ac:picMkLst>
            <pc:docMk/>
            <pc:sldMk cId="1637003413" sldId="379"/>
            <ac:picMk id="1169" creationId="{1A349534-EA77-A189-F6C4-ADE910A154BE}"/>
          </ac:picMkLst>
        </pc:picChg>
        <pc:cxnChg chg="add del">
          <ac:chgData name="Damir Auezov" userId="f5afe8ad-fb23-4f06-9417-74fabd8a07d7" providerId="ADAL" clId="{E8D1E8B3-1EC6-43CC-9036-36868EC4EF2A}" dt="2025-10-13T04:23:16.992" v="2536" actId="478"/>
          <ac:cxnSpMkLst>
            <pc:docMk/>
            <pc:sldMk cId="1637003413" sldId="379"/>
            <ac:cxnSpMk id="1067" creationId="{80DB3CDA-A0A5-057C-8082-E0199B1826BA}"/>
          </ac:cxnSpMkLst>
        </pc:cxnChg>
        <pc:cxnChg chg="add mod">
          <ac:chgData name="Damir Auezov" userId="f5afe8ad-fb23-4f06-9417-74fabd8a07d7" providerId="ADAL" clId="{E8D1E8B3-1EC6-43CC-9036-36868EC4EF2A}" dt="2025-10-13T04:26:01.682" v="2631"/>
          <ac:cxnSpMkLst>
            <pc:docMk/>
            <pc:sldMk cId="1637003413" sldId="379"/>
            <ac:cxnSpMk id="1077" creationId="{D6B02448-C6FF-B49C-5651-F62EBC85B2E3}"/>
          </ac:cxnSpMkLst>
        </pc:cxnChg>
      </pc:sldChg>
      <pc:sldChg chg="delSp new del mod">
        <pc:chgData name="Damir Auezov" userId="f5afe8ad-fb23-4f06-9417-74fabd8a07d7" providerId="ADAL" clId="{E8D1E8B3-1EC6-43CC-9036-36868EC4EF2A}" dt="2025-10-13T05:05:36.497" v="2853" actId="47"/>
        <pc:sldMkLst>
          <pc:docMk/>
          <pc:sldMk cId="217425738" sldId="380"/>
        </pc:sldMkLst>
        <pc:spChg chg="del">
          <ac:chgData name="Damir Auezov" userId="f5afe8ad-fb23-4f06-9417-74fabd8a07d7" providerId="ADAL" clId="{E8D1E8B3-1EC6-43CC-9036-36868EC4EF2A}" dt="2025-10-13T05:05:22.857" v="2851" actId="478"/>
          <ac:spMkLst>
            <pc:docMk/>
            <pc:sldMk cId="217425738" sldId="380"/>
            <ac:spMk id="2" creationId="{5016F745-7DAB-0316-7D27-9B4EF6565E72}"/>
          </ac:spMkLst>
        </pc:spChg>
        <pc:spChg chg="del">
          <ac:chgData name="Damir Auezov" userId="f5afe8ad-fb23-4f06-9417-74fabd8a07d7" providerId="ADAL" clId="{E8D1E8B3-1EC6-43CC-9036-36868EC4EF2A}" dt="2025-10-13T05:05:22.857" v="2851" actId="478"/>
          <ac:spMkLst>
            <pc:docMk/>
            <pc:sldMk cId="217425738" sldId="380"/>
            <ac:spMk id="3" creationId="{E6A12D26-34B1-AC5B-5682-80D4E967CFEC}"/>
          </ac:spMkLst>
        </pc:spChg>
      </pc:sldChg>
      <pc:sldChg chg="addSp delSp new del mod">
        <pc:chgData name="Damir Auezov" userId="f5afe8ad-fb23-4f06-9417-74fabd8a07d7" providerId="ADAL" clId="{E8D1E8B3-1EC6-43CC-9036-36868EC4EF2A}" dt="2025-10-13T05:24:06.359" v="3252" actId="47"/>
        <pc:sldMkLst>
          <pc:docMk/>
          <pc:sldMk cId="3111039673" sldId="380"/>
        </pc:sldMkLst>
        <pc:spChg chg="del">
          <ac:chgData name="Damir Auezov" userId="f5afe8ad-fb23-4f06-9417-74fabd8a07d7" providerId="ADAL" clId="{E8D1E8B3-1EC6-43CC-9036-36868EC4EF2A}" dt="2025-10-13T05:08:13.406" v="2982" actId="478"/>
          <ac:spMkLst>
            <pc:docMk/>
            <pc:sldMk cId="3111039673" sldId="380"/>
            <ac:spMk id="2" creationId="{2EA9A8D7-C3CD-4482-D989-0E99D7EC5BDB}"/>
          </ac:spMkLst>
        </pc:spChg>
        <pc:spChg chg="del">
          <ac:chgData name="Damir Auezov" userId="f5afe8ad-fb23-4f06-9417-74fabd8a07d7" providerId="ADAL" clId="{E8D1E8B3-1EC6-43CC-9036-36868EC4EF2A}" dt="2025-10-13T05:08:13.406" v="2982" actId="478"/>
          <ac:spMkLst>
            <pc:docMk/>
            <pc:sldMk cId="3111039673" sldId="380"/>
            <ac:spMk id="3" creationId="{F1A83045-57A7-70E8-56A4-3BD93D7D7769}"/>
          </ac:spMkLst>
        </pc:spChg>
        <pc:picChg chg="add">
          <ac:chgData name="Damir Auezov" userId="f5afe8ad-fb23-4f06-9417-74fabd8a07d7" providerId="ADAL" clId="{E8D1E8B3-1EC6-43CC-9036-36868EC4EF2A}" dt="2025-10-13T05:08:34.518" v="2987"/>
          <ac:picMkLst>
            <pc:docMk/>
            <pc:sldMk cId="3111039673" sldId="380"/>
            <ac:picMk id="1026" creationId="{77875440-5C25-62DB-562A-713E3B775AF6}"/>
          </ac:picMkLst>
        </pc:picChg>
      </pc:sldChg>
      <pc:sldChg chg="addSp delSp modSp add mod">
        <pc:chgData name="Damir Auezov" userId="f5afe8ad-fb23-4f06-9417-74fabd8a07d7" providerId="ADAL" clId="{E8D1E8B3-1EC6-43CC-9036-36868EC4EF2A}" dt="2025-10-13T05:24:02.228" v="3251" actId="1076"/>
        <pc:sldMkLst>
          <pc:docMk/>
          <pc:sldMk cId="3402913916" sldId="381"/>
        </pc:sldMkLst>
        <pc:spChg chg="add mod">
          <ac:chgData name="Damir Auezov" userId="f5afe8ad-fb23-4f06-9417-74fabd8a07d7" providerId="ADAL" clId="{E8D1E8B3-1EC6-43CC-9036-36868EC4EF2A}" dt="2025-10-13T05:09:29.104" v="3046" actId="20577"/>
          <ac:spMkLst>
            <pc:docMk/>
            <pc:sldMk cId="3402913916" sldId="381"/>
            <ac:spMk id="2" creationId="{93D8C545-E054-694D-C783-6EC9551B2FF0}"/>
          </ac:spMkLst>
        </pc:spChg>
        <pc:spChg chg="add mod">
          <ac:chgData name="Damir Auezov" userId="f5afe8ad-fb23-4f06-9417-74fabd8a07d7" providerId="ADAL" clId="{E8D1E8B3-1EC6-43CC-9036-36868EC4EF2A}" dt="2025-10-13T05:16:04.733" v="3085" actId="208"/>
          <ac:spMkLst>
            <pc:docMk/>
            <pc:sldMk cId="3402913916" sldId="381"/>
            <ac:spMk id="8" creationId="{D2A7DD3C-0B76-755E-BC0B-6069CB9B599B}"/>
          </ac:spMkLst>
        </pc:spChg>
        <pc:spChg chg="add mod">
          <ac:chgData name="Damir Auezov" userId="f5afe8ad-fb23-4f06-9417-74fabd8a07d7" providerId="ADAL" clId="{E8D1E8B3-1EC6-43CC-9036-36868EC4EF2A}" dt="2025-10-13T05:16:04.733" v="3085" actId="208"/>
          <ac:spMkLst>
            <pc:docMk/>
            <pc:sldMk cId="3402913916" sldId="381"/>
            <ac:spMk id="9" creationId="{726ED7E8-15CA-1529-D874-BD59FAE4963E}"/>
          </ac:spMkLst>
        </pc:spChg>
        <pc:spChg chg="add mod">
          <ac:chgData name="Damir Auezov" userId="f5afe8ad-fb23-4f06-9417-74fabd8a07d7" providerId="ADAL" clId="{E8D1E8B3-1EC6-43CC-9036-36868EC4EF2A}" dt="2025-10-13T05:24:02.228" v="3251" actId="1076"/>
          <ac:spMkLst>
            <pc:docMk/>
            <pc:sldMk cId="3402913916" sldId="381"/>
            <ac:spMk id="10" creationId="{0C071AFB-3A54-3563-1CEB-372ED1F22188}"/>
          </ac:spMkLst>
        </pc:spChg>
        <pc:spChg chg="add mod">
          <ac:chgData name="Damir Auezov" userId="f5afe8ad-fb23-4f06-9417-74fabd8a07d7" providerId="ADAL" clId="{E8D1E8B3-1EC6-43CC-9036-36868EC4EF2A}" dt="2025-10-13T05:20:00.486" v="3161" actId="1035"/>
          <ac:spMkLst>
            <pc:docMk/>
            <pc:sldMk cId="3402913916" sldId="381"/>
            <ac:spMk id="11" creationId="{BBA16980-FFDF-B744-D085-87F8B58EB754}"/>
          </ac:spMkLst>
        </pc:spChg>
        <pc:graphicFrameChg chg="add mod">
          <ac:chgData name="Damir Auezov" userId="f5afe8ad-fb23-4f06-9417-74fabd8a07d7" providerId="ADAL" clId="{E8D1E8B3-1EC6-43CC-9036-36868EC4EF2A}" dt="2025-10-13T05:18:20.586" v="3138"/>
          <ac:graphicFrameMkLst>
            <pc:docMk/>
            <pc:sldMk cId="3402913916" sldId="381"/>
            <ac:graphicFrameMk id="7" creationId="{BFCC4F52-431D-6ED9-F10F-323BA74D2F48}"/>
          </ac:graphicFrameMkLst>
        </pc:graphicFrameChg>
        <pc:picChg chg="add mod">
          <ac:chgData name="Damir Auezov" userId="f5afe8ad-fb23-4f06-9417-74fabd8a07d7" providerId="ADAL" clId="{E8D1E8B3-1EC6-43CC-9036-36868EC4EF2A}" dt="2025-10-13T05:08:51.620" v="2990"/>
          <ac:picMkLst>
            <pc:docMk/>
            <pc:sldMk cId="3402913916" sldId="381"/>
            <ac:picMk id="3" creationId="{06C33E85-848D-5BA4-1F26-E797B44EDAD2}"/>
          </ac:picMkLst>
        </pc:picChg>
        <pc:picChg chg="del">
          <ac:chgData name="Damir Auezov" userId="f5afe8ad-fb23-4f06-9417-74fabd8a07d7" providerId="ADAL" clId="{E8D1E8B3-1EC6-43CC-9036-36868EC4EF2A}" dt="2025-10-13T05:08:47.294" v="2989" actId="478"/>
          <ac:picMkLst>
            <pc:docMk/>
            <pc:sldMk cId="3402913916" sldId="381"/>
            <ac:picMk id="1026" creationId="{5EAD5C39-728F-1A5B-9315-7CC8D83FA2F9}"/>
          </ac:picMkLst>
        </pc:picChg>
        <pc:cxnChg chg="add mod">
          <ac:chgData name="Damir Auezov" userId="f5afe8ad-fb23-4f06-9417-74fabd8a07d7" providerId="ADAL" clId="{E8D1E8B3-1EC6-43CC-9036-36868EC4EF2A}" dt="2025-10-13T05:08:51.620" v="2990"/>
          <ac:cxnSpMkLst>
            <pc:docMk/>
            <pc:sldMk cId="3402913916" sldId="381"/>
            <ac:cxnSpMk id="4" creationId="{8C732FA4-430C-4BF3-9494-5467BA7CBD8B}"/>
          </ac:cxnSpMkLst>
        </pc:cxnChg>
      </pc:sldChg>
      <pc:sldChg chg="new del">
        <pc:chgData name="Damir Auezov" userId="f5afe8ad-fb23-4f06-9417-74fabd8a07d7" providerId="ADAL" clId="{E8D1E8B3-1EC6-43CC-9036-36868EC4EF2A}" dt="2025-10-13T05:43:17.613" v="3345" actId="680"/>
        <pc:sldMkLst>
          <pc:docMk/>
          <pc:sldMk cId="3389080847" sldId="382"/>
        </pc:sldMkLst>
      </pc:sldChg>
      <pc:sldChg chg="add">
        <pc:chgData name="Damir Auezov" userId="f5afe8ad-fb23-4f06-9417-74fabd8a07d7" providerId="ADAL" clId="{E8D1E8B3-1EC6-43CC-9036-36868EC4EF2A}" dt="2025-10-13T05:49:06.948" v="3346"/>
        <pc:sldMkLst>
          <pc:docMk/>
          <pc:sldMk cId="3728091381" sldId="382"/>
        </pc:sldMkLst>
      </pc:sldChg>
      <pc:sldChg chg="addSp delSp modSp add mod ord">
        <pc:chgData name="Damir Auezov" userId="f5afe8ad-fb23-4f06-9417-74fabd8a07d7" providerId="ADAL" clId="{E8D1E8B3-1EC6-43CC-9036-36868EC4EF2A}" dt="2025-10-13T10:20:04.060" v="3656" actId="1076"/>
        <pc:sldMkLst>
          <pc:docMk/>
          <pc:sldMk cId="1679746092" sldId="383"/>
        </pc:sldMkLst>
        <pc:spChg chg="add mod">
          <ac:chgData name="Damir Auezov" userId="f5afe8ad-fb23-4f06-9417-74fabd8a07d7" providerId="ADAL" clId="{E8D1E8B3-1EC6-43CC-9036-36868EC4EF2A}" dt="2025-10-13T10:20:04.060" v="3656" actId="1076"/>
          <ac:spMkLst>
            <pc:docMk/>
            <pc:sldMk cId="1679746092" sldId="383"/>
            <ac:spMk id="60" creationId="{94BBF747-7BC3-9E14-BF72-9AC2D725CFBD}"/>
          </ac:spMkLst>
        </pc:spChg>
        <pc:spChg chg="mod">
          <ac:chgData name="Damir Auezov" userId="f5afe8ad-fb23-4f06-9417-74fabd8a07d7" providerId="ADAL" clId="{E8D1E8B3-1EC6-43CC-9036-36868EC4EF2A}" dt="2025-10-13T10:07:42.416" v="3537" actId="20577"/>
          <ac:spMkLst>
            <pc:docMk/>
            <pc:sldMk cId="1679746092" sldId="383"/>
            <ac:spMk id="1075" creationId="{8E71044C-052A-4241-4E03-F1D2F4514D45}"/>
          </ac:spMkLst>
        </pc:spChg>
        <pc:grpChg chg="add del">
          <ac:chgData name="Damir Auezov" userId="f5afe8ad-fb23-4f06-9417-74fabd8a07d7" providerId="ADAL" clId="{E8D1E8B3-1EC6-43CC-9036-36868EC4EF2A}" dt="2025-10-13T10:06:59.184" v="3518" actId="478"/>
          <ac:grpSpMkLst>
            <pc:docMk/>
            <pc:sldMk cId="1679746092" sldId="383"/>
            <ac:grpSpMk id="1074" creationId="{AD3FB3EF-CF5B-CC42-D3B8-08A57FE1FF95}"/>
          </ac:grpSpMkLst>
        </pc:grpChg>
        <pc:graphicFrameChg chg="add del mod modGraphic">
          <ac:chgData name="Damir Auezov" userId="f5afe8ad-fb23-4f06-9417-74fabd8a07d7" providerId="ADAL" clId="{E8D1E8B3-1EC6-43CC-9036-36868EC4EF2A}" dt="2025-10-13T10:15:06.645" v="3543" actId="478"/>
          <ac:graphicFrameMkLst>
            <pc:docMk/>
            <pc:sldMk cId="1679746092" sldId="383"/>
            <ac:graphicFrameMk id="54" creationId="{7EA38079-51A1-D597-20F3-2DE46A424E4A}"/>
          </ac:graphicFrameMkLst>
        </pc:graphicFrameChg>
        <pc:graphicFrameChg chg="add mod modGraphic">
          <ac:chgData name="Damir Auezov" userId="f5afe8ad-fb23-4f06-9417-74fabd8a07d7" providerId="ADAL" clId="{E8D1E8B3-1EC6-43CC-9036-36868EC4EF2A}" dt="2025-10-13T10:19:57.715" v="3651"/>
          <ac:graphicFrameMkLst>
            <pc:docMk/>
            <pc:sldMk cId="1679746092" sldId="383"/>
            <ac:graphicFrameMk id="55" creationId="{5410BE63-3C5C-0859-2020-D9D734F61259}"/>
          </ac:graphicFrameMkLst>
        </pc:graphicFrameChg>
        <pc:picChg chg="add mod">
          <ac:chgData name="Damir Auezov" userId="f5afe8ad-fb23-4f06-9417-74fabd8a07d7" providerId="ADAL" clId="{E8D1E8B3-1EC6-43CC-9036-36868EC4EF2A}" dt="2025-10-13T10:18:01.142" v="3609" actId="571"/>
          <ac:picMkLst>
            <pc:docMk/>
            <pc:sldMk cId="1679746092" sldId="383"/>
            <ac:picMk id="56" creationId="{F06801FB-726C-1491-C263-6C6B165DAAE6}"/>
          </ac:picMkLst>
        </pc:picChg>
        <pc:picChg chg="add mod modCrop">
          <ac:chgData name="Damir Auezov" userId="f5afe8ad-fb23-4f06-9417-74fabd8a07d7" providerId="ADAL" clId="{E8D1E8B3-1EC6-43CC-9036-36868EC4EF2A}" dt="2025-10-13T10:18:57.236" v="3620" actId="1035"/>
          <ac:picMkLst>
            <pc:docMk/>
            <pc:sldMk cId="1679746092" sldId="383"/>
            <ac:picMk id="57" creationId="{5D817EFA-8A37-95F1-6F17-9D0FF65D0D33}"/>
          </ac:picMkLst>
        </pc:picChg>
        <pc:picChg chg="add mod">
          <ac:chgData name="Damir Auezov" userId="f5afe8ad-fb23-4f06-9417-74fabd8a07d7" providerId="ADAL" clId="{E8D1E8B3-1EC6-43CC-9036-36868EC4EF2A}" dt="2025-10-13T10:19:42.772" v="3626" actId="1076"/>
          <ac:picMkLst>
            <pc:docMk/>
            <pc:sldMk cId="1679746092" sldId="383"/>
            <ac:picMk id="58" creationId="{9D7B8F2B-0B63-49BF-60EB-505783522F33}"/>
          </ac:picMkLst>
        </pc:picChg>
        <pc:cxnChg chg="add del">
          <ac:chgData name="Damir Auezov" userId="f5afe8ad-fb23-4f06-9417-74fabd8a07d7" providerId="ADAL" clId="{E8D1E8B3-1EC6-43CC-9036-36868EC4EF2A}" dt="2025-10-13T10:06:51.923" v="3517" actId="478"/>
          <ac:cxnSpMkLst>
            <pc:docMk/>
            <pc:sldMk cId="1679746092" sldId="383"/>
            <ac:cxnSpMk id="1077" creationId="{6D4C1ECC-5E99-A9ED-3737-6A83F1DBBA75}"/>
          </ac:cxnSpMkLst>
        </pc:cxnChg>
      </pc:sldChg>
      <pc:sldMasterChg chg="addSp delSp modSp mod">
        <pc:chgData name="Damir Auezov" userId="f5afe8ad-fb23-4f06-9417-74fabd8a07d7" providerId="ADAL" clId="{E8D1E8B3-1EC6-43CC-9036-36868EC4EF2A}" dt="2025-10-09T07:37:13.060" v="36"/>
        <pc:sldMasterMkLst>
          <pc:docMk/>
          <pc:sldMasterMk cId="2926274639" sldId="2147483648"/>
        </pc:sldMasterMkLst>
        <pc:spChg chg="mod">
          <ac:chgData name="Damir Auezov" userId="f5afe8ad-fb23-4f06-9417-74fabd8a07d7" providerId="ADAL" clId="{E8D1E8B3-1EC6-43CC-9036-36868EC4EF2A}" dt="2025-10-09T07:37:12.874" v="1" actId="948"/>
          <ac:spMkLst>
            <pc:docMk/>
            <pc:sldMasterMk cId="2926274639" sldId="2147483648"/>
            <ac:spMk id="2" creationId="{291AC9BF-C795-714F-3CA5-B56773367571}"/>
          </ac:spMkLst>
        </pc:spChg>
        <pc:graphicFrameChg chg="add mod ord modVis">
          <ac:chgData name="Damir Auezov" userId="f5afe8ad-fb23-4f06-9417-74fabd8a07d7" providerId="ADAL" clId="{E8D1E8B3-1EC6-43CC-9036-36868EC4EF2A}" dt="2025-10-09T07:37:13.060" v="36"/>
          <ac:graphicFrameMkLst>
            <pc:docMk/>
            <pc:sldMasterMk cId="2926274639" sldId="2147483648"/>
            <ac:graphicFrameMk id="8" creationId="{A32B697A-EF95-0ADB-9A4B-6C83E9FCE72A}"/>
          </ac:graphicFrameMkLst>
        </pc:graphicFrame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rgbClr val="7030A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General</c:formatCode>
                <c:ptCount val="1"/>
                <c:pt idx="0">
                  <c:v>84.9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05-491F-9168-94AF5A440DD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General</c:formatCode>
                <c:ptCount val="1"/>
                <c:pt idx="0">
                  <c:v>102.24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05-491F-9168-94AF5A440DD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2027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Лист1!$D$2</c:f>
              <c:numCache>
                <c:formatCode>General</c:formatCode>
                <c:ptCount val="1"/>
                <c:pt idx="0">
                  <c:v>123.14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05-491F-9168-94AF5A440DD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2028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Лист1!$E$2</c:f>
              <c:numCache>
                <c:formatCode>General</c:formatCode>
                <c:ptCount val="1"/>
                <c:pt idx="0">
                  <c:v>148.32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05-491F-9168-94AF5A440DD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2029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Лист1!$F$2</c:f>
              <c:numCache>
                <c:formatCode>General</c:formatCode>
                <c:ptCount val="1"/>
                <c:pt idx="0">
                  <c:v>178.67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05-491F-9168-94AF5A440DDD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2030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Лист1!$G$2</c:f>
              <c:numCache>
                <c:formatCode>General</c:formatCode>
                <c:ptCount val="1"/>
                <c:pt idx="0">
                  <c:v>215.24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405-491F-9168-94AF5A440DDD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2031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Лист1!$H$2</c:f>
              <c:numCache>
                <c:formatCode>General</c:formatCode>
                <c:ptCount val="1"/>
                <c:pt idx="0">
                  <c:v>259.32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405-491F-9168-94AF5A440DDD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2032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Лист1!$I$2</c:f>
              <c:numCache>
                <c:formatCode>General</c:formatCode>
                <c:ptCount val="1"/>
                <c:pt idx="0">
                  <c:v>312.45999999999998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405-491F-9168-94AF5A440DDD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2033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Лист1!$J$2</c:f>
              <c:numCache>
                <c:formatCode>General</c:formatCode>
                <c:ptCount val="1"/>
                <c:pt idx="0">
                  <c:v>376.51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05-491F-9168-94AF5A440DDD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2034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Лист1!$K$2</c:f>
              <c:numCache>
                <c:formatCode>General</c:formatCode>
                <c:ptCount val="1"/>
                <c:pt idx="0">
                  <c:v>433.29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405-491F-9168-94AF5A440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9851679"/>
        <c:axId val="1949851199"/>
      </c:barChart>
      <c:catAx>
        <c:axId val="1949851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851199"/>
        <c:crosses val="autoZero"/>
        <c:auto val="1"/>
        <c:lblAlgn val="ctr"/>
        <c:lblOffset val="100"/>
        <c:noMultiLvlLbl val="0"/>
      </c:catAx>
      <c:valAx>
        <c:axId val="194985119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49851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5664370078740158E-2"/>
          <c:y val="0.91922533715395316"/>
          <c:w val="0.87148375984251969"/>
          <c:h val="4.79621648645321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6693D-1028-4A72-A078-06E6A973061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3ADE4-2C13-411C-9FDE-A9E264A83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61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3ADE4-2C13-411C-9FDE-A9E264A831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5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B37F-34F1-F853-DB1E-BACA2430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FD7869-B3AB-7B54-D6E0-27AC72665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5AF8C3-77B4-E156-4949-0AB0FB6F7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1A61FC-5975-A0C2-2DBB-603D093E2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4E01-09AE-40AA-AEAE-D9393DD2A3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39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7E4F9-4BCD-FEAA-56DB-C6304918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75E647-9A2D-5227-81EB-2668E3285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024E83-6272-0813-B351-F9FB0BF17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8172C5-1355-14CE-EAD6-7178A6316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4E01-09AE-40AA-AEAE-D9393DD2A3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FADAD-07E7-D7D7-B1FF-75F73C98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BF8DA4-35D7-1757-B4E9-C61DBEC81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B3CA8A-E78A-9001-50F4-D8C00D71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F7489C-8977-3E1F-379D-C2437432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19DB7-69BF-A2C3-BFED-91DA2B9B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9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E8F66-BF0D-C726-95BE-BDF0828A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B127A-FE23-07BB-3576-DF9DD4C7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906DB3-4BF5-C57B-5DAA-5F743C76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47AB68-1343-38A4-B045-82381E8F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51861-AEDC-DC3D-790B-46D2C5BF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2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86A25-6477-2E5C-9F88-B1B8F993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85283B-CAC4-F453-4E19-3CCD285C2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EFFD27-7E27-A775-75CF-08FE03E9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1DA71A-E6B0-9449-00A1-EC092C2FB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BCFF69-D175-AC31-E7A8-D343E5BA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9480B-0D1F-45B5-DA49-C4C8CB2A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3163F-BAD5-0A1D-D1A5-54CAA46A3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3CEB82-8B4C-7E94-B7A7-9832E273D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13283C-C1F3-CCEE-2734-8BF84A76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9B505E-CFE1-DC2F-82E0-EA277C32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1A1EE1-2B29-D802-3C66-0A915ECA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8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ED115-BCD7-D5DB-F2D9-CAD61003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05536A-BD85-18F9-BB37-AEE855EDE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1BE99F-8EE9-AD7A-F4AB-D32B71CE2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6D9D06-1FA5-287B-54BC-EE3A7E99E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EBBAF6-DCDC-38DC-90E9-829A38D58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413E81-EBD7-4A19-3DA6-2BE5A98C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056F613-B962-3F62-4D67-E9A4ECA2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7DCBC-190A-89DA-F0AC-DC43D0DE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5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F5A40-E426-C42D-6694-5E9F534B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4E5DF8-B3DF-5D4A-8548-7FBD4A46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53C8A3-0E35-2996-2959-FD887DD6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DBA94E-74DE-899A-2AD0-9D87340B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1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F8F7CA-71C0-7EC7-0990-B4D58751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FEDC20-86DA-3CE7-0205-3ADE73E8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36CCE5-3A1F-16D5-DE48-74B60BA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5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4B01E-D8B1-4464-3488-0886D938D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BFF6F8-2464-F8A3-8D2C-D496EBA35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FD5298-0619-688C-DF77-B064F1274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D1C68E-D799-2A09-4680-F3534E61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59ACEF-AC71-183E-2156-859EA4DC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CC103D-0D9A-34DC-89C5-39E69922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6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322B7-BA52-98CD-27EF-F7750354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92CB630-D88C-5BAB-2DA3-FC317FD8F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7959F2-5D40-61B7-BF38-F2E0C5FDD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2245BC-3FD3-210C-E227-7C092859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C5B6B-E8FD-413D-CD7F-3D5E7B64D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B14B2A-41CC-F575-0EC8-33AF803C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4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D787F-FC75-FA31-77F8-F9D76195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FF98EF-2135-B4BF-BE71-335D07AEB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7DFCF3-A179-324F-ECB2-F72B7127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A5874-3F14-A7EB-26DC-55288622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7572FC-A41B-4A99-B2AF-83B5FD9D5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4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ED2A85-0798-FB81-E86A-6BCB478F7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E67B8B-1A16-F60B-60F4-B35E0376A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A7EBD3-8CAA-C84B-B9AC-53EB2B67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0C3A9-DEA9-73FE-893E-CF3F9D13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775C1-D5F0-6BFC-5CAD-8BE830A7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68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76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88831" y="1700097"/>
            <a:ext cx="4386658" cy="301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6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825703" y="1704102"/>
            <a:ext cx="4787749" cy="301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6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0172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per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066972"/>
            <a:ext cx="12192000" cy="791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598"/>
          </a:p>
        </p:txBody>
      </p:sp>
    </p:spTree>
    <p:extLst>
      <p:ext uri="{BB962C8B-B14F-4D97-AF65-F5344CB8AC3E}">
        <p14:creationId xmlns:p14="http://schemas.microsoft.com/office/powerpoint/2010/main" val="428226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32B697A-EF95-0ADB-9A4B-6C83E9FCE7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387425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6" imgW="360" imgH="360" progId="TCLayout.ActiveDocument.1">
                  <p:embed/>
                </p:oleObj>
              </mc:Choice>
              <mc:Fallback>
                <p:oleObj name="Слайд think-cell" r:id="rId16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2B697A-EF95-0ADB-9A4B-6C83E9FC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AC9BF-C795-714F-3CA5-B56773367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46238F-F0A5-B151-FBF5-0877FC899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2FA655-4B0B-CA5A-2F76-374B3963E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026F1-C2AF-47F9-B5D6-160F2AE0789E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1F725D-ED42-2AAE-3F7D-3C1EC9478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519751-1310-6AFD-D6EB-DC155DE69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19207-0B76-4B15-A384-DDE153A91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7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recedenceresearch.com/unified-communications-as-a-service-market" TargetMode="Externa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DD52F4-A967-1FDA-0502-7845C2B2C9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53944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60" imgH="360" progId="TCLayout.ActiveDocument.1">
                  <p:embed/>
                </p:oleObj>
              </mc:Choice>
              <mc:Fallback>
                <p:oleObj name="Слайд think-cell" r:id="rId4" imgW="360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DD52F4-A967-1FDA-0502-7845C2B2C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 2">
            <a:extLst>
              <a:ext uri="{FF2B5EF4-FFF2-40B4-BE49-F238E27FC236}">
                <a16:creationId xmlns:a16="http://schemas.microsoft.com/office/drawing/2014/main" id="{1E086D54-BCCB-DE17-1DBB-65DEBA7A7E67}"/>
              </a:ext>
            </a:extLst>
          </p:cNvPr>
          <p:cNvSpPr/>
          <p:nvPr/>
        </p:nvSpPr>
        <p:spPr>
          <a:xfrm>
            <a:off x="6095999" y="0"/>
            <a:ext cx="6096001" cy="6858000"/>
          </a:xfrm>
          <a:custGeom>
            <a:avLst/>
            <a:gdLst/>
            <a:ahLst/>
            <a:cxnLst/>
            <a:rect l="l" t="t" r="r" b="b"/>
            <a:pathLst>
              <a:path w="14778718" h="9846321">
                <a:moveTo>
                  <a:pt x="0" y="0"/>
                </a:moveTo>
                <a:lnTo>
                  <a:pt x="14778718" y="0"/>
                </a:lnTo>
                <a:lnTo>
                  <a:pt x="14778718" y="9846321"/>
                </a:lnTo>
                <a:lnTo>
                  <a:pt x="0" y="984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839" t="-279" r="-49210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631764-1DCB-87D4-C026-867B6DE914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0994" y="332358"/>
            <a:ext cx="1220747" cy="269140"/>
          </a:xfrm>
          <a:prstGeom prst="rect">
            <a:avLst/>
          </a:prstGeom>
        </p:spPr>
      </p:pic>
      <p:sp>
        <p:nvSpPr>
          <p:cNvPr id="5" name="object 8">
            <a:extLst>
              <a:ext uri="{FF2B5EF4-FFF2-40B4-BE49-F238E27FC236}">
                <a16:creationId xmlns:a16="http://schemas.microsoft.com/office/drawing/2014/main" id="{A5BB1C58-7279-EA3D-90D3-4CA67C66F3BD}"/>
              </a:ext>
            </a:extLst>
          </p:cNvPr>
          <p:cNvSpPr txBox="1"/>
          <p:nvPr/>
        </p:nvSpPr>
        <p:spPr>
          <a:xfrm>
            <a:off x="254000" y="3712998"/>
            <a:ext cx="701040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spcBef>
                <a:spcPts val="100"/>
              </a:spcBef>
            </a:pPr>
            <a:r>
              <a:rPr lang="ru-RU" sz="2000" b="1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Унифицированные коммуникаций </a:t>
            </a:r>
            <a:r>
              <a:rPr lang="en-US" sz="2000" b="1" spc="-1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UCaaS</a:t>
            </a:r>
            <a:endParaRPr lang="en-US" sz="2000" b="1" spc="-1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l">
              <a:spcBef>
                <a:spcPts val="100"/>
              </a:spcBef>
            </a:pPr>
            <a:r>
              <a:rPr lang="ru-RU" sz="2000" b="1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базе </a:t>
            </a:r>
            <a:r>
              <a:rPr lang="en-US" sz="2000" b="1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Teams </a:t>
            </a:r>
            <a:endParaRPr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86351FA-5F55-CFBC-37AD-114DD716167C}"/>
              </a:ext>
            </a:extLst>
          </p:cNvPr>
          <p:cNvCxnSpPr/>
          <p:nvPr/>
        </p:nvCxnSpPr>
        <p:spPr>
          <a:xfrm>
            <a:off x="254000" y="3419475"/>
            <a:ext cx="534670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bject 8">
            <a:extLst>
              <a:ext uri="{FF2B5EF4-FFF2-40B4-BE49-F238E27FC236}">
                <a16:creationId xmlns:a16="http://schemas.microsoft.com/office/drawing/2014/main" id="{5ECED727-5A92-5F01-D1DA-3CC4657A56F3}"/>
              </a:ext>
            </a:extLst>
          </p:cNvPr>
          <p:cNvSpPr txBox="1"/>
          <p:nvPr/>
        </p:nvSpPr>
        <p:spPr>
          <a:xfrm>
            <a:off x="254000" y="2620686"/>
            <a:ext cx="4451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spcBef>
                <a:spcPts val="100"/>
              </a:spcBef>
            </a:pPr>
            <a:r>
              <a:rPr lang="en-US" sz="3200" b="1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 </a:t>
            </a:r>
            <a:r>
              <a:rPr lang="ru-RU" sz="3200" b="1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ТЕЛЕФОНИЯ</a:t>
            </a:r>
            <a:r>
              <a:rPr lang="en-US" sz="3200" b="1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32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2ABFB95E-DE54-0E6E-EF23-B92B01348BCF}"/>
              </a:ext>
            </a:extLst>
          </p:cNvPr>
          <p:cNvSpPr txBox="1"/>
          <p:nvPr/>
        </p:nvSpPr>
        <p:spPr>
          <a:xfrm>
            <a:off x="254000" y="4644298"/>
            <a:ext cx="70104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spcBef>
                <a:spcPts val="100"/>
              </a:spcBef>
            </a:pPr>
            <a:r>
              <a:rPr lang="ru-RU" sz="1400" spc="-1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Пилотный запуск 20.10.2025</a:t>
            </a:r>
            <a:endParaRPr sz="1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83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7359C4-15CA-8A01-8118-C5126ED6C870}"/>
              </a:ext>
            </a:extLst>
          </p:cNvPr>
          <p:cNvSpPr txBox="1"/>
          <p:nvPr/>
        </p:nvSpPr>
        <p:spPr>
          <a:xfrm>
            <a:off x="161925" y="123736"/>
            <a:ext cx="11887200" cy="76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Отрасль </a:t>
            </a:r>
            <a:r>
              <a:rPr lang="en-US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Core Mobile </a:t>
            </a: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сервисов в мире и в Казахстане переходит в стадию </a:t>
            </a:r>
          </a:p>
          <a:p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зрелости: ценовая конкуренция, низкая дифференцируемость, снижение </a:t>
            </a:r>
            <a:r>
              <a:rPr lang="en-US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APRU</a:t>
            </a: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. </a:t>
            </a:r>
            <a:endParaRPr lang="en-US" sz="2176" b="1" dirty="0">
              <a:solidFill>
                <a:srgbClr val="7030A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37" name="Группа 4136">
            <a:extLst>
              <a:ext uri="{FF2B5EF4-FFF2-40B4-BE49-F238E27FC236}">
                <a16:creationId xmlns:a16="http://schemas.microsoft.com/office/drawing/2014/main" id="{1E3A3D0D-645D-1D4E-35EF-2D7CB727F3DE}"/>
              </a:ext>
            </a:extLst>
          </p:cNvPr>
          <p:cNvGrpSpPr/>
          <p:nvPr/>
        </p:nvGrpSpPr>
        <p:grpSpPr>
          <a:xfrm>
            <a:off x="1173538" y="1580251"/>
            <a:ext cx="9606795" cy="3849898"/>
            <a:chOff x="1099647" y="1504051"/>
            <a:chExt cx="9606795" cy="3849898"/>
          </a:xfrm>
        </p:grpSpPr>
        <p:sp>
          <p:nvSpPr>
            <p:cNvPr id="4109" name="Прямоугольник 4108">
              <a:extLst>
                <a:ext uri="{FF2B5EF4-FFF2-40B4-BE49-F238E27FC236}">
                  <a16:creationId xmlns:a16="http://schemas.microsoft.com/office/drawing/2014/main" id="{53B68DB7-0841-21DF-3161-2C5DB5E10AB5}"/>
                </a:ext>
              </a:extLst>
            </p:cNvPr>
            <p:cNvSpPr/>
            <p:nvPr/>
          </p:nvSpPr>
          <p:spPr>
            <a:xfrm flipV="1">
              <a:off x="2150318" y="3479119"/>
              <a:ext cx="623316" cy="6937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0" name="Прямоугольник 4109">
              <a:extLst>
                <a:ext uri="{FF2B5EF4-FFF2-40B4-BE49-F238E27FC236}">
                  <a16:creationId xmlns:a16="http://schemas.microsoft.com/office/drawing/2014/main" id="{60A49FA4-4078-A4FD-90CC-D64BBFCA2A98}"/>
                </a:ext>
              </a:extLst>
            </p:cNvPr>
            <p:cNvSpPr/>
            <p:nvPr/>
          </p:nvSpPr>
          <p:spPr>
            <a:xfrm flipV="1">
              <a:off x="2946608" y="3466257"/>
              <a:ext cx="623316" cy="69372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1" name="Прямоугольник 4110">
              <a:extLst>
                <a:ext uri="{FF2B5EF4-FFF2-40B4-BE49-F238E27FC236}">
                  <a16:creationId xmlns:a16="http://schemas.microsoft.com/office/drawing/2014/main" id="{CDE0685B-0C0C-CF84-9174-34C998FA9859}"/>
                </a:ext>
              </a:extLst>
            </p:cNvPr>
            <p:cNvSpPr/>
            <p:nvPr/>
          </p:nvSpPr>
          <p:spPr>
            <a:xfrm flipV="1">
              <a:off x="3721308" y="3383814"/>
              <a:ext cx="623316" cy="77260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2" name="Прямоугольник 4111">
              <a:extLst>
                <a:ext uri="{FF2B5EF4-FFF2-40B4-BE49-F238E27FC236}">
                  <a16:creationId xmlns:a16="http://schemas.microsoft.com/office/drawing/2014/main" id="{6404411C-F030-6B04-20CF-C73467BC2A21}"/>
                </a:ext>
              </a:extLst>
            </p:cNvPr>
            <p:cNvSpPr/>
            <p:nvPr/>
          </p:nvSpPr>
          <p:spPr>
            <a:xfrm flipV="1">
              <a:off x="4505279" y="3342453"/>
              <a:ext cx="623316" cy="80419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3" name="Прямоугольник 4112">
              <a:extLst>
                <a:ext uri="{FF2B5EF4-FFF2-40B4-BE49-F238E27FC236}">
                  <a16:creationId xmlns:a16="http://schemas.microsoft.com/office/drawing/2014/main" id="{460AB53E-F0ED-1578-FA85-D77665EA71E2}"/>
                </a:ext>
              </a:extLst>
            </p:cNvPr>
            <p:cNvSpPr/>
            <p:nvPr/>
          </p:nvSpPr>
          <p:spPr>
            <a:xfrm flipV="1">
              <a:off x="5295536" y="3297248"/>
              <a:ext cx="623316" cy="86009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4" name="Прямоугольник 4113">
              <a:extLst>
                <a:ext uri="{FF2B5EF4-FFF2-40B4-BE49-F238E27FC236}">
                  <a16:creationId xmlns:a16="http://schemas.microsoft.com/office/drawing/2014/main" id="{13072241-10BC-CDB4-0A24-694629A2EEE3}"/>
                </a:ext>
              </a:extLst>
            </p:cNvPr>
            <p:cNvSpPr/>
            <p:nvPr/>
          </p:nvSpPr>
          <p:spPr>
            <a:xfrm flipV="1">
              <a:off x="6070903" y="3241180"/>
              <a:ext cx="623316" cy="9161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5" name="Прямоугольник 4114">
              <a:extLst>
                <a:ext uri="{FF2B5EF4-FFF2-40B4-BE49-F238E27FC236}">
                  <a16:creationId xmlns:a16="http://schemas.microsoft.com/office/drawing/2014/main" id="{EC5A9DC0-0944-EBB5-1EFB-5EA875C09865}"/>
                </a:ext>
              </a:extLst>
            </p:cNvPr>
            <p:cNvSpPr/>
            <p:nvPr/>
          </p:nvSpPr>
          <p:spPr>
            <a:xfrm flipV="1">
              <a:off x="6859192" y="3182413"/>
              <a:ext cx="623316" cy="97400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6" name="Прямоугольник 4115">
              <a:extLst>
                <a:ext uri="{FF2B5EF4-FFF2-40B4-BE49-F238E27FC236}">
                  <a16:creationId xmlns:a16="http://schemas.microsoft.com/office/drawing/2014/main" id="{9A9FFC47-15F7-BFEE-1CF2-BFE522CB5F36}"/>
                </a:ext>
              </a:extLst>
            </p:cNvPr>
            <p:cNvSpPr/>
            <p:nvPr/>
          </p:nvSpPr>
          <p:spPr>
            <a:xfrm flipV="1">
              <a:off x="7648021" y="3169806"/>
              <a:ext cx="623316" cy="980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7" name="Прямоугольник 4116">
              <a:extLst>
                <a:ext uri="{FF2B5EF4-FFF2-40B4-BE49-F238E27FC236}">
                  <a16:creationId xmlns:a16="http://schemas.microsoft.com/office/drawing/2014/main" id="{984C081E-BDAD-2900-9154-045D2E18D92C}"/>
                </a:ext>
              </a:extLst>
            </p:cNvPr>
            <p:cNvSpPr/>
            <p:nvPr/>
          </p:nvSpPr>
          <p:spPr>
            <a:xfrm flipV="1">
              <a:off x="8426626" y="3125029"/>
              <a:ext cx="623316" cy="102161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8" name="Прямоугольник 4117">
              <a:extLst>
                <a:ext uri="{FF2B5EF4-FFF2-40B4-BE49-F238E27FC236}">
                  <a16:creationId xmlns:a16="http://schemas.microsoft.com/office/drawing/2014/main" id="{09556262-BE3A-9225-DC52-005EEC119D29}"/>
                </a:ext>
              </a:extLst>
            </p:cNvPr>
            <p:cNvSpPr/>
            <p:nvPr/>
          </p:nvSpPr>
          <p:spPr>
            <a:xfrm flipV="1">
              <a:off x="9212883" y="3107867"/>
              <a:ext cx="623316" cy="103877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7A3137D-647D-4C3E-6CB1-BF7B68111ACF}"/>
                </a:ext>
              </a:extLst>
            </p:cNvPr>
            <p:cNvSpPr/>
            <p:nvPr/>
          </p:nvSpPr>
          <p:spPr>
            <a:xfrm flipV="1">
              <a:off x="2157938" y="2645998"/>
              <a:ext cx="623316" cy="1065277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3272265-5930-C693-02DF-71EC8A1F1A6A}"/>
                </a:ext>
              </a:extLst>
            </p:cNvPr>
            <p:cNvSpPr/>
            <p:nvPr/>
          </p:nvSpPr>
          <p:spPr>
            <a:xfrm flipV="1">
              <a:off x="2955752" y="2645998"/>
              <a:ext cx="623316" cy="10652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333096-CA2F-5302-D628-4F516D7ADE18}"/>
                </a:ext>
              </a:extLst>
            </p:cNvPr>
            <p:cNvSpPr/>
            <p:nvPr/>
          </p:nvSpPr>
          <p:spPr>
            <a:xfrm flipV="1">
              <a:off x="2946608" y="2639140"/>
              <a:ext cx="623316" cy="1065277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05A2C06-C5C7-0CF2-B307-A0664F200710}"/>
                </a:ext>
              </a:extLst>
            </p:cNvPr>
            <p:cNvSpPr/>
            <p:nvPr/>
          </p:nvSpPr>
          <p:spPr>
            <a:xfrm flipV="1">
              <a:off x="3728928" y="2570560"/>
              <a:ext cx="623316" cy="1111251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309633E-9536-9FB8-15B2-D955D98888D3}"/>
                </a:ext>
              </a:extLst>
            </p:cNvPr>
            <p:cNvSpPr/>
            <p:nvPr/>
          </p:nvSpPr>
          <p:spPr>
            <a:xfrm flipV="1">
              <a:off x="4505279" y="2510233"/>
              <a:ext cx="623316" cy="1156465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FBF00BF3-BDA8-DBFE-014E-9ED05B3AD449}"/>
                </a:ext>
              </a:extLst>
            </p:cNvPr>
            <p:cNvSpPr/>
            <p:nvPr/>
          </p:nvSpPr>
          <p:spPr>
            <a:xfrm flipV="1">
              <a:off x="5290774" y="2421332"/>
              <a:ext cx="623316" cy="1223173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9F51816-7ED1-A397-0876-34318A120D3E}"/>
                </a:ext>
              </a:extLst>
            </p:cNvPr>
            <p:cNvSpPr/>
            <p:nvPr/>
          </p:nvSpPr>
          <p:spPr>
            <a:xfrm flipV="1">
              <a:off x="6070903" y="2367359"/>
              <a:ext cx="623316" cy="1257300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8B39445-D51A-3DED-4EDE-1BB91DDBFA66}"/>
                </a:ext>
              </a:extLst>
            </p:cNvPr>
            <p:cNvSpPr/>
            <p:nvPr/>
          </p:nvSpPr>
          <p:spPr>
            <a:xfrm flipV="1">
              <a:off x="6859192" y="2284811"/>
              <a:ext cx="623316" cy="1336673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0AC3BA9-8DE7-9C73-C131-F45223BDD4B3}"/>
                </a:ext>
              </a:extLst>
            </p:cNvPr>
            <p:cNvSpPr/>
            <p:nvPr/>
          </p:nvSpPr>
          <p:spPr>
            <a:xfrm flipV="1">
              <a:off x="7648021" y="2256234"/>
              <a:ext cx="623316" cy="1346195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D1C9993-5A05-8417-3B48-0B48CDAF4FAC}"/>
                </a:ext>
              </a:extLst>
            </p:cNvPr>
            <p:cNvSpPr/>
            <p:nvPr/>
          </p:nvSpPr>
          <p:spPr>
            <a:xfrm flipV="1">
              <a:off x="8426626" y="2199083"/>
              <a:ext cx="623316" cy="1393819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B8DBF8B-04E3-7EEE-80A3-D93A644A04C2}"/>
                </a:ext>
              </a:extLst>
            </p:cNvPr>
            <p:cNvSpPr/>
            <p:nvPr/>
          </p:nvSpPr>
          <p:spPr>
            <a:xfrm flipV="1">
              <a:off x="9212883" y="2151458"/>
              <a:ext cx="623316" cy="1425570"/>
            </a:xfrm>
            <a:prstGeom prst="rect">
              <a:avLst/>
            </a:prstGeom>
            <a:solidFill>
              <a:srgbClr val="5C38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50F66DD-84A8-BFCE-A0FA-898F5E237E71}"/>
                </a:ext>
              </a:extLst>
            </p:cNvPr>
            <p:cNvSpPr/>
            <p:nvPr/>
          </p:nvSpPr>
          <p:spPr>
            <a:xfrm flipV="1">
              <a:off x="2150318" y="3936824"/>
              <a:ext cx="623316" cy="3849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2628EEC7-CC20-26C5-560F-F9D4D1F84E96}"/>
                </a:ext>
              </a:extLst>
            </p:cNvPr>
            <p:cNvSpPr/>
            <p:nvPr/>
          </p:nvSpPr>
          <p:spPr>
            <a:xfrm flipV="1">
              <a:off x="2946608" y="3923962"/>
              <a:ext cx="623316" cy="3849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51568116-43EF-2054-B13E-032CD69D9F72}"/>
                </a:ext>
              </a:extLst>
            </p:cNvPr>
            <p:cNvSpPr/>
            <p:nvPr/>
          </p:nvSpPr>
          <p:spPr>
            <a:xfrm flipV="1">
              <a:off x="3721308" y="3876625"/>
              <a:ext cx="623316" cy="4287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0EAC4CCC-A786-BDE5-C3F3-3172CC316D53}"/>
                </a:ext>
              </a:extLst>
            </p:cNvPr>
            <p:cNvSpPr/>
            <p:nvPr/>
          </p:nvSpPr>
          <p:spPr>
            <a:xfrm flipV="1">
              <a:off x="4505279" y="3849324"/>
              <a:ext cx="623316" cy="44626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AA75CC67-7E51-64CA-746B-214DD0814BCE}"/>
                </a:ext>
              </a:extLst>
            </p:cNvPr>
            <p:cNvSpPr/>
            <p:nvPr/>
          </p:nvSpPr>
          <p:spPr>
            <a:xfrm flipV="1">
              <a:off x="5295536" y="3829002"/>
              <a:ext cx="623316" cy="47728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3ED5E1A0-AB5B-DA4B-E0D4-33FFB11EAC94}"/>
                </a:ext>
              </a:extLst>
            </p:cNvPr>
            <p:cNvSpPr/>
            <p:nvPr/>
          </p:nvSpPr>
          <p:spPr>
            <a:xfrm flipV="1">
              <a:off x="6070903" y="3797889"/>
              <a:ext cx="623316" cy="50839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28342E72-3BC8-DBD6-F05B-31C8B03A587E}"/>
                </a:ext>
              </a:extLst>
            </p:cNvPr>
            <p:cNvSpPr/>
            <p:nvPr/>
          </p:nvSpPr>
          <p:spPr>
            <a:xfrm flipV="1">
              <a:off x="6859192" y="3764864"/>
              <a:ext cx="623316" cy="54049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215D9A1C-9E32-CD7B-AC40-BCA009FB8434}"/>
                </a:ext>
              </a:extLst>
            </p:cNvPr>
            <p:cNvSpPr/>
            <p:nvPr/>
          </p:nvSpPr>
          <p:spPr>
            <a:xfrm flipV="1">
              <a:off x="7648021" y="3755345"/>
              <a:ext cx="623316" cy="544344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7E362EAF-4B48-962D-0CA3-9D46F249A2D1}"/>
                </a:ext>
              </a:extLst>
            </p:cNvPr>
            <p:cNvSpPr/>
            <p:nvPr/>
          </p:nvSpPr>
          <p:spPr>
            <a:xfrm flipV="1">
              <a:off x="8426626" y="3728672"/>
              <a:ext cx="623316" cy="56691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295C6822-3760-B5AB-CBA7-1DC154357DEA}"/>
                </a:ext>
              </a:extLst>
            </p:cNvPr>
            <p:cNvSpPr/>
            <p:nvPr/>
          </p:nvSpPr>
          <p:spPr>
            <a:xfrm flipV="1">
              <a:off x="9212883" y="3719148"/>
              <a:ext cx="623316" cy="57644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4D73ABE5-4397-F348-8801-8D50AEAC745B}"/>
                </a:ext>
              </a:extLst>
            </p:cNvPr>
            <p:cNvSpPr/>
            <p:nvPr/>
          </p:nvSpPr>
          <p:spPr>
            <a:xfrm>
              <a:off x="3243407" y="2860743"/>
              <a:ext cx="6357716" cy="1216223"/>
            </a:xfrm>
            <a:custGeom>
              <a:avLst/>
              <a:gdLst>
                <a:gd name="connsiteX0" fmla="*/ 0 w 6357716"/>
                <a:gd name="connsiteY0" fmla="*/ 1216223 h 1216223"/>
                <a:gd name="connsiteX1" fmla="*/ 781050 w 6357716"/>
                <a:gd name="connsiteY1" fmla="*/ 473273 h 1216223"/>
                <a:gd name="connsiteX2" fmla="*/ 1600200 w 6357716"/>
                <a:gd name="connsiteY2" fmla="*/ 101798 h 1216223"/>
                <a:gd name="connsiteX3" fmla="*/ 2371725 w 6357716"/>
                <a:gd name="connsiteY3" fmla="*/ 16073 h 1216223"/>
                <a:gd name="connsiteX4" fmla="*/ 3162300 w 6357716"/>
                <a:gd name="connsiteY4" fmla="*/ 368498 h 1216223"/>
                <a:gd name="connsiteX5" fmla="*/ 3924300 w 6357716"/>
                <a:gd name="connsiteY5" fmla="*/ 387548 h 1216223"/>
                <a:gd name="connsiteX6" fmla="*/ 4733925 w 6357716"/>
                <a:gd name="connsiteY6" fmla="*/ 482798 h 1216223"/>
                <a:gd name="connsiteX7" fmla="*/ 5505450 w 6357716"/>
                <a:gd name="connsiteY7" fmla="*/ 587573 h 1216223"/>
                <a:gd name="connsiteX8" fmla="*/ 6276975 w 6357716"/>
                <a:gd name="connsiteY8" fmla="*/ 625673 h 1216223"/>
                <a:gd name="connsiteX9" fmla="*/ 6296025 w 6357716"/>
                <a:gd name="connsiteY9" fmla="*/ 616148 h 1216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7716" h="1216223">
                  <a:moveTo>
                    <a:pt x="0" y="1216223"/>
                  </a:moveTo>
                  <a:cubicBezTo>
                    <a:pt x="257175" y="937616"/>
                    <a:pt x="514350" y="659010"/>
                    <a:pt x="781050" y="473273"/>
                  </a:cubicBezTo>
                  <a:cubicBezTo>
                    <a:pt x="1047750" y="287536"/>
                    <a:pt x="1335088" y="177998"/>
                    <a:pt x="1600200" y="101798"/>
                  </a:cubicBezTo>
                  <a:cubicBezTo>
                    <a:pt x="1865312" y="25598"/>
                    <a:pt x="2111375" y="-28377"/>
                    <a:pt x="2371725" y="16073"/>
                  </a:cubicBezTo>
                  <a:cubicBezTo>
                    <a:pt x="2632075" y="60523"/>
                    <a:pt x="2903538" y="306586"/>
                    <a:pt x="3162300" y="368498"/>
                  </a:cubicBezTo>
                  <a:cubicBezTo>
                    <a:pt x="3421062" y="430410"/>
                    <a:pt x="3662363" y="368498"/>
                    <a:pt x="3924300" y="387548"/>
                  </a:cubicBezTo>
                  <a:cubicBezTo>
                    <a:pt x="4186237" y="406598"/>
                    <a:pt x="4733925" y="482798"/>
                    <a:pt x="4733925" y="482798"/>
                  </a:cubicBezTo>
                  <a:cubicBezTo>
                    <a:pt x="4997450" y="516135"/>
                    <a:pt x="5248275" y="563760"/>
                    <a:pt x="5505450" y="587573"/>
                  </a:cubicBezTo>
                  <a:cubicBezTo>
                    <a:pt x="5762625" y="611386"/>
                    <a:pt x="6145213" y="620911"/>
                    <a:pt x="6276975" y="625673"/>
                  </a:cubicBezTo>
                  <a:cubicBezTo>
                    <a:pt x="6408737" y="630435"/>
                    <a:pt x="6352381" y="623291"/>
                    <a:pt x="6296025" y="616148"/>
                  </a:cubicBezTo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AC8EDD-6732-159C-64AA-E02F7688B389}"/>
                </a:ext>
              </a:extLst>
            </p:cNvPr>
            <p:cNvSpPr txBox="1"/>
            <p:nvPr/>
          </p:nvSpPr>
          <p:spPr>
            <a:xfrm>
              <a:off x="8946024" y="1519201"/>
              <a:ext cx="15616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Annual growth rate (%)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C41D15-0DBA-EA95-995E-6756EC007B1F}"/>
                </a:ext>
              </a:extLst>
            </p:cNvPr>
            <p:cNvSpPr txBox="1"/>
            <p:nvPr/>
          </p:nvSpPr>
          <p:spPr>
            <a:xfrm>
              <a:off x="1258949" y="1504051"/>
              <a:ext cx="162576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Service revenue, </a:t>
              </a:r>
              <a:r>
                <a:rPr lang="en-US" sz="1100" dirty="0" err="1"/>
                <a:t>US$bn</a:t>
              </a:r>
              <a:endParaRPr lang="en-US" sz="1100" dirty="0"/>
            </a:p>
          </p:txBody>
        </p: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51D2D2F9-784A-DA0E-FCFE-ABE17BE784A3}"/>
                </a:ext>
              </a:extLst>
            </p:cNvPr>
            <p:cNvCxnSpPr/>
            <p:nvPr/>
          </p:nvCxnSpPr>
          <p:spPr>
            <a:xfrm>
              <a:off x="2071832" y="2000516"/>
              <a:ext cx="0" cy="229507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F4BFF851-509D-1CE3-F5A8-0BEA2D1AAF4C}"/>
                </a:ext>
              </a:extLst>
            </p:cNvPr>
            <p:cNvCxnSpPr/>
            <p:nvPr/>
          </p:nvCxnSpPr>
          <p:spPr>
            <a:xfrm>
              <a:off x="9939482" y="2000516"/>
              <a:ext cx="0" cy="229507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04" name="Группа 4103">
              <a:extLst>
                <a:ext uri="{FF2B5EF4-FFF2-40B4-BE49-F238E27FC236}">
                  <a16:creationId xmlns:a16="http://schemas.microsoft.com/office/drawing/2014/main" id="{46505884-D996-567E-A1CC-F34FF57CAF91}"/>
                </a:ext>
              </a:extLst>
            </p:cNvPr>
            <p:cNvGrpSpPr/>
            <p:nvPr/>
          </p:nvGrpSpPr>
          <p:grpSpPr>
            <a:xfrm>
              <a:off x="1099647" y="1860405"/>
              <a:ext cx="486030" cy="2575757"/>
              <a:chOff x="951865" y="3003139"/>
              <a:chExt cx="486030" cy="2575757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0E50FC8-20D5-A4D9-C474-7EE98588A0AF}"/>
                  </a:ext>
                </a:extLst>
              </p:cNvPr>
              <p:cNvSpPr txBox="1"/>
              <p:nvPr/>
            </p:nvSpPr>
            <p:spPr>
              <a:xfrm>
                <a:off x="951865" y="3003139"/>
                <a:ext cx="4860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1400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FDFE51-142B-B050-F5A7-865E2871B2D7}"/>
                  </a:ext>
                </a:extLst>
              </p:cNvPr>
              <p:cNvSpPr txBox="1"/>
              <p:nvPr/>
            </p:nvSpPr>
            <p:spPr>
              <a:xfrm>
                <a:off x="951865" y="3341817"/>
                <a:ext cx="4860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1200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CF38E9-21B2-3B3E-479B-4AE25A566B87}"/>
                  </a:ext>
                </a:extLst>
              </p:cNvPr>
              <p:cNvSpPr txBox="1"/>
              <p:nvPr/>
            </p:nvSpPr>
            <p:spPr>
              <a:xfrm>
                <a:off x="951865" y="3664799"/>
                <a:ext cx="4860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1000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235F63E-6982-BA98-F29B-7AD619EFE819}"/>
                  </a:ext>
                </a:extLst>
              </p:cNvPr>
              <p:cNvSpPr txBox="1"/>
              <p:nvPr/>
            </p:nvSpPr>
            <p:spPr>
              <a:xfrm>
                <a:off x="951865" y="4003477"/>
                <a:ext cx="41069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800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9FC5EF9-3991-4A7B-FD20-D78DBC07B087}"/>
                  </a:ext>
                </a:extLst>
              </p:cNvPr>
              <p:cNvSpPr txBox="1"/>
              <p:nvPr/>
            </p:nvSpPr>
            <p:spPr>
              <a:xfrm>
                <a:off x="951865" y="4316948"/>
                <a:ext cx="41069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600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A0C0E8-8EDE-025B-048B-FD0A41FDC15E}"/>
                  </a:ext>
                </a:extLst>
              </p:cNvPr>
              <p:cNvSpPr txBox="1"/>
              <p:nvPr/>
            </p:nvSpPr>
            <p:spPr>
              <a:xfrm>
                <a:off x="951865" y="4655626"/>
                <a:ext cx="41069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400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4E1F6A0-0FB7-39B3-1E52-72673A9D8F4F}"/>
                  </a:ext>
                </a:extLst>
              </p:cNvPr>
              <p:cNvSpPr txBox="1"/>
              <p:nvPr/>
            </p:nvSpPr>
            <p:spPr>
              <a:xfrm>
                <a:off x="951865" y="4978608"/>
                <a:ext cx="41069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200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0D5B511-B75C-468E-0981-B010179F14A2}"/>
                  </a:ext>
                </a:extLst>
              </p:cNvPr>
              <p:cNvSpPr txBox="1"/>
              <p:nvPr/>
            </p:nvSpPr>
            <p:spPr>
              <a:xfrm>
                <a:off x="985696" y="5317286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0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CAE672-885F-B7D4-0DA1-EC74DBFBE8FD}"/>
                </a:ext>
              </a:extLst>
            </p:cNvPr>
            <p:cNvSpPr txBox="1"/>
            <p:nvPr/>
          </p:nvSpPr>
          <p:spPr>
            <a:xfrm>
              <a:off x="2217672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2019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B517476-C2BD-204D-2580-3AD1B168A460}"/>
                </a:ext>
              </a:extLst>
            </p:cNvPr>
            <p:cNvSpPr txBox="1"/>
            <p:nvPr/>
          </p:nvSpPr>
          <p:spPr>
            <a:xfrm>
              <a:off x="2999103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6FB5EAE-FBE6-1282-D1B2-18DC69264B62}"/>
                </a:ext>
              </a:extLst>
            </p:cNvPr>
            <p:cNvSpPr txBox="1"/>
            <p:nvPr/>
          </p:nvSpPr>
          <p:spPr>
            <a:xfrm>
              <a:off x="3786713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9B353BE-03C4-41D9-15E0-5203589E2CA9}"/>
                </a:ext>
              </a:extLst>
            </p:cNvPr>
            <p:cNvSpPr txBox="1"/>
            <p:nvPr/>
          </p:nvSpPr>
          <p:spPr>
            <a:xfrm>
              <a:off x="4568144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2CA94E-0B76-FE56-A9E3-A6070919CC18}"/>
                </a:ext>
              </a:extLst>
            </p:cNvPr>
            <p:cNvSpPr txBox="1"/>
            <p:nvPr/>
          </p:nvSpPr>
          <p:spPr>
            <a:xfrm>
              <a:off x="5355058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92CD360-45BC-77C6-C9BB-77126BA1363B}"/>
                </a:ext>
              </a:extLst>
            </p:cNvPr>
            <p:cNvSpPr txBox="1"/>
            <p:nvPr/>
          </p:nvSpPr>
          <p:spPr>
            <a:xfrm>
              <a:off x="6136489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2024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E27DD00-0255-462F-9E74-AE5C4BCDA9F7}"/>
                </a:ext>
              </a:extLst>
            </p:cNvPr>
            <p:cNvSpPr txBox="1"/>
            <p:nvPr/>
          </p:nvSpPr>
          <p:spPr>
            <a:xfrm>
              <a:off x="6924099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2025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73BAB68-B10E-7296-F3C2-1099336758D6}"/>
                </a:ext>
              </a:extLst>
            </p:cNvPr>
            <p:cNvSpPr txBox="1"/>
            <p:nvPr/>
          </p:nvSpPr>
          <p:spPr>
            <a:xfrm>
              <a:off x="7705530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2026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28B08C7-E508-B337-F3FC-7CC11222CB07}"/>
                </a:ext>
              </a:extLst>
            </p:cNvPr>
            <p:cNvSpPr txBox="1"/>
            <p:nvPr/>
          </p:nvSpPr>
          <p:spPr>
            <a:xfrm>
              <a:off x="8519703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2027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D49536B-BFF3-F8FF-8558-E28C3ACB8342}"/>
                </a:ext>
              </a:extLst>
            </p:cNvPr>
            <p:cNvSpPr txBox="1"/>
            <p:nvPr/>
          </p:nvSpPr>
          <p:spPr>
            <a:xfrm>
              <a:off x="9301134" y="4587402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2028</a:t>
              </a:r>
            </a:p>
          </p:txBody>
        </p:sp>
        <p:grpSp>
          <p:nvGrpSpPr>
            <p:cNvPr id="4105" name="Группа 4104">
              <a:extLst>
                <a:ext uri="{FF2B5EF4-FFF2-40B4-BE49-F238E27FC236}">
                  <a16:creationId xmlns:a16="http://schemas.microsoft.com/office/drawing/2014/main" id="{1F0B066E-C935-3841-C399-24EB85137D77}"/>
                </a:ext>
              </a:extLst>
            </p:cNvPr>
            <p:cNvGrpSpPr/>
            <p:nvPr/>
          </p:nvGrpSpPr>
          <p:grpSpPr>
            <a:xfrm>
              <a:off x="10119096" y="1860405"/>
              <a:ext cx="293839" cy="2575757"/>
              <a:chOff x="10058561" y="3003139"/>
              <a:chExt cx="293839" cy="2575757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D0D5FE0-F1D6-77AF-C4CC-304AFFEC267A}"/>
                  </a:ext>
                </a:extLst>
              </p:cNvPr>
              <p:cNvSpPr txBox="1"/>
              <p:nvPr/>
            </p:nvSpPr>
            <p:spPr>
              <a:xfrm>
                <a:off x="10058561" y="3003139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7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A62836-7F64-017D-300B-569F7330C1C3}"/>
                  </a:ext>
                </a:extLst>
              </p:cNvPr>
              <p:cNvSpPr txBox="1"/>
              <p:nvPr/>
            </p:nvSpPr>
            <p:spPr>
              <a:xfrm>
                <a:off x="10058561" y="3341817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6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98B8E60-B937-3D4F-5A95-E60A770D1689}"/>
                  </a:ext>
                </a:extLst>
              </p:cNvPr>
              <p:cNvSpPr txBox="1"/>
              <p:nvPr/>
            </p:nvSpPr>
            <p:spPr>
              <a:xfrm>
                <a:off x="10058561" y="3664799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5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7A9EF40-7815-9A56-63E2-AF02111B4BEC}"/>
                  </a:ext>
                </a:extLst>
              </p:cNvPr>
              <p:cNvSpPr txBox="1"/>
              <p:nvPr/>
            </p:nvSpPr>
            <p:spPr>
              <a:xfrm>
                <a:off x="10058561" y="4003477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4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E1036F7-D512-FFBC-822C-319918C64AA8}"/>
                  </a:ext>
                </a:extLst>
              </p:cNvPr>
              <p:cNvSpPr txBox="1"/>
              <p:nvPr/>
            </p:nvSpPr>
            <p:spPr>
              <a:xfrm>
                <a:off x="10058561" y="4316948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3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6069D94-DB26-C365-4871-E7350A49E2ED}"/>
                  </a:ext>
                </a:extLst>
              </p:cNvPr>
              <p:cNvSpPr txBox="1"/>
              <p:nvPr/>
            </p:nvSpPr>
            <p:spPr>
              <a:xfrm>
                <a:off x="10058561" y="4655626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2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2E07F3D-9266-6DDD-E2B2-D732A9898CC3}"/>
                  </a:ext>
                </a:extLst>
              </p:cNvPr>
              <p:cNvSpPr txBox="1"/>
              <p:nvPr/>
            </p:nvSpPr>
            <p:spPr>
              <a:xfrm>
                <a:off x="10058561" y="4978608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1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E6B8002-F35B-D7C9-1F63-0C2A1578CF9C}"/>
                  </a:ext>
                </a:extLst>
              </p:cNvPr>
              <p:cNvSpPr txBox="1"/>
              <p:nvPr/>
            </p:nvSpPr>
            <p:spPr>
              <a:xfrm>
                <a:off x="10092392" y="5317286"/>
                <a:ext cx="2600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0</a:t>
                </a:r>
              </a:p>
            </p:txBody>
          </p:sp>
        </p:grpSp>
        <p:grpSp>
          <p:nvGrpSpPr>
            <p:cNvPr id="4136" name="Группа 4135">
              <a:extLst>
                <a:ext uri="{FF2B5EF4-FFF2-40B4-BE49-F238E27FC236}">
                  <a16:creationId xmlns:a16="http://schemas.microsoft.com/office/drawing/2014/main" id="{45E7DC08-9D88-AF49-3419-604EDCC4BB51}"/>
                </a:ext>
              </a:extLst>
            </p:cNvPr>
            <p:cNvGrpSpPr/>
            <p:nvPr/>
          </p:nvGrpSpPr>
          <p:grpSpPr>
            <a:xfrm>
              <a:off x="1112780" y="5089613"/>
              <a:ext cx="9593662" cy="264336"/>
              <a:chOff x="1112780" y="5089613"/>
              <a:chExt cx="9593662" cy="264336"/>
            </a:xfrm>
          </p:grpSpPr>
          <p:grpSp>
            <p:nvGrpSpPr>
              <p:cNvPr id="4123" name="Группа 4122">
                <a:extLst>
                  <a:ext uri="{FF2B5EF4-FFF2-40B4-BE49-F238E27FC236}">
                    <a16:creationId xmlns:a16="http://schemas.microsoft.com/office/drawing/2014/main" id="{FB2B8067-FAEB-0DC6-0F2A-5D30AD36B7E9}"/>
                  </a:ext>
                </a:extLst>
              </p:cNvPr>
              <p:cNvGrpSpPr/>
              <p:nvPr/>
            </p:nvGrpSpPr>
            <p:grpSpPr>
              <a:xfrm>
                <a:off x="1112780" y="5089613"/>
                <a:ext cx="1912952" cy="261610"/>
                <a:chOff x="1335029" y="6232347"/>
                <a:chExt cx="1912952" cy="261610"/>
              </a:xfrm>
            </p:grpSpPr>
            <p:sp>
              <p:nvSpPr>
                <p:cNvPr id="4107" name="Прямоугольник 4106">
                  <a:extLst>
                    <a:ext uri="{FF2B5EF4-FFF2-40B4-BE49-F238E27FC236}">
                      <a16:creationId xmlns:a16="http://schemas.microsoft.com/office/drawing/2014/main" id="{744922BB-75B2-6325-3E80-DFC812C828E3}"/>
                    </a:ext>
                  </a:extLst>
                </p:cNvPr>
                <p:cNvSpPr/>
                <p:nvPr/>
              </p:nvSpPr>
              <p:spPr>
                <a:xfrm>
                  <a:off x="1335029" y="6279168"/>
                  <a:ext cx="184355" cy="184355"/>
                </a:xfrm>
                <a:prstGeom prst="rect">
                  <a:avLst/>
                </a:prstGeom>
                <a:solidFill>
                  <a:srgbClr val="5C3887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20" name="TextBox 4119">
                  <a:extLst>
                    <a:ext uri="{FF2B5EF4-FFF2-40B4-BE49-F238E27FC236}">
                      <a16:creationId xmlns:a16="http://schemas.microsoft.com/office/drawing/2014/main" id="{661B9416-CFF7-5534-DBEA-13567CEF269C}"/>
                    </a:ext>
                  </a:extLst>
                </p:cNvPr>
                <p:cNvSpPr txBox="1"/>
                <p:nvPr/>
              </p:nvSpPr>
              <p:spPr>
                <a:xfrm>
                  <a:off x="1526035" y="6232347"/>
                  <a:ext cx="172194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Fixed broadband revenue</a:t>
                  </a:r>
                </a:p>
              </p:txBody>
            </p:sp>
          </p:grpSp>
          <p:grpSp>
            <p:nvGrpSpPr>
              <p:cNvPr id="4124" name="Группа 4123">
                <a:extLst>
                  <a:ext uri="{FF2B5EF4-FFF2-40B4-BE49-F238E27FC236}">
                    <a16:creationId xmlns:a16="http://schemas.microsoft.com/office/drawing/2014/main" id="{EDE617F8-7D4F-1648-ED83-D02B9CE71D58}"/>
                  </a:ext>
                </a:extLst>
              </p:cNvPr>
              <p:cNvGrpSpPr/>
              <p:nvPr/>
            </p:nvGrpSpPr>
            <p:grpSpPr>
              <a:xfrm>
                <a:off x="3292586" y="5092339"/>
                <a:ext cx="1599736" cy="261610"/>
                <a:chOff x="4032783" y="6235073"/>
                <a:chExt cx="1599736" cy="261610"/>
              </a:xfrm>
            </p:grpSpPr>
            <p:sp>
              <p:nvSpPr>
                <p:cNvPr id="4108" name="Прямоугольник 4107">
                  <a:extLst>
                    <a:ext uri="{FF2B5EF4-FFF2-40B4-BE49-F238E27FC236}">
                      <a16:creationId xmlns:a16="http://schemas.microsoft.com/office/drawing/2014/main" id="{8DCE1C4B-408A-7BAD-9D41-D7E3F39E3508}"/>
                    </a:ext>
                  </a:extLst>
                </p:cNvPr>
                <p:cNvSpPr/>
                <p:nvPr/>
              </p:nvSpPr>
              <p:spPr>
                <a:xfrm>
                  <a:off x="4032783" y="6269932"/>
                  <a:ext cx="184355" cy="184355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21" name="TextBox 4120">
                  <a:extLst>
                    <a:ext uri="{FF2B5EF4-FFF2-40B4-BE49-F238E27FC236}">
                      <a16:creationId xmlns:a16="http://schemas.microsoft.com/office/drawing/2014/main" id="{37283CA5-83DC-E2CF-8B04-E8C40B886696}"/>
                    </a:ext>
                  </a:extLst>
                </p:cNvPr>
                <p:cNvSpPr txBox="1"/>
                <p:nvPr/>
              </p:nvSpPr>
              <p:spPr>
                <a:xfrm>
                  <a:off x="4255219" y="6235073"/>
                  <a:ext cx="13773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Fixed voice revenue</a:t>
                  </a:r>
                </a:p>
              </p:txBody>
            </p:sp>
          </p:grpSp>
          <p:grpSp>
            <p:nvGrpSpPr>
              <p:cNvPr id="4125" name="Группа 4124">
                <a:extLst>
                  <a:ext uri="{FF2B5EF4-FFF2-40B4-BE49-F238E27FC236}">
                    <a16:creationId xmlns:a16="http://schemas.microsoft.com/office/drawing/2014/main" id="{09871353-2BA0-63DD-807A-CC312213DBE3}"/>
                  </a:ext>
                </a:extLst>
              </p:cNvPr>
              <p:cNvGrpSpPr/>
              <p:nvPr/>
            </p:nvGrpSpPr>
            <p:grpSpPr>
              <a:xfrm>
                <a:off x="5179212" y="5089613"/>
                <a:ext cx="1323751" cy="261610"/>
                <a:chOff x="6176488" y="6232347"/>
                <a:chExt cx="1323751" cy="261610"/>
              </a:xfrm>
            </p:grpSpPr>
            <p:sp>
              <p:nvSpPr>
                <p:cNvPr id="4119" name="Прямоугольник 4118">
                  <a:extLst>
                    <a:ext uri="{FF2B5EF4-FFF2-40B4-BE49-F238E27FC236}">
                      <a16:creationId xmlns:a16="http://schemas.microsoft.com/office/drawing/2014/main" id="{CED4504B-AA80-D0AD-9D5B-D118915F6F82}"/>
                    </a:ext>
                  </a:extLst>
                </p:cNvPr>
                <p:cNvSpPr/>
                <p:nvPr/>
              </p:nvSpPr>
              <p:spPr>
                <a:xfrm>
                  <a:off x="6176488" y="6279168"/>
                  <a:ext cx="184355" cy="184355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22" name="TextBox 4121">
                  <a:extLst>
                    <a:ext uri="{FF2B5EF4-FFF2-40B4-BE49-F238E27FC236}">
                      <a16:creationId xmlns:a16="http://schemas.microsoft.com/office/drawing/2014/main" id="{D0F1C54F-3E10-036B-29D8-6919741DB23F}"/>
                    </a:ext>
                  </a:extLst>
                </p:cNvPr>
                <p:cNvSpPr txBox="1"/>
                <p:nvPr/>
              </p:nvSpPr>
              <p:spPr>
                <a:xfrm>
                  <a:off x="6384228" y="6232347"/>
                  <a:ext cx="111601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/>
                    <a:t>Mobile revenue</a:t>
                  </a:r>
                </a:p>
              </p:txBody>
            </p:sp>
          </p:grpSp>
          <p:sp>
            <p:nvSpPr>
              <p:cNvPr id="4127" name="Прямоугольник 4126">
                <a:extLst>
                  <a:ext uri="{FF2B5EF4-FFF2-40B4-BE49-F238E27FC236}">
                    <a16:creationId xmlns:a16="http://schemas.microsoft.com/office/drawing/2014/main" id="{CFB94B16-5819-6EA4-B695-70A195DC8128}"/>
                  </a:ext>
                </a:extLst>
              </p:cNvPr>
              <p:cNvSpPr/>
              <p:nvPr/>
            </p:nvSpPr>
            <p:spPr>
              <a:xfrm>
                <a:off x="6933975" y="5136434"/>
                <a:ext cx="184355" cy="184355"/>
              </a:xfrm>
              <a:prstGeom prst="rect">
                <a:avLst/>
              </a:prstGeom>
              <a:solidFill>
                <a:srgbClr val="F2AA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8" name="TextBox 4127">
                <a:extLst>
                  <a:ext uri="{FF2B5EF4-FFF2-40B4-BE49-F238E27FC236}">
                    <a16:creationId xmlns:a16="http://schemas.microsoft.com/office/drawing/2014/main" id="{5B15C495-CDCC-4594-335C-84E20F2CF2F9}"/>
                  </a:ext>
                </a:extLst>
              </p:cNvPr>
              <p:cNvSpPr txBox="1"/>
              <p:nvPr/>
            </p:nvSpPr>
            <p:spPr>
              <a:xfrm>
                <a:off x="7124981" y="5089613"/>
                <a:ext cx="133241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Annual growth rate</a:t>
                </a:r>
              </a:p>
            </p:txBody>
          </p:sp>
          <p:sp>
            <p:nvSpPr>
              <p:cNvPr id="4134" name="Прямоугольник 4133">
                <a:extLst>
                  <a:ext uri="{FF2B5EF4-FFF2-40B4-BE49-F238E27FC236}">
                    <a16:creationId xmlns:a16="http://schemas.microsoft.com/office/drawing/2014/main" id="{364797A0-B1D5-E1D9-D9CC-1B89B7265A36}"/>
                  </a:ext>
                </a:extLst>
              </p:cNvPr>
              <p:cNvSpPr/>
              <p:nvPr/>
            </p:nvSpPr>
            <p:spPr>
              <a:xfrm>
                <a:off x="8755018" y="5136434"/>
                <a:ext cx="184355" cy="1843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5" name="TextBox 4134">
                <a:extLst>
                  <a:ext uri="{FF2B5EF4-FFF2-40B4-BE49-F238E27FC236}">
                    <a16:creationId xmlns:a16="http://schemas.microsoft.com/office/drawing/2014/main" id="{602D4F66-2B12-D40B-2C22-319AFCEBE354}"/>
                  </a:ext>
                </a:extLst>
              </p:cNvPr>
              <p:cNvSpPr txBox="1"/>
              <p:nvPr/>
            </p:nvSpPr>
            <p:spPr>
              <a:xfrm>
                <a:off x="8946024" y="5089613"/>
                <a:ext cx="176041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New Business growth rate</a:t>
                </a:r>
              </a:p>
            </p:txBody>
          </p:sp>
        </p:grpSp>
        <p:sp>
          <p:nvSpPr>
            <p:cNvPr id="4133" name="Полилиния: фигура 4132">
              <a:extLst>
                <a:ext uri="{FF2B5EF4-FFF2-40B4-BE49-F238E27FC236}">
                  <a16:creationId xmlns:a16="http://schemas.microsoft.com/office/drawing/2014/main" id="{FD8D0137-7CBE-30EE-36D7-1F10EBDA9318}"/>
                </a:ext>
              </a:extLst>
            </p:cNvPr>
            <p:cNvSpPr/>
            <p:nvPr/>
          </p:nvSpPr>
          <p:spPr>
            <a:xfrm>
              <a:off x="3990914" y="2601040"/>
              <a:ext cx="5778086" cy="1513529"/>
            </a:xfrm>
            <a:custGeom>
              <a:avLst/>
              <a:gdLst>
                <a:gd name="connsiteX0" fmla="*/ 0 w 2632363"/>
                <a:gd name="connsiteY0" fmla="*/ 1487054 h 1487054"/>
                <a:gd name="connsiteX1" fmla="*/ 406400 w 2632363"/>
                <a:gd name="connsiteY1" fmla="*/ 831272 h 1487054"/>
                <a:gd name="connsiteX2" fmla="*/ 923636 w 2632363"/>
                <a:gd name="connsiteY2" fmla="*/ 461818 h 1487054"/>
                <a:gd name="connsiteX3" fmla="*/ 1773381 w 2632363"/>
                <a:gd name="connsiteY3" fmla="*/ 138545 h 1487054"/>
                <a:gd name="connsiteX4" fmla="*/ 2632363 w 2632363"/>
                <a:gd name="connsiteY4" fmla="*/ 0 h 1487054"/>
                <a:gd name="connsiteX0" fmla="*/ 0 w 2632363"/>
                <a:gd name="connsiteY0" fmla="*/ 1487054 h 1487054"/>
                <a:gd name="connsiteX1" fmla="*/ 406400 w 2632363"/>
                <a:gd name="connsiteY1" fmla="*/ 831272 h 1487054"/>
                <a:gd name="connsiteX2" fmla="*/ 951461 w 2632363"/>
                <a:gd name="connsiteY2" fmla="*/ 289017 h 1487054"/>
                <a:gd name="connsiteX3" fmla="*/ 1773381 w 2632363"/>
                <a:gd name="connsiteY3" fmla="*/ 138545 h 1487054"/>
                <a:gd name="connsiteX4" fmla="*/ 2632363 w 2632363"/>
                <a:gd name="connsiteY4" fmla="*/ 0 h 1487054"/>
                <a:gd name="connsiteX0" fmla="*/ 0 w 2632363"/>
                <a:gd name="connsiteY0" fmla="*/ 1487054 h 1487054"/>
                <a:gd name="connsiteX1" fmla="*/ 406400 w 2632363"/>
                <a:gd name="connsiteY1" fmla="*/ 831272 h 1487054"/>
                <a:gd name="connsiteX2" fmla="*/ 951461 w 2632363"/>
                <a:gd name="connsiteY2" fmla="*/ 289017 h 1487054"/>
                <a:gd name="connsiteX3" fmla="*/ 1727006 w 2632363"/>
                <a:gd name="connsiteY3" fmla="*/ 71345 h 1487054"/>
                <a:gd name="connsiteX4" fmla="*/ 2632363 w 2632363"/>
                <a:gd name="connsiteY4" fmla="*/ 0 h 1487054"/>
                <a:gd name="connsiteX0" fmla="*/ 0 w 2632363"/>
                <a:gd name="connsiteY0" fmla="*/ 1487054 h 1487054"/>
                <a:gd name="connsiteX1" fmla="*/ 406400 w 2632363"/>
                <a:gd name="connsiteY1" fmla="*/ 831272 h 1487054"/>
                <a:gd name="connsiteX2" fmla="*/ 951461 w 2632363"/>
                <a:gd name="connsiteY2" fmla="*/ 289017 h 1487054"/>
                <a:gd name="connsiteX3" fmla="*/ 1727006 w 2632363"/>
                <a:gd name="connsiteY3" fmla="*/ 71345 h 1487054"/>
                <a:gd name="connsiteX4" fmla="*/ 2632363 w 2632363"/>
                <a:gd name="connsiteY4" fmla="*/ 0 h 1487054"/>
                <a:gd name="connsiteX0" fmla="*/ 0 w 2813226"/>
                <a:gd name="connsiteY0" fmla="*/ 1525454 h 1525454"/>
                <a:gd name="connsiteX1" fmla="*/ 406400 w 2813226"/>
                <a:gd name="connsiteY1" fmla="*/ 869672 h 1525454"/>
                <a:gd name="connsiteX2" fmla="*/ 951461 w 2813226"/>
                <a:gd name="connsiteY2" fmla="*/ 327417 h 1525454"/>
                <a:gd name="connsiteX3" fmla="*/ 1727006 w 2813226"/>
                <a:gd name="connsiteY3" fmla="*/ 109745 h 1525454"/>
                <a:gd name="connsiteX4" fmla="*/ 2813226 w 2813226"/>
                <a:gd name="connsiteY4" fmla="*/ 0 h 1525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3226" h="1525454">
                  <a:moveTo>
                    <a:pt x="0" y="1525454"/>
                  </a:moveTo>
                  <a:cubicBezTo>
                    <a:pt x="126230" y="1282999"/>
                    <a:pt x="247823" y="1069345"/>
                    <a:pt x="406400" y="869672"/>
                  </a:cubicBezTo>
                  <a:cubicBezTo>
                    <a:pt x="564977" y="669999"/>
                    <a:pt x="731360" y="454071"/>
                    <a:pt x="951461" y="327417"/>
                  </a:cubicBezTo>
                  <a:cubicBezTo>
                    <a:pt x="1171562" y="200763"/>
                    <a:pt x="1442218" y="186715"/>
                    <a:pt x="1727006" y="109745"/>
                  </a:cubicBezTo>
                  <a:cubicBezTo>
                    <a:pt x="2062807" y="42375"/>
                    <a:pt x="2526129" y="30787"/>
                    <a:pt x="2813226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AF5A943-AEF8-0BAA-0D22-1C69E085BFD3}"/>
              </a:ext>
            </a:extLst>
          </p:cNvPr>
          <p:cNvCxnSpPr>
            <a:cxnSpLocks/>
          </p:cNvCxnSpPr>
          <p:nvPr/>
        </p:nvCxnSpPr>
        <p:spPr>
          <a:xfrm>
            <a:off x="433522" y="1031888"/>
            <a:ext cx="10605953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8A90BC-3CFB-F51C-D2CA-7F8A8F0756F7}"/>
              </a:ext>
            </a:extLst>
          </p:cNvPr>
          <p:cNvSpPr txBox="1"/>
          <p:nvPr/>
        </p:nvSpPr>
        <p:spPr>
          <a:xfrm>
            <a:off x="161925" y="6075895"/>
            <a:ext cx="11887200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Вывод: запуск новых цифровых направлений для диверсификации рисков</a:t>
            </a:r>
            <a:endParaRPr lang="en-US" sz="2176" b="1" dirty="0">
              <a:solidFill>
                <a:srgbClr val="7030A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56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065E-82BA-5B8C-3846-A9FCDB8F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7887593-3DC8-A67C-8908-11DE68522F87}"/>
              </a:ext>
            </a:extLst>
          </p:cNvPr>
          <p:cNvSpPr/>
          <p:nvPr/>
        </p:nvSpPr>
        <p:spPr>
          <a:xfrm>
            <a:off x="1593230" y="6607519"/>
            <a:ext cx="9030564" cy="0"/>
          </a:xfrm>
          <a:custGeom>
            <a:avLst/>
            <a:gdLst/>
            <a:ahLst/>
            <a:cxnLst/>
            <a:rect l="l" t="t" r="r" b="b"/>
            <a:pathLst>
              <a:path w="9958705">
                <a:moveTo>
                  <a:pt x="0" y="0"/>
                </a:moveTo>
                <a:lnTo>
                  <a:pt x="9958600" y="0"/>
                </a:lnTo>
              </a:path>
            </a:pathLst>
          </a:custGeom>
          <a:ln w="7199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 sz="1632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F5C68-5C1D-9217-4575-5CA1C7B52D66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Описание услуги и функционал: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4D273F-B991-5BA8-D8BD-E497B21C9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EA53A62-4584-6603-8911-30EAC6974699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D0B1F603-BFB4-A366-0EFF-7BFC0E9DDFB1}"/>
              </a:ext>
            </a:extLst>
          </p:cNvPr>
          <p:cNvGrpSpPr/>
          <p:nvPr/>
        </p:nvGrpSpPr>
        <p:grpSpPr>
          <a:xfrm>
            <a:off x="5939945" y="1995830"/>
            <a:ext cx="5860623" cy="4192232"/>
            <a:chOff x="5542809" y="2174281"/>
            <a:chExt cx="5860623" cy="41922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0C2677-7568-D696-2184-B977C4FF32EE}"/>
                </a:ext>
              </a:extLst>
            </p:cNvPr>
            <p:cNvSpPr txBox="1"/>
            <p:nvPr/>
          </p:nvSpPr>
          <p:spPr>
            <a:xfrm>
              <a:off x="6422581" y="2304413"/>
              <a:ext cx="641522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Чаты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87863DF-6BD1-8C94-254E-27E05FAD107A}"/>
                </a:ext>
              </a:extLst>
            </p:cNvPr>
            <p:cNvSpPr txBox="1"/>
            <p:nvPr/>
          </p:nvSpPr>
          <p:spPr>
            <a:xfrm>
              <a:off x="6422581" y="3162602"/>
              <a:ext cx="3285964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Звонки между 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Teams </a:t>
              </a: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абонентами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75E1F2-7301-4E78-9408-D265BFC3410A}"/>
                </a:ext>
              </a:extLst>
            </p:cNvPr>
            <p:cNvSpPr txBox="1"/>
            <p:nvPr/>
          </p:nvSpPr>
          <p:spPr>
            <a:xfrm>
              <a:off x="6422581" y="3999153"/>
              <a:ext cx="4631396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Звонки на сотовые, городские, международные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направления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46CCB4-2C51-7E7C-14A3-D7ECE011354B}"/>
                </a:ext>
              </a:extLst>
            </p:cNvPr>
            <p:cNvSpPr txBox="1"/>
            <p:nvPr/>
          </p:nvSpPr>
          <p:spPr>
            <a:xfrm>
              <a:off x="6422581" y="5861786"/>
              <a:ext cx="4980851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Совместная работа над документами и их хранение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FBE83-8698-200B-4ED1-469C12F84894}"/>
                </a:ext>
              </a:extLst>
            </p:cNvPr>
            <p:cNvSpPr txBox="1"/>
            <p:nvPr/>
          </p:nvSpPr>
          <p:spPr>
            <a:xfrm>
              <a:off x="6422581" y="4949829"/>
              <a:ext cx="2795958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Аудио – видео конференций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283FE376-7EAE-C5B7-65A8-238C7CCDE835}"/>
                </a:ext>
              </a:extLst>
            </p:cNvPr>
            <p:cNvGrpSpPr/>
            <p:nvPr/>
          </p:nvGrpSpPr>
          <p:grpSpPr>
            <a:xfrm>
              <a:off x="5542809" y="2174281"/>
              <a:ext cx="755416" cy="670900"/>
              <a:chOff x="5542809" y="2439457"/>
              <a:chExt cx="755416" cy="670900"/>
            </a:xfrm>
          </p:grpSpPr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27EF4A06-5D23-62A0-4B98-989DCED6E215}"/>
                  </a:ext>
                </a:extLst>
              </p:cNvPr>
              <p:cNvGrpSpPr/>
              <p:nvPr/>
            </p:nvGrpSpPr>
            <p:grpSpPr>
              <a:xfrm>
                <a:off x="5583956" y="2439457"/>
                <a:ext cx="673124" cy="670900"/>
                <a:chOff x="3509353" y="851199"/>
                <a:chExt cx="890330" cy="88738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4" name="Picture 6" descr="Картинки по запросу &quot;magnifier png&quot;">
                  <a:extLst>
                    <a:ext uri="{FF2B5EF4-FFF2-40B4-BE49-F238E27FC236}">
                      <a16:creationId xmlns:a16="http://schemas.microsoft.com/office/drawing/2014/main" id="{2293B3A0-E209-FD96-3F37-87840D864A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340" b="24495"/>
                <a:stretch/>
              </p:blipFill>
              <p:spPr bwMode="auto">
                <a:xfrm flipH="1">
                  <a:off x="3509353" y="857888"/>
                  <a:ext cx="890330" cy="880699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rgbClr val="652D86"/>
                  </a:solidFill>
                </a:ln>
              </p:spPr>
            </p:pic>
            <p:sp>
              <p:nvSpPr>
                <p:cNvPr id="15" name="Овал 14">
                  <a:extLst>
                    <a:ext uri="{FF2B5EF4-FFF2-40B4-BE49-F238E27FC236}">
                      <a16:creationId xmlns:a16="http://schemas.microsoft.com/office/drawing/2014/main" id="{390C6E20-BE29-7DB9-31C3-A3362B63C7E5}"/>
                    </a:ext>
                  </a:extLst>
                </p:cNvPr>
                <p:cNvSpPr/>
                <p:nvPr/>
              </p:nvSpPr>
              <p:spPr>
                <a:xfrm>
                  <a:off x="3514168" y="851199"/>
                  <a:ext cx="880700" cy="880699"/>
                </a:xfrm>
                <a:prstGeom prst="ellipse">
                  <a:avLst/>
                </a:prstGeom>
                <a:noFill/>
                <a:ln w="57150">
                  <a:solidFill>
                    <a:srgbClr val="652D8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3" name="Рисунок 12" descr="Изображение выглядит как черный, темнота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09C8852C-38A0-039B-B41D-D119EBF334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42809" y="2596965"/>
                <a:ext cx="755416" cy="424922"/>
              </a:xfrm>
              <a:prstGeom prst="rect">
                <a:avLst/>
              </a:prstGeom>
            </p:spPr>
          </p:pic>
        </p:grp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8A4078A3-ED67-AB92-3C4B-8F7AAEAD5052}"/>
                </a:ext>
              </a:extLst>
            </p:cNvPr>
            <p:cNvGrpSpPr/>
            <p:nvPr/>
          </p:nvGrpSpPr>
          <p:grpSpPr>
            <a:xfrm>
              <a:off x="5583956" y="3054614"/>
              <a:ext cx="673124" cy="670900"/>
              <a:chOff x="5583956" y="3309972"/>
              <a:chExt cx="673124" cy="670900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3D42A608-1419-B183-6D70-D1C15A9E8E4B}"/>
                  </a:ext>
                </a:extLst>
              </p:cNvPr>
              <p:cNvGrpSpPr/>
              <p:nvPr/>
            </p:nvGrpSpPr>
            <p:grpSpPr>
              <a:xfrm>
                <a:off x="5583956" y="3309972"/>
                <a:ext cx="673124" cy="670900"/>
                <a:chOff x="3509353" y="851199"/>
                <a:chExt cx="890330" cy="88738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19" name="Picture 6" descr="Картинки по запросу &quot;magnifier png&quot;">
                  <a:extLst>
                    <a:ext uri="{FF2B5EF4-FFF2-40B4-BE49-F238E27FC236}">
                      <a16:creationId xmlns:a16="http://schemas.microsoft.com/office/drawing/2014/main" id="{F4CEDC30-1D53-0A3F-31CF-9679987E9F2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340" b="24495"/>
                <a:stretch/>
              </p:blipFill>
              <p:spPr bwMode="auto">
                <a:xfrm flipH="1">
                  <a:off x="3509353" y="857888"/>
                  <a:ext cx="890330" cy="880699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rgbClr val="652D86"/>
                  </a:solidFill>
                </a:ln>
              </p:spPr>
            </p:pic>
            <p:sp>
              <p:nvSpPr>
                <p:cNvPr id="20" name="Овал 19">
                  <a:extLst>
                    <a:ext uri="{FF2B5EF4-FFF2-40B4-BE49-F238E27FC236}">
                      <a16:creationId xmlns:a16="http://schemas.microsoft.com/office/drawing/2014/main" id="{1220DB61-E497-07A8-30E7-9B1CD9949BB0}"/>
                    </a:ext>
                  </a:extLst>
                </p:cNvPr>
                <p:cNvSpPr/>
                <p:nvPr/>
              </p:nvSpPr>
              <p:spPr>
                <a:xfrm>
                  <a:off x="3514168" y="851199"/>
                  <a:ext cx="880700" cy="880699"/>
                </a:xfrm>
                <a:prstGeom prst="ellipse">
                  <a:avLst/>
                </a:prstGeom>
                <a:noFill/>
                <a:ln w="57150">
                  <a:solidFill>
                    <a:srgbClr val="652D8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18" name="Рисунок 17" descr="Изображение выглядит как символ, логотип, Шрифт, Графика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5C83045C-F4D3-7DCB-EA87-163302ED0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32038" y="3473498"/>
                <a:ext cx="345674" cy="345674"/>
              </a:xfrm>
              <a:prstGeom prst="rect">
                <a:avLst/>
              </a:prstGeom>
            </p:spPr>
          </p:pic>
        </p:grp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BAA386B3-6CAA-FBAA-94E0-12EF83440E77}"/>
                </a:ext>
              </a:extLst>
            </p:cNvPr>
            <p:cNvGrpSpPr/>
            <p:nvPr/>
          </p:nvGrpSpPr>
          <p:grpSpPr>
            <a:xfrm>
              <a:off x="5583956" y="4815280"/>
              <a:ext cx="673124" cy="670900"/>
              <a:chOff x="5583956" y="5063492"/>
              <a:chExt cx="673124" cy="670900"/>
            </a:xfrm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DE833C1A-11BA-5524-B338-DF459462DE6A}"/>
                  </a:ext>
                </a:extLst>
              </p:cNvPr>
              <p:cNvGrpSpPr/>
              <p:nvPr/>
            </p:nvGrpSpPr>
            <p:grpSpPr>
              <a:xfrm>
                <a:off x="5583956" y="5063492"/>
                <a:ext cx="673124" cy="670900"/>
                <a:chOff x="3509353" y="851199"/>
                <a:chExt cx="890330" cy="88738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24" name="Picture 6" descr="Картинки по запросу &quot;magnifier png&quot;">
                  <a:extLst>
                    <a:ext uri="{FF2B5EF4-FFF2-40B4-BE49-F238E27FC236}">
                      <a16:creationId xmlns:a16="http://schemas.microsoft.com/office/drawing/2014/main" id="{543D458A-F688-BB64-32E4-CA39FBD847E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340" b="24495"/>
                <a:stretch/>
              </p:blipFill>
              <p:spPr bwMode="auto">
                <a:xfrm flipH="1">
                  <a:off x="3509353" y="857888"/>
                  <a:ext cx="890330" cy="880699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rgbClr val="652D86"/>
                  </a:solidFill>
                </a:ln>
              </p:spPr>
            </p:pic>
            <p:sp>
              <p:nvSpPr>
                <p:cNvPr id="25" name="Овал 24">
                  <a:extLst>
                    <a:ext uri="{FF2B5EF4-FFF2-40B4-BE49-F238E27FC236}">
                      <a16:creationId xmlns:a16="http://schemas.microsoft.com/office/drawing/2014/main" id="{A733719E-05DB-8125-9007-BC9645B4049B}"/>
                    </a:ext>
                  </a:extLst>
                </p:cNvPr>
                <p:cNvSpPr/>
                <p:nvPr/>
              </p:nvSpPr>
              <p:spPr>
                <a:xfrm>
                  <a:off x="3514168" y="851199"/>
                  <a:ext cx="880700" cy="880699"/>
                </a:xfrm>
                <a:prstGeom prst="ellipse">
                  <a:avLst/>
                </a:prstGeom>
                <a:noFill/>
                <a:ln w="57150">
                  <a:solidFill>
                    <a:srgbClr val="652D8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23" name="Рисунок 22" descr="Изображение выглядит как символ, дизайн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72BE2AC0-6660-EA32-028C-1A5E8B87D7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95462" y="5153205"/>
                <a:ext cx="473054" cy="473054"/>
              </a:xfrm>
              <a:prstGeom prst="rect">
                <a:avLst/>
              </a:prstGeom>
            </p:spPr>
          </p:pic>
        </p:grpSp>
        <p:grpSp>
          <p:nvGrpSpPr>
            <p:cNvPr id="26" name="Группа 25">
              <a:extLst>
                <a:ext uri="{FF2B5EF4-FFF2-40B4-BE49-F238E27FC236}">
                  <a16:creationId xmlns:a16="http://schemas.microsoft.com/office/drawing/2014/main" id="{B422D1FA-6625-EE2E-7BAB-9F55F7A79569}"/>
                </a:ext>
              </a:extLst>
            </p:cNvPr>
            <p:cNvGrpSpPr/>
            <p:nvPr/>
          </p:nvGrpSpPr>
          <p:grpSpPr>
            <a:xfrm>
              <a:off x="5583956" y="3934947"/>
              <a:ext cx="673124" cy="670900"/>
              <a:chOff x="5583956" y="4223796"/>
              <a:chExt cx="673124" cy="670900"/>
            </a:xfrm>
          </p:grpSpPr>
          <p:grpSp>
            <p:nvGrpSpPr>
              <p:cNvPr id="27" name="Группа 26">
                <a:extLst>
                  <a:ext uri="{FF2B5EF4-FFF2-40B4-BE49-F238E27FC236}">
                    <a16:creationId xmlns:a16="http://schemas.microsoft.com/office/drawing/2014/main" id="{C7E08403-EDCB-99EB-9777-CF3E92BC94FD}"/>
                  </a:ext>
                </a:extLst>
              </p:cNvPr>
              <p:cNvGrpSpPr/>
              <p:nvPr/>
            </p:nvGrpSpPr>
            <p:grpSpPr>
              <a:xfrm>
                <a:off x="5583956" y="4223796"/>
                <a:ext cx="673124" cy="670900"/>
                <a:chOff x="3509353" y="851199"/>
                <a:chExt cx="890330" cy="88738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29" name="Picture 6" descr="Картинки по запросу &quot;magnifier png&quot;">
                  <a:extLst>
                    <a:ext uri="{FF2B5EF4-FFF2-40B4-BE49-F238E27FC236}">
                      <a16:creationId xmlns:a16="http://schemas.microsoft.com/office/drawing/2014/main" id="{5725E8BE-149D-467E-0ACD-21154A9094F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340" b="24495"/>
                <a:stretch/>
              </p:blipFill>
              <p:spPr bwMode="auto">
                <a:xfrm flipH="1">
                  <a:off x="3509353" y="857888"/>
                  <a:ext cx="890330" cy="880699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rgbClr val="652D86"/>
                  </a:solidFill>
                </a:ln>
              </p:spPr>
            </p:pic>
            <p:sp>
              <p:nvSpPr>
                <p:cNvPr id="30" name="Овал 29">
                  <a:extLst>
                    <a:ext uri="{FF2B5EF4-FFF2-40B4-BE49-F238E27FC236}">
                      <a16:creationId xmlns:a16="http://schemas.microsoft.com/office/drawing/2014/main" id="{776661DD-D476-7870-00D5-6CE14F99FF19}"/>
                    </a:ext>
                  </a:extLst>
                </p:cNvPr>
                <p:cNvSpPr/>
                <p:nvPr/>
              </p:nvSpPr>
              <p:spPr>
                <a:xfrm>
                  <a:off x="3514168" y="851199"/>
                  <a:ext cx="880700" cy="880699"/>
                </a:xfrm>
                <a:prstGeom prst="ellipse">
                  <a:avLst/>
                </a:prstGeom>
                <a:noFill/>
                <a:ln w="57150">
                  <a:solidFill>
                    <a:srgbClr val="652D8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28" name="Рисунок 27" descr="Изображение выглядит как символ, логотип, круг, дизайн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BD5E9D64-A53A-827C-9966-E261D5425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36717" y="4361126"/>
                <a:ext cx="391180" cy="391180"/>
              </a:xfrm>
              <a:prstGeom prst="rect">
                <a:avLst/>
              </a:prstGeom>
            </p:spPr>
          </p:pic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1385BC4F-21E2-06E4-F967-D79A8B19EC46}"/>
                </a:ext>
              </a:extLst>
            </p:cNvPr>
            <p:cNvGrpSpPr/>
            <p:nvPr/>
          </p:nvGrpSpPr>
          <p:grpSpPr>
            <a:xfrm>
              <a:off x="5583956" y="5695613"/>
              <a:ext cx="673124" cy="670900"/>
              <a:chOff x="5583956" y="5960789"/>
              <a:chExt cx="673124" cy="670900"/>
            </a:xfrm>
          </p:grpSpPr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855855C6-C154-CDF5-25F9-BAD8AA44B267}"/>
                  </a:ext>
                </a:extLst>
              </p:cNvPr>
              <p:cNvGrpSpPr/>
              <p:nvPr/>
            </p:nvGrpSpPr>
            <p:grpSpPr>
              <a:xfrm>
                <a:off x="5583956" y="5960789"/>
                <a:ext cx="673124" cy="670900"/>
                <a:chOff x="3509353" y="851199"/>
                <a:chExt cx="890330" cy="88738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pic>
              <p:nvPicPr>
                <p:cNvPr id="34" name="Picture 6" descr="Картинки по запросу &quot;magnifier png&quot;">
                  <a:extLst>
                    <a:ext uri="{FF2B5EF4-FFF2-40B4-BE49-F238E27FC236}">
                      <a16:creationId xmlns:a16="http://schemas.microsoft.com/office/drawing/2014/main" id="{58FDD361-FD07-2CA1-4FF8-1C6DF4C09F0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51340" b="24495"/>
                <a:stretch/>
              </p:blipFill>
              <p:spPr bwMode="auto">
                <a:xfrm flipH="1">
                  <a:off x="3509353" y="857888"/>
                  <a:ext cx="890330" cy="880699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rgbClr val="652D86"/>
                  </a:solidFill>
                </a:ln>
              </p:spPr>
            </p:pic>
            <p:sp>
              <p:nvSpPr>
                <p:cNvPr id="35" name="Овал 34">
                  <a:extLst>
                    <a:ext uri="{FF2B5EF4-FFF2-40B4-BE49-F238E27FC236}">
                      <a16:creationId xmlns:a16="http://schemas.microsoft.com/office/drawing/2014/main" id="{1A1C487F-8C19-E842-D1EE-AE28223C1CB0}"/>
                    </a:ext>
                  </a:extLst>
                </p:cNvPr>
                <p:cNvSpPr/>
                <p:nvPr/>
              </p:nvSpPr>
              <p:spPr>
                <a:xfrm>
                  <a:off x="3514168" y="851199"/>
                  <a:ext cx="880700" cy="880699"/>
                </a:xfrm>
                <a:prstGeom prst="ellipse">
                  <a:avLst/>
                </a:prstGeom>
                <a:noFill/>
                <a:ln w="57150">
                  <a:solidFill>
                    <a:srgbClr val="652D8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pic>
            <p:nvPicPr>
              <p:cNvPr id="33" name="Рисунок 32" descr="Изображение выглядит как снимок экрана, Графика, дизайн, круг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909CD676-9BE0-0F13-4338-7D6764D6E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1952" y="6099530"/>
                <a:ext cx="384048" cy="384048"/>
              </a:xfrm>
              <a:prstGeom prst="rect">
                <a:avLst/>
              </a:prstGeom>
            </p:spPr>
          </p:pic>
        </p:grpSp>
      </p:grpSp>
      <p:pic>
        <p:nvPicPr>
          <p:cNvPr id="37" name="Picture 2">
            <a:extLst>
              <a:ext uri="{FF2B5EF4-FFF2-40B4-BE49-F238E27FC236}">
                <a16:creationId xmlns:a16="http://schemas.microsoft.com/office/drawing/2014/main" id="{177003B9-7B52-84BE-A5BA-3F338D550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27" y="1873158"/>
            <a:ext cx="3941506" cy="43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350F7B1F-7E88-1B27-1940-2C58D456AB6F}"/>
              </a:ext>
            </a:extLst>
          </p:cNvPr>
          <p:cNvGrpSpPr/>
          <p:nvPr/>
        </p:nvGrpSpPr>
        <p:grpSpPr>
          <a:xfrm>
            <a:off x="829736" y="899511"/>
            <a:ext cx="10970832" cy="1493463"/>
            <a:chOff x="865000" y="2913329"/>
            <a:chExt cx="3445858" cy="149346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B1A9B23-FBDA-7F27-A1D0-5AC900C25C5A}"/>
                </a:ext>
              </a:extLst>
            </p:cNvPr>
            <p:cNvSpPr txBox="1"/>
            <p:nvPr/>
          </p:nvSpPr>
          <p:spPr>
            <a:xfrm>
              <a:off x="865000" y="3329574"/>
              <a:ext cx="344585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  <a:ea typeface="Helvetica Light" charset="0"/>
                  <a:cs typeface="Helvetica Light" charset="0"/>
                </a:rPr>
                <a:t>Единое рабочее окно для Ваших сотрудников, в котором объединены все виды коммуникаций:</a:t>
              </a:r>
            </a:p>
          </p:txBody>
        </p:sp>
        <p:sp>
          <p:nvSpPr>
            <p:cNvPr id="40" name="Ipad Stats">
              <a:extLst>
                <a:ext uri="{FF2B5EF4-FFF2-40B4-BE49-F238E27FC236}">
                  <a16:creationId xmlns:a16="http://schemas.microsoft.com/office/drawing/2014/main" id="{0E75F6A6-DB3D-C06F-F829-22CF44B2A8C7}"/>
                </a:ext>
              </a:extLst>
            </p:cNvPr>
            <p:cNvSpPr/>
            <p:nvPr/>
          </p:nvSpPr>
          <p:spPr>
            <a:xfrm>
              <a:off x="883903" y="2913329"/>
              <a:ext cx="2438284" cy="3539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22854" tIns="22854" rIns="22854" bIns="22854" numCol="1" anchor="t">
              <a:spAutoFit/>
            </a:bodyPr>
            <a:lstStyle>
              <a:lvl1pPr>
                <a:defRPr sz="7500" b="1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lang="en-US" sz="2000" dirty="0">
                  <a:solidFill>
                    <a:srgbClr val="652D86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TEAMS </a:t>
              </a:r>
              <a:r>
                <a:rPr lang="ru-RU" sz="2000" dirty="0">
                  <a:solidFill>
                    <a:srgbClr val="652D86"/>
                  </a:solidFill>
                  <a:latin typeface="Helvetica Light" charset="0"/>
                  <a:ea typeface="Helvetica Light" charset="0"/>
                  <a:cs typeface="Helvetica Light" charset="0"/>
                </a:rPr>
                <a:t>ТЕЛЕФОНИЯ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5191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6FE4-0022-2C59-86AA-D2966D2F9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8C545-E054-694D-C783-6EC9551B2FF0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Объем и рост мирового рынка: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C33E85-848D-5BA4-1F26-E797B44ED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C732FA4-430C-4BF3-9494-5467BA7CBD8B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BFCC4F52-431D-6ED9-F10F-323BA74D2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9755658"/>
              </p:ext>
            </p:extLst>
          </p:nvPr>
        </p:nvGraphicFramePr>
        <p:xfrm>
          <a:off x="2032000" y="976841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Дуга 7">
            <a:extLst>
              <a:ext uri="{FF2B5EF4-FFF2-40B4-BE49-F238E27FC236}">
                <a16:creationId xmlns:a16="http://schemas.microsoft.com/office/drawing/2014/main" id="{D2A7DD3C-0B76-755E-BC0B-6069CB9B599B}"/>
              </a:ext>
            </a:extLst>
          </p:cNvPr>
          <p:cNvSpPr/>
          <p:nvPr/>
        </p:nvSpPr>
        <p:spPr>
          <a:xfrm rot="10800000" flipH="1">
            <a:off x="1651136" y="1703172"/>
            <a:ext cx="2146171" cy="2146167"/>
          </a:xfrm>
          <a:prstGeom prst="arc">
            <a:avLst>
              <a:gd name="adj1" fmla="val 7304182"/>
              <a:gd name="adj2" fmla="val 3437470"/>
            </a:avLst>
          </a:prstGeom>
          <a:noFill/>
          <a:ln w="273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Дуга 8">
            <a:extLst>
              <a:ext uri="{FF2B5EF4-FFF2-40B4-BE49-F238E27FC236}">
                <a16:creationId xmlns:a16="http://schemas.microsoft.com/office/drawing/2014/main" id="{726ED7E8-15CA-1529-D874-BD59FAE4963E}"/>
              </a:ext>
            </a:extLst>
          </p:cNvPr>
          <p:cNvSpPr/>
          <p:nvPr/>
        </p:nvSpPr>
        <p:spPr>
          <a:xfrm rot="10800000" flipH="1">
            <a:off x="1835718" y="1897821"/>
            <a:ext cx="1777009" cy="1777005"/>
          </a:xfrm>
          <a:prstGeom prst="arc">
            <a:avLst>
              <a:gd name="adj1" fmla="val 7371697"/>
              <a:gd name="adj2" fmla="val 3346844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l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71AFB-3A54-3563-1CEB-372ED1F22188}"/>
              </a:ext>
            </a:extLst>
          </p:cNvPr>
          <p:cNvSpPr txBox="1"/>
          <p:nvPr/>
        </p:nvSpPr>
        <p:spPr>
          <a:xfrm>
            <a:off x="2724221" y="6384685"/>
            <a:ext cx="8658154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rPr>
              <a:t>В млрд. долларах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  <a:hlinkClick r:id="rId5"/>
              </a:rPr>
              <a:t>www.precedenceresearch.com/unified-communications-as-a-service-market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rPr>
              <a:t> </a:t>
            </a:r>
            <a:r>
              <a:rPr lang="ru-RU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rPr>
              <a:t>  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Helvetica Light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A16980-FFDF-B744-D085-87F8B58EB754}"/>
              </a:ext>
            </a:extLst>
          </p:cNvPr>
          <p:cNvSpPr txBox="1"/>
          <p:nvPr/>
        </p:nvSpPr>
        <p:spPr>
          <a:xfrm>
            <a:off x="1733657" y="2219146"/>
            <a:ext cx="196207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7030A0"/>
                </a:solidFill>
                <a:latin typeface="Helvetica Light" charset="0"/>
              </a:rPr>
              <a:t>CAGR</a:t>
            </a:r>
            <a:endParaRPr lang="ru-RU" sz="3600" b="1" dirty="0">
              <a:solidFill>
                <a:srgbClr val="7030A0"/>
              </a:solidFill>
              <a:latin typeface="Helvetica Light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3600" b="1" dirty="0">
                <a:solidFill>
                  <a:srgbClr val="7030A0"/>
                </a:solidFill>
                <a:latin typeface="Helvetica Light" charset="0"/>
              </a:rPr>
              <a:t>20</a:t>
            </a:r>
            <a:r>
              <a:rPr lang="ru-RU" sz="2000" b="1" dirty="0">
                <a:solidFill>
                  <a:srgbClr val="7030A0"/>
                </a:solidFill>
                <a:latin typeface="Helvetica Light" charset="0"/>
              </a:rPr>
              <a:t>%</a:t>
            </a:r>
            <a:endParaRPr lang="en-US" sz="3600" b="1" dirty="0">
              <a:solidFill>
                <a:srgbClr val="7030A0"/>
              </a:solidFill>
              <a:latin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1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7F280-2022-1EAC-D0B4-6B9A411D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CDE76FE-91FF-DBE4-66E2-BF3C6F33330A}"/>
              </a:ext>
            </a:extLst>
          </p:cNvPr>
          <p:cNvSpPr/>
          <p:nvPr/>
        </p:nvSpPr>
        <p:spPr>
          <a:xfrm>
            <a:off x="1593230" y="6607519"/>
            <a:ext cx="9030564" cy="0"/>
          </a:xfrm>
          <a:custGeom>
            <a:avLst/>
            <a:gdLst/>
            <a:ahLst/>
            <a:cxnLst/>
            <a:rect l="l" t="t" r="r" b="b"/>
            <a:pathLst>
              <a:path w="9958705">
                <a:moveTo>
                  <a:pt x="0" y="0"/>
                </a:moveTo>
                <a:lnTo>
                  <a:pt x="9958600" y="0"/>
                </a:lnTo>
              </a:path>
            </a:pathLst>
          </a:custGeom>
          <a:ln w="7199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 sz="1632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3806AB-4F61-48A4-1998-23A387CE27A1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kk-KZ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Предпосылки запуска </a:t>
            </a:r>
            <a:r>
              <a:rPr lang="en-US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Teams </a:t>
            </a: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Телефоний: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2202AE-BD5A-1EFA-EB6A-2FDA02DF6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3397FF2-304B-DD43-A8D9-096EBA274090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208B9FD-A5D6-F134-1881-55F902386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224103"/>
              </p:ext>
            </p:extLst>
          </p:nvPr>
        </p:nvGraphicFramePr>
        <p:xfrm>
          <a:off x="808244" y="1115988"/>
          <a:ext cx="10575512" cy="55419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7756">
                  <a:extLst>
                    <a:ext uri="{9D8B030D-6E8A-4147-A177-3AD203B41FA5}">
                      <a16:colId xmlns:a16="http://schemas.microsoft.com/office/drawing/2014/main" val="1075090337"/>
                    </a:ext>
                  </a:extLst>
                </a:gridCol>
                <a:gridCol w="5287756">
                  <a:extLst>
                    <a:ext uri="{9D8B030D-6E8A-4147-A177-3AD203B41FA5}">
                      <a16:colId xmlns:a16="http://schemas.microsoft.com/office/drawing/2014/main" val="1102934223"/>
                    </a:ext>
                  </a:extLst>
                </a:gridCol>
              </a:tblGrid>
              <a:tr h="539159">
                <a:tc>
                  <a:txBody>
                    <a:bodyPr/>
                    <a:lstStyle/>
                    <a:p>
                      <a:r>
                        <a:rPr lang="ru-RU" dirty="0"/>
                        <a:t>БОЛЬ КЛИЕНТА: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РЕШЕНИЕ ОТ </a:t>
                      </a:r>
                      <a:r>
                        <a:rPr lang="en-US" dirty="0"/>
                        <a:t>KCELL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82470"/>
                  </a:ext>
                </a:extLst>
              </a:tr>
              <a:tr h="10763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Разнородные системы для коммуникаций с клиентами (чаты, звонки по </a:t>
                      </a:r>
                      <a:r>
                        <a:rPr lang="en-US" dirty="0"/>
                        <a:t>IP</a:t>
                      </a:r>
                      <a:r>
                        <a:rPr lang="ru-RU" dirty="0"/>
                        <a:t>, звонки на сети телефонных операторов в разных системах) - работа в разных окнах;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Единое рабочее окно для всех видов коммуникаций = удобство использования и эффективность работы команд;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081337"/>
                  </a:ext>
                </a:extLst>
              </a:tr>
              <a:tr h="1070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Сложности при вводе в эксплуатацию и дороговизна ИТ – инфраструктуры;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Нет необходимости в приобретений и обслуживаний «железа», все находится на стороне Кселл;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3560"/>
                  </a:ext>
                </a:extLst>
              </a:tr>
              <a:tr h="823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Отсутствие единой платформы для гибридной и удаленной работы;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Подключение с любого места и с любого устройства;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010596"/>
                  </a:ext>
                </a:extLst>
              </a:tr>
              <a:tr h="823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Сложности в масштабировании;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dirty="0"/>
                        <a:t>Быстрое добавление новых пользователей и увеличений телефонных каналов; 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052650"/>
                  </a:ext>
                </a:extLst>
              </a:tr>
              <a:tr h="823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Сложности в обеспечений информационной безопасности в разнородных системах;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dirty="0"/>
                        <a:t>Информационная безопасность обеспечивается стандартами </a:t>
                      </a:r>
                      <a:r>
                        <a:rPr lang="en-US" dirty="0"/>
                        <a:t>Microsoft</a:t>
                      </a:r>
                      <a:r>
                        <a:rPr lang="ru-RU" dirty="0"/>
                        <a:t>;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 27001 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GDPR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0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988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8DA2-8D4F-A747-1E35-DD325EE7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0E9610-5542-0C42-6635-42427FEA09D4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Целевая аудитория и контексты применения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9475C4-DBB3-FF80-350C-E3E191069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5515D11-3D9F-2AE5-51A2-7BCE9A6AEA5E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091BD84-D9F2-FA0D-9770-67E0D13869D0}"/>
              </a:ext>
            </a:extLst>
          </p:cNvPr>
          <p:cNvGrpSpPr/>
          <p:nvPr/>
        </p:nvGrpSpPr>
        <p:grpSpPr>
          <a:xfrm>
            <a:off x="5993972" y="3429000"/>
            <a:ext cx="5209773" cy="428626"/>
            <a:chOff x="6268559" y="3493646"/>
            <a:chExt cx="5209773" cy="428626"/>
          </a:xfrm>
        </p:grpSpPr>
        <p:pic>
          <p:nvPicPr>
            <p:cNvPr id="42" name="Рисунок 41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57E1BC48-323F-2437-15FE-AB649AD46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3493646"/>
              <a:ext cx="428626" cy="428626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850E35-6442-E089-464D-8C94FBEC7DB5}"/>
                </a:ext>
              </a:extLst>
            </p:cNvPr>
            <p:cNvSpPr txBox="1"/>
            <p:nvPr/>
          </p:nvSpPr>
          <p:spPr>
            <a:xfrm>
              <a:off x="6792434" y="3532889"/>
              <a:ext cx="4685898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У Клиента есть сотрудники работающие в полях;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01ED67DC-07E8-F321-E80E-382287E76438}"/>
              </a:ext>
            </a:extLst>
          </p:cNvPr>
          <p:cNvGrpSpPr/>
          <p:nvPr/>
        </p:nvGrpSpPr>
        <p:grpSpPr>
          <a:xfrm>
            <a:off x="5993972" y="5017234"/>
            <a:ext cx="3206020" cy="428626"/>
            <a:chOff x="6268559" y="4966062"/>
            <a:chExt cx="3206020" cy="428626"/>
          </a:xfrm>
        </p:grpSpPr>
        <p:pic>
          <p:nvPicPr>
            <p:cNvPr id="45" name="Рисунок 44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E31AB423-6783-5115-7492-7E1141770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4966062"/>
              <a:ext cx="428626" cy="428626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6B923FA-BC27-012D-74FC-9DEB371AA1E5}"/>
                </a:ext>
              </a:extLst>
            </p:cNvPr>
            <p:cNvSpPr txBox="1"/>
            <p:nvPr/>
          </p:nvSpPr>
          <p:spPr>
            <a:xfrm>
              <a:off x="6792434" y="5011098"/>
              <a:ext cx="2682145" cy="33855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У Клиента есть колл-центр;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666CBC4D-3722-5096-A1EC-46CBFD37EC43}"/>
              </a:ext>
            </a:extLst>
          </p:cNvPr>
          <p:cNvGrpSpPr/>
          <p:nvPr/>
        </p:nvGrpSpPr>
        <p:grpSpPr>
          <a:xfrm>
            <a:off x="5993972" y="2564377"/>
            <a:ext cx="6091425" cy="584775"/>
            <a:chOff x="6268559" y="3476285"/>
            <a:chExt cx="6091425" cy="584775"/>
          </a:xfrm>
        </p:grpSpPr>
        <p:pic>
          <p:nvPicPr>
            <p:cNvPr id="48" name="Рисунок 47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58674416-BFB0-5593-C5E7-C4582FE61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3493646"/>
              <a:ext cx="428626" cy="428626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6A8D91E-B501-4F71-7F41-A22C6DEEBAC3}"/>
                </a:ext>
              </a:extLst>
            </p:cNvPr>
            <p:cNvSpPr txBox="1"/>
            <p:nvPr/>
          </p:nvSpPr>
          <p:spPr>
            <a:xfrm>
              <a:off x="6792434" y="3476285"/>
              <a:ext cx="5567550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У Клиента несколько проектных команд, распределенных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географически;</a:t>
              </a:r>
            </a:p>
          </p:txBody>
        </p:sp>
      </p:grpSp>
      <p:pic>
        <p:nvPicPr>
          <p:cNvPr id="51" name="Рисунок 50" descr="Изображение выглядит как круг, символ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E7DE5D-CF44-4A1E-1FE2-CF83ADE6B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972" y="4214410"/>
            <a:ext cx="428626" cy="42862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AE2D30C-8261-7191-F852-9116D32AF772}"/>
              </a:ext>
            </a:extLst>
          </p:cNvPr>
          <p:cNvSpPr txBox="1"/>
          <p:nvPr/>
        </p:nvSpPr>
        <p:spPr>
          <a:xfrm>
            <a:off x="6517847" y="4169021"/>
            <a:ext cx="5143211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Клиент активно пользуется с сервисами Microsoft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O365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</a:t>
            </a:r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C5A4FE3C-7002-4649-7903-864354EF2A0C}"/>
              </a:ext>
            </a:extLst>
          </p:cNvPr>
          <p:cNvGrpSpPr/>
          <p:nvPr/>
        </p:nvGrpSpPr>
        <p:grpSpPr>
          <a:xfrm>
            <a:off x="5993972" y="5783482"/>
            <a:ext cx="5853898" cy="584775"/>
            <a:chOff x="6268559" y="4892910"/>
            <a:chExt cx="5853898" cy="584775"/>
          </a:xfrm>
        </p:grpSpPr>
        <p:pic>
          <p:nvPicPr>
            <p:cNvPr id="54" name="Рисунок 53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2E8D97A6-4C95-0B5F-EFC1-F57A5E792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4966062"/>
              <a:ext cx="428626" cy="428626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70EAFF-4A53-6270-EEBE-B3D2CD9750C0}"/>
                </a:ext>
              </a:extLst>
            </p:cNvPr>
            <p:cNvSpPr txBox="1"/>
            <p:nvPr/>
          </p:nvSpPr>
          <p:spPr>
            <a:xfrm>
              <a:off x="6792434" y="4892910"/>
              <a:ext cx="5330023" cy="58477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Клиенту требуется единая среда для коммуникаций и работы над офисными Документами;</a:t>
              </a:r>
            </a:p>
          </p:txBody>
        </p:sp>
      </p:grpSp>
      <p:cxnSp>
        <p:nvCxnSpPr>
          <p:cNvPr id="56" name="Straight Connector 3">
            <a:extLst>
              <a:ext uri="{FF2B5EF4-FFF2-40B4-BE49-F238E27FC236}">
                <a16:creationId xmlns:a16="http://schemas.microsoft.com/office/drawing/2014/main" id="{B11FB428-5365-949F-7BC0-DC0B7A59280A}"/>
              </a:ext>
            </a:extLst>
          </p:cNvPr>
          <p:cNvCxnSpPr>
            <a:cxnSpLocks/>
          </p:cNvCxnSpPr>
          <p:nvPr/>
        </p:nvCxnSpPr>
        <p:spPr>
          <a:xfrm>
            <a:off x="5458888" y="1741748"/>
            <a:ext cx="0" cy="4555069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2EDC07B-D517-3959-A51D-1615E5086854}"/>
              </a:ext>
            </a:extLst>
          </p:cNvPr>
          <p:cNvSpPr txBox="1"/>
          <p:nvPr/>
        </p:nvSpPr>
        <p:spPr>
          <a:xfrm>
            <a:off x="261161" y="1613197"/>
            <a:ext cx="4913996" cy="44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Финансовый сектор: банки второго уровня, МФО, фондовые биржи и т.д.,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Страховые компании;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Промышленные предприятия (производственные, добыча и переработка);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Розничная торговля и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eCommerce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;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Компании, занимающиеся разработкой ПО и системные интеграторы;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Логистические компаний; 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Здравохранение;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Образовательный сегмент;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B2G </a:t>
            </a:r>
            <a:r>
              <a:rPr lang="ru-RU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сегмент; 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00C16A4-712D-1609-8C77-0795085EA675}"/>
              </a:ext>
            </a:extLst>
          </p:cNvPr>
          <p:cNvGrpSpPr/>
          <p:nvPr/>
        </p:nvGrpSpPr>
        <p:grpSpPr>
          <a:xfrm>
            <a:off x="5993972" y="1660511"/>
            <a:ext cx="5700292" cy="584775"/>
            <a:chOff x="6268559" y="3412409"/>
            <a:chExt cx="5700292" cy="584775"/>
          </a:xfrm>
        </p:grpSpPr>
        <p:pic>
          <p:nvPicPr>
            <p:cNvPr id="3" name="Рисунок 2" descr="Изображение выглядит как круг, символ, логотип, Графика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FF1A60A-8D00-070A-B128-DB760F2C5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8559" y="3493646"/>
              <a:ext cx="428626" cy="42862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50EDBD-DC41-B847-A01E-E27A5346439F}"/>
                </a:ext>
              </a:extLst>
            </p:cNvPr>
            <p:cNvSpPr txBox="1"/>
            <p:nvPr/>
          </p:nvSpPr>
          <p:spPr>
            <a:xfrm>
              <a:off x="6792434" y="3412409"/>
              <a:ext cx="5176417" cy="584775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Филиалы заграничных предприятий, головные офисы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которых уже используют 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Teams </a:t>
              </a:r>
              <a:r>
                <a:rPr lang="ru-RU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Телефонию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801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7434-CFF9-FB6E-1326-31BBC5456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83509E2-02E4-3217-2036-6A3CDA5ED304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Способ подключения: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438D7F-6776-606F-F8BE-8F4CAB73F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1D6C2F1-0E13-2715-B74C-9E263B1B47D5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D1192C3-E344-B09D-46A4-61453DD8610E}"/>
              </a:ext>
            </a:extLst>
          </p:cNvPr>
          <p:cNvGrpSpPr/>
          <p:nvPr/>
        </p:nvGrpSpPr>
        <p:grpSpPr>
          <a:xfrm>
            <a:off x="564920" y="2514664"/>
            <a:ext cx="11340458" cy="2724494"/>
            <a:chOff x="466597" y="2907954"/>
            <a:chExt cx="11340458" cy="2724494"/>
          </a:xfrm>
        </p:grpSpPr>
        <p:sp>
          <p:nvSpPr>
            <p:cNvPr id="3" name="Rectangle 206">
              <a:extLst>
                <a:ext uri="{FF2B5EF4-FFF2-40B4-BE49-F238E27FC236}">
                  <a16:creationId xmlns:a16="http://schemas.microsoft.com/office/drawing/2014/main" id="{F3AC8D54-18D6-1C4A-BC7F-7F8EC85EC4DD}"/>
                </a:ext>
              </a:extLst>
            </p:cNvPr>
            <p:cNvSpPr/>
            <p:nvPr/>
          </p:nvSpPr>
          <p:spPr>
            <a:xfrm>
              <a:off x="5062021" y="2907954"/>
              <a:ext cx="4262954" cy="2451292"/>
            </a:xfrm>
            <a:prstGeom prst="rect">
              <a:avLst/>
            </a:prstGeom>
            <a:noFill/>
            <a:ln>
              <a:solidFill>
                <a:srgbClr val="652D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4" name="Rectangle 206">
              <a:extLst>
                <a:ext uri="{FF2B5EF4-FFF2-40B4-BE49-F238E27FC236}">
                  <a16:creationId xmlns:a16="http://schemas.microsoft.com/office/drawing/2014/main" id="{F27C1C29-6004-6D43-8C24-6979F4E2834B}"/>
                </a:ext>
              </a:extLst>
            </p:cNvPr>
            <p:cNvSpPr/>
            <p:nvPr/>
          </p:nvSpPr>
          <p:spPr>
            <a:xfrm>
              <a:off x="466597" y="2907954"/>
              <a:ext cx="2314703" cy="2451292"/>
            </a:xfrm>
            <a:prstGeom prst="rect">
              <a:avLst/>
            </a:prstGeom>
            <a:noFill/>
            <a:ln>
              <a:solidFill>
                <a:srgbClr val="652D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E909CB-513E-9234-7FC3-D5AA8CFC2DFE}"/>
                </a:ext>
              </a:extLst>
            </p:cNvPr>
            <p:cNvSpPr txBox="1"/>
            <p:nvPr/>
          </p:nvSpPr>
          <p:spPr>
            <a:xfrm>
              <a:off x="532696" y="2990461"/>
              <a:ext cx="2153154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ИНФРАСТРУКТУРА ЗАКАЗЧИКА</a:t>
              </a:r>
              <a:endParaRPr lang="en-US" sz="11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FC0047-9F6A-C00F-22CD-D094A9994BF3}"/>
                </a:ext>
              </a:extLst>
            </p:cNvPr>
            <p:cNvSpPr txBox="1"/>
            <p:nvPr/>
          </p:nvSpPr>
          <p:spPr>
            <a:xfrm>
              <a:off x="830415" y="4755285"/>
              <a:ext cx="1200969" cy="230832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TEAMS </a:t>
              </a:r>
              <a:r>
                <a:rPr lang="ru-RU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АБОНЕНТЫ</a:t>
              </a: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F71331-AA19-2436-9E9C-FAE7B376074C}"/>
                </a:ext>
              </a:extLst>
            </p:cNvPr>
            <p:cNvSpPr txBox="1"/>
            <p:nvPr/>
          </p:nvSpPr>
          <p:spPr>
            <a:xfrm>
              <a:off x="10288917" y="4986117"/>
              <a:ext cx="1217000" cy="6463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СОТОВЫЕ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МЕЖДУГОРОДНИЕ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МЕЖДУНАРОДНЫЕ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НАПРАВЛЕНИЯ</a:t>
              </a: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ACC713BE-D218-35AE-0508-AD9D26DC085D}"/>
                </a:ext>
              </a:extLst>
            </p:cNvPr>
            <p:cNvGrpSpPr/>
            <p:nvPr/>
          </p:nvGrpSpPr>
          <p:grpSpPr>
            <a:xfrm>
              <a:off x="595384" y="3724020"/>
              <a:ext cx="1715247" cy="936728"/>
              <a:chOff x="595384" y="3724020"/>
              <a:chExt cx="1715247" cy="936728"/>
            </a:xfrm>
          </p:grpSpPr>
          <p:grpSp>
            <p:nvGrpSpPr>
              <p:cNvPr id="37" name="Группа 36">
                <a:extLst>
                  <a:ext uri="{FF2B5EF4-FFF2-40B4-BE49-F238E27FC236}">
                    <a16:creationId xmlns:a16="http://schemas.microsoft.com/office/drawing/2014/main" id="{282AFC1E-05ED-792A-C0B1-CF9AB6E2BC37}"/>
                  </a:ext>
                </a:extLst>
              </p:cNvPr>
              <p:cNvGrpSpPr/>
              <p:nvPr/>
            </p:nvGrpSpPr>
            <p:grpSpPr>
              <a:xfrm>
                <a:off x="595384" y="3724020"/>
                <a:ext cx="1715247" cy="936728"/>
                <a:chOff x="595384" y="3724020"/>
                <a:chExt cx="1715247" cy="936728"/>
              </a:xfrm>
            </p:grpSpPr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ABBA0E45-2AF9-3006-9D1A-CE771785B546}"/>
                    </a:ext>
                  </a:extLst>
                </p:cNvPr>
                <p:cNvGrpSpPr/>
                <p:nvPr/>
              </p:nvGrpSpPr>
              <p:grpSpPr>
                <a:xfrm>
                  <a:off x="1503832" y="3765463"/>
                  <a:ext cx="806799" cy="806799"/>
                  <a:chOff x="1474778" y="3773262"/>
                  <a:chExt cx="1400815" cy="1400815"/>
                </a:xfrm>
              </p:grpSpPr>
              <p:pic>
                <p:nvPicPr>
                  <p:cNvPr id="50" name="Рисунок 49" descr="Изображение выглядит как Мобильный телефон, гаджет, Портативное устройство связи, Устройство связи&#10;&#10;Содержимое, созданное искусственным интеллектом, может быть неверным.">
                    <a:extLst>
                      <a:ext uri="{FF2B5EF4-FFF2-40B4-BE49-F238E27FC236}">
                        <a16:creationId xmlns:a16="http://schemas.microsoft.com/office/drawing/2014/main" id="{0EC19353-1ABC-9754-F69F-C49C452C57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74778" y="3773262"/>
                    <a:ext cx="1400815" cy="1400815"/>
                  </a:xfrm>
                  <a:prstGeom prst="rect">
                    <a:avLst/>
                  </a:prstGeom>
                </p:spPr>
              </p:pic>
              <p:pic>
                <p:nvPicPr>
                  <p:cNvPr id="57" name="Рисунок 56" descr="Изображение выглядит как символ, логотип, Шрифт, Графика&#10;&#10;Содержимое, созданное искусственным интеллектом, может быть неверным.">
                    <a:extLst>
                      <a:ext uri="{FF2B5EF4-FFF2-40B4-BE49-F238E27FC236}">
                        <a16:creationId xmlns:a16="http://schemas.microsoft.com/office/drawing/2014/main" id="{71675270-94A6-56DA-A4F8-83054E6A9A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882294" y="4204956"/>
                    <a:ext cx="508452" cy="50845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0" name="Рисунок 39">
                  <a:extLst>
                    <a:ext uri="{FF2B5EF4-FFF2-40B4-BE49-F238E27FC236}">
                      <a16:creationId xmlns:a16="http://schemas.microsoft.com/office/drawing/2014/main" id="{DDF46F4B-3492-3AE4-CFF3-1011AA1D6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5384" y="3724020"/>
                  <a:ext cx="936728" cy="936728"/>
                </a:xfrm>
                <a:prstGeom prst="rect">
                  <a:avLst/>
                </a:prstGeom>
              </p:spPr>
            </p:pic>
          </p:grpSp>
          <p:pic>
            <p:nvPicPr>
              <p:cNvPr id="38" name="Рисунок 37" descr="Изображение выглядит как символ, логотип, Шрифт, Графика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3FE9D934-192B-DD79-2D52-388AD83688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2692" y="3929552"/>
                <a:ext cx="292843" cy="292843"/>
              </a:xfrm>
              <a:prstGeom prst="rect">
                <a:avLst/>
              </a:prstGeom>
            </p:spPr>
          </p:pic>
        </p:grp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9EB7E80E-BBEA-7847-6188-F0AF9263645D}"/>
                </a:ext>
              </a:extLst>
            </p:cNvPr>
            <p:cNvGrpSpPr/>
            <p:nvPr/>
          </p:nvGrpSpPr>
          <p:grpSpPr>
            <a:xfrm>
              <a:off x="2310631" y="4164995"/>
              <a:ext cx="922660" cy="304542"/>
              <a:chOff x="2310631" y="4164995"/>
              <a:chExt cx="922660" cy="304542"/>
            </a:xfrm>
          </p:grpSpPr>
          <p:cxnSp>
            <p:nvCxnSpPr>
              <p:cNvPr id="35" name="Straight Connector 3">
                <a:extLst>
                  <a:ext uri="{FF2B5EF4-FFF2-40B4-BE49-F238E27FC236}">
                    <a16:creationId xmlns:a16="http://schemas.microsoft.com/office/drawing/2014/main" id="{12F6180E-BC27-0E12-79BE-584205FA9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0631" y="4164995"/>
                <a:ext cx="922660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0547526-9B66-F5B6-FCE0-E105B7A040EE}"/>
                  </a:ext>
                </a:extLst>
              </p:cNvPr>
              <p:cNvSpPr txBox="1"/>
              <p:nvPr/>
            </p:nvSpPr>
            <p:spPr>
              <a:xfrm>
                <a:off x="2440560" y="4238705"/>
                <a:ext cx="708848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elvetica Light" charset="0"/>
                  </a:rPr>
                  <a:t>INTERNET</a:t>
                </a:r>
              </a:p>
            </p:txBody>
          </p:sp>
        </p:grp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B57475B0-019C-E707-6230-3E2BC85DAB6C}"/>
                </a:ext>
              </a:extLst>
            </p:cNvPr>
            <p:cNvGrpSpPr/>
            <p:nvPr/>
          </p:nvGrpSpPr>
          <p:grpSpPr>
            <a:xfrm>
              <a:off x="3431224" y="3613257"/>
              <a:ext cx="980875" cy="1511360"/>
              <a:chOff x="3292129" y="3613257"/>
              <a:chExt cx="980875" cy="1511360"/>
            </a:xfrm>
          </p:grpSpPr>
          <p:pic>
            <p:nvPicPr>
              <p:cNvPr id="33" name="Рисунок 32" descr="Изображение выглядит как Графика&#10;&#10;Содержимое, созданное искусственным интеллектом, может быть неверным.">
                <a:extLst>
                  <a:ext uri="{FF2B5EF4-FFF2-40B4-BE49-F238E27FC236}">
                    <a16:creationId xmlns:a16="http://schemas.microsoft.com/office/drawing/2014/main" id="{4742752D-A9B4-AA75-2FC0-3A01E5B418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92129" y="3613257"/>
                <a:ext cx="980875" cy="980875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FA1524-CEC2-949E-2069-DCEB0ACB50D6}"/>
                  </a:ext>
                </a:extLst>
              </p:cNvPr>
              <p:cNvSpPr txBox="1"/>
              <p:nvPr/>
            </p:nvSpPr>
            <p:spPr>
              <a:xfrm>
                <a:off x="3363220" y="4755285"/>
                <a:ext cx="838691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elvetica Light" charset="0"/>
                  </a:rPr>
                  <a:t>ОБЛАКО </a:t>
                </a:r>
                <a:endPara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elvetica Light" charset="0"/>
                  </a:rPr>
                  <a:t>MICROSOFT</a:t>
                </a:r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0D68C270-516D-7C5F-2E6C-3907858A68AB}"/>
                </a:ext>
              </a:extLst>
            </p:cNvPr>
            <p:cNvGrpSpPr/>
            <p:nvPr/>
          </p:nvGrpSpPr>
          <p:grpSpPr>
            <a:xfrm>
              <a:off x="4566191" y="4164995"/>
              <a:ext cx="922660" cy="304542"/>
              <a:chOff x="2423917" y="4164995"/>
              <a:chExt cx="922660" cy="304542"/>
            </a:xfrm>
          </p:grpSpPr>
          <p:cxnSp>
            <p:nvCxnSpPr>
              <p:cNvPr id="31" name="Straight Connector 3">
                <a:extLst>
                  <a:ext uri="{FF2B5EF4-FFF2-40B4-BE49-F238E27FC236}">
                    <a16:creationId xmlns:a16="http://schemas.microsoft.com/office/drawing/2014/main" id="{AD506E2D-135F-882C-A890-AB6D732FA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3917" y="4164995"/>
                <a:ext cx="922660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5AE454-71A5-BA09-6649-9D9104E51B0D}"/>
                  </a:ext>
                </a:extLst>
              </p:cNvPr>
              <p:cNvSpPr txBox="1"/>
              <p:nvPr/>
            </p:nvSpPr>
            <p:spPr>
              <a:xfrm>
                <a:off x="2440560" y="4238705"/>
                <a:ext cx="906017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elvetica Light" charset="0"/>
                  </a:rPr>
                  <a:t>SIP INTERNET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0BC5AE-5C1B-8DB4-4646-AB92CE99C919}"/>
                </a:ext>
              </a:extLst>
            </p:cNvPr>
            <p:cNvSpPr txBox="1"/>
            <p:nvPr/>
          </p:nvSpPr>
          <p:spPr>
            <a:xfrm>
              <a:off x="5356869" y="2990461"/>
              <a:ext cx="1792478" cy="26161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ИНФРАСТРУКТУРА </a:t>
              </a:r>
              <a:r>
                <a:rPr 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KCELL</a:t>
              </a:r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F9D600E6-260D-D148-EF5A-1CD8C8E484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2597" y="3965227"/>
              <a:ext cx="786805" cy="4200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773EB2-E47C-50B3-9B7A-6F98AFB8009A}"/>
                </a:ext>
              </a:extLst>
            </p:cNvPr>
            <p:cNvSpPr txBox="1"/>
            <p:nvPr/>
          </p:nvSpPr>
          <p:spPr>
            <a:xfrm>
              <a:off x="5632570" y="4705044"/>
              <a:ext cx="926857" cy="50783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ШЛЮЗ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AUDIOCODES</a:t>
              </a:r>
              <a:endParaRPr lang="ru-RU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KCELL</a:t>
              </a:r>
            </a:p>
          </p:txBody>
        </p: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6EF5A63D-E936-F62B-C25C-B88E798711DD}"/>
                </a:ext>
              </a:extLst>
            </p:cNvPr>
            <p:cNvGrpSpPr/>
            <p:nvPr/>
          </p:nvGrpSpPr>
          <p:grpSpPr>
            <a:xfrm>
              <a:off x="6658831" y="4164995"/>
              <a:ext cx="922660" cy="304542"/>
              <a:chOff x="2423917" y="4164995"/>
              <a:chExt cx="922660" cy="304542"/>
            </a:xfrm>
          </p:grpSpPr>
          <p:cxnSp>
            <p:nvCxnSpPr>
              <p:cNvPr id="29" name="Straight Connector 3">
                <a:extLst>
                  <a:ext uri="{FF2B5EF4-FFF2-40B4-BE49-F238E27FC236}">
                    <a16:creationId xmlns:a16="http://schemas.microsoft.com/office/drawing/2014/main" id="{688D5268-CFDE-0F9E-E9DC-321DE46F1F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23917" y="4164995"/>
                <a:ext cx="922660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3614B6-6C30-7294-03FF-2CA6A09D5FBA}"/>
                  </a:ext>
                </a:extLst>
              </p:cNvPr>
              <p:cNvSpPr txBox="1"/>
              <p:nvPr/>
            </p:nvSpPr>
            <p:spPr>
              <a:xfrm>
                <a:off x="2440560" y="4238705"/>
                <a:ext cx="184731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endParaRPr>
              </a:p>
            </p:txBody>
          </p:sp>
        </p:grpSp>
        <p:pic>
          <p:nvPicPr>
            <p:cNvPr id="19" name="Рисунок 18" descr="Изображение выглядит как снимок экрана, Прямоугольник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34B79CF1-110A-6E9A-5847-D6089DFC7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6025" y="3674604"/>
              <a:ext cx="986145" cy="98614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F0712D5-3859-3759-24F7-237C6894C484}"/>
                </a:ext>
              </a:extLst>
            </p:cNvPr>
            <p:cNvSpPr txBox="1"/>
            <p:nvPr/>
          </p:nvSpPr>
          <p:spPr>
            <a:xfrm>
              <a:off x="7777803" y="4705044"/>
              <a:ext cx="782587" cy="230832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SBC KCELL</a:t>
              </a:r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5FEFFA54-45BC-6218-02CB-EC69024273EF}"/>
                </a:ext>
              </a:extLst>
            </p:cNvPr>
            <p:cNvGrpSpPr/>
            <p:nvPr/>
          </p:nvGrpSpPr>
          <p:grpSpPr>
            <a:xfrm>
              <a:off x="8863645" y="4164995"/>
              <a:ext cx="922660" cy="304542"/>
              <a:chOff x="2310631" y="4164995"/>
              <a:chExt cx="922660" cy="304542"/>
            </a:xfrm>
          </p:grpSpPr>
          <p:cxnSp>
            <p:nvCxnSpPr>
              <p:cNvPr id="27" name="Straight Connector 3">
                <a:extLst>
                  <a:ext uri="{FF2B5EF4-FFF2-40B4-BE49-F238E27FC236}">
                    <a16:creationId xmlns:a16="http://schemas.microsoft.com/office/drawing/2014/main" id="{296165E6-391E-D4CC-A302-56E06A2504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0631" y="4164995"/>
                <a:ext cx="922660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F2D436-6D7B-C91D-BE9A-7F2DF39A6B74}"/>
                  </a:ext>
                </a:extLst>
              </p:cNvPr>
              <p:cNvSpPr txBox="1"/>
              <p:nvPr/>
            </p:nvSpPr>
            <p:spPr>
              <a:xfrm>
                <a:off x="2392935" y="4238705"/>
                <a:ext cx="837089" cy="2308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elvetica Light" charset="0"/>
                  </a:rPr>
                  <a:t>СЕТЬ </a:t>
                </a:r>
                <a:r>
                  <a:rPr lang="en-US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elvetica Light" charset="0"/>
                  </a:rPr>
                  <a:t>KCELL</a:t>
                </a:r>
              </a:p>
            </p:txBody>
          </p:sp>
        </p:grp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7157C8AE-708F-232B-E7C5-07BA402D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7780" y="3194056"/>
              <a:ext cx="1819275" cy="181927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6F24529-E1F5-2DBC-ADD9-2081FA24A0BE}"/>
                </a:ext>
              </a:extLst>
            </p:cNvPr>
            <p:cNvSpPr txBox="1"/>
            <p:nvPr/>
          </p:nvSpPr>
          <p:spPr>
            <a:xfrm>
              <a:off x="2244601" y="3862496"/>
              <a:ext cx="109036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+7 701XXX XX </a:t>
              </a:r>
              <a:r>
                <a:rPr 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XX</a:t>
              </a: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8B8072-DEA7-1D82-32D2-72A749465702}"/>
                </a:ext>
              </a:extLst>
            </p:cNvPr>
            <p:cNvSpPr txBox="1"/>
            <p:nvPr/>
          </p:nvSpPr>
          <p:spPr>
            <a:xfrm>
              <a:off x="4460229" y="3862496"/>
              <a:ext cx="109036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+7 701XXX XX </a:t>
              </a:r>
              <a:r>
                <a:rPr 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XX</a:t>
              </a: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886C3DE-EC70-3CF1-52EE-D1ACC45EF048}"/>
                </a:ext>
              </a:extLst>
            </p:cNvPr>
            <p:cNvSpPr txBox="1"/>
            <p:nvPr/>
          </p:nvSpPr>
          <p:spPr>
            <a:xfrm>
              <a:off x="6559427" y="3862496"/>
              <a:ext cx="109036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+7 701XXX XX </a:t>
              </a:r>
              <a:r>
                <a:rPr 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XX</a:t>
              </a: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E54F69-B9C7-89E1-72F0-A0123D88214A}"/>
                </a:ext>
              </a:extLst>
            </p:cNvPr>
            <p:cNvSpPr txBox="1"/>
            <p:nvPr/>
          </p:nvSpPr>
          <p:spPr>
            <a:xfrm>
              <a:off x="8792911" y="3862496"/>
              <a:ext cx="1090363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+7 701XXX XX </a:t>
              </a:r>
              <a:r>
                <a:rPr 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Helvetica Light" charset="0"/>
                </a:rPr>
                <a:t>XX</a:t>
              </a:r>
              <a:endPara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63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9CFAE-F922-518F-5EBE-18C2004A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154804-D0E3-89ED-23F6-8FBCAEAE1982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Стоимость и компоненты услуги: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70A636-373C-1DA6-8249-311EF50AE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8CA0ADD-DF4C-E25B-6D13-755E4DC4770B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FB95E4E2-A3B2-91C1-2A24-F776E102CBD4}"/>
              </a:ext>
            </a:extLst>
          </p:cNvPr>
          <p:cNvGrpSpPr/>
          <p:nvPr/>
        </p:nvGrpSpPr>
        <p:grpSpPr>
          <a:xfrm>
            <a:off x="287521" y="766509"/>
            <a:ext cx="11318005" cy="5725732"/>
            <a:chOff x="49777" y="766509"/>
            <a:chExt cx="11318005" cy="5725732"/>
          </a:xfrm>
        </p:grpSpPr>
        <p:pic>
          <p:nvPicPr>
            <p:cNvPr id="97" name="Рисунок 96" descr="Изображение выглядит как символ, снимок экрана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6FA1AA0C-5517-AF3C-34BD-2931F35EB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25"/>
            <a:stretch>
              <a:fillRect/>
            </a:stretch>
          </p:blipFill>
          <p:spPr>
            <a:xfrm>
              <a:off x="3831336" y="1293100"/>
              <a:ext cx="4242816" cy="4985032"/>
            </a:xfrm>
            <a:prstGeom prst="rect">
              <a:avLst/>
            </a:prstGeom>
          </p:spPr>
        </p:pic>
        <p:sp>
          <p:nvSpPr>
            <p:cNvPr id="98" name="Выноска: линия с границей и чертой 97">
              <a:extLst>
                <a:ext uri="{FF2B5EF4-FFF2-40B4-BE49-F238E27FC236}">
                  <a16:creationId xmlns:a16="http://schemas.microsoft.com/office/drawing/2014/main" id="{0D20CF27-CA37-4CDD-95C6-FDE824D322B8}"/>
                </a:ext>
              </a:extLst>
            </p:cNvPr>
            <p:cNvSpPr/>
            <p:nvPr/>
          </p:nvSpPr>
          <p:spPr>
            <a:xfrm>
              <a:off x="8185138" y="1975104"/>
              <a:ext cx="2275597" cy="1524650"/>
            </a:xfrm>
            <a:prstGeom prst="accentBorderCallout1">
              <a:avLst>
                <a:gd name="adj1" fmla="val 18750"/>
                <a:gd name="adj2" fmla="val -8333"/>
                <a:gd name="adj3" fmla="val 45588"/>
                <a:gd name="adj4" fmla="val -59214"/>
              </a:avLst>
            </a:prstGeom>
            <a:solidFill>
              <a:srgbClr val="B4B4B4"/>
            </a:solidFill>
            <a:ln>
              <a:solidFill>
                <a:srgbClr val="B4B4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ЛИЦЕНЗИЯ MICROSOFT PHONE SYSTEM</a:t>
              </a:r>
            </a:p>
            <a:p>
              <a:pPr algn="ctr"/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(НА КАЖДОГО ЮЗЕРА)</a:t>
              </a:r>
            </a:p>
          </p:txBody>
        </p:sp>
        <p:sp>
          <p:nvSpPr>
            <p:cNvPr id="99" name="Выноска: линия с границей и чертой 98">
              <a:extLst>
                <a:ext uri="{FF2B5EF4-FFF2-40B4-BE49-F238E27FC236}">
                  <a16:creationId xmlns:a16="http://schemas.microsoft.com/office/drawing/2014/main" id="{9FB68243-5839-3BED-8900-BE33B178AD6C}"/>
                </a:ext>
              </a:extLst>
            </p:cNvPr>
            <p:cNvSpPr/>
            <p:nvPr/>
          </p:nvSpPr>
          <p:spPr>
            <a:xfrm flipH="1">
              <a:off x="824218" y="1975104"/>
              <a:ext cx="2275597" cy="1524650"/>
            </a:xfrm>
            <a:prstGeom prst="accentBorderCallout1">
              <a:avLst>
                <a:gd name="adj1" fmla="val 18750"/>
                <a:gd name="adj2" fmla="val -8333"/>
                <a:gd name="adj3" fmla="val 45588"/>
                <a:gd name="adj4" fmla="val -59214"/>
              </a:avLst>
            </a:prstGeom>
            <a:solidFill>
              <a:srgbClr val="B4B4B4"/>
            </a:solidFill>
            <a:ln>
              <a:solidFill>
                <a:srgbClr val="B4B4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ЛИЦЕНЗИЯ </a:t>
              </a:r>
            </a:p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AUDIOCODES</a:t>
              </a:r>
            </a:p>
            <a:p>
              <a:pPr algn="ctr"/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(1 ТЛФ ЛИНИЯ + 1 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SIP </a:t>
              </a:r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НОМЕР)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2B17222-888B-6FD5-6009-790AF268D735}"/>
                </a:ext>
              </a:extLst>
            </p:cNvPr>
            <p:cNvSpPr txBox="1"/>
            <p:nvPr/>
          </p:nvSpPr>
          <p:spPr>
            <a:xfrm>
              <a:off x="49777" y="1582442"/>
              <a:ext cx="38244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ЕЖЕМЕСЯЧНАЯ АП = 3500 ТНГ С НДС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AE058DD-6E59-558B-C7D6-0831A379F5FC}"/>
                </a:ext>
              </a:extLst>
            </p:cNvPr>
            <p:cNvSpPr txBox="1"/>
            <p:nvPr/>
          </p:nvSpPr>
          <p:spPr>
            <a:xfrm>
              <a:off x="7543304" y="890779"/>
              <a:ext cx="38244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ПРИОБРЕТАЕТСЯ КЛИЕНТОМ САМОСТОЯТЕЛЬНО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5" name="Выноска: линия с границей и чертой 104">
              <a:extLst>
                <a:ext uri="{FF2B5EF4-FFF2-40B4-BE49-F238E27FC236}">
                  <a16:creationId xmlns:a16="http://schemas.microsoft.com/office/drawing/2014/main" id="{8465E54D-1C69-4C50-89C8-BFB006E56112}"/>
                </a:ext>
              </a:extLst>
            </p:cNvPr>
            <p:cNvSpPr/>
            <p:nvPr/>
          </p:nvSpPr>
          <p:spPr>
            <a:xfrm flipH="1">
              <a:off x="824218" y="4753482"/>
              <a:ext cx="2275597" cy="1524650"/>
            </a:xfrm>
            <a:prstGeom prst="accentBorderCallout1">
              <a:avLst>
                <a:gd name="adj1" fmla="val 18750"/>
                <a:gd name="adj2" fmla="val -8333"/>
                <a:gd name="adj3" fmla="val -592"/>
                <a:gd name="adj4" fmla="val -66447"/>
              </a:avLst>
            </a:prstGeom>
            <a:solidFill>
              <a:srgbClr val="B4B4B4"/>
            </a:solidFill>
            <a:ln>
              <a:solidFill>
                <a:srgbClr val="B4B4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SIP </a:t>
              </a:r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ТРАФИК ОТ 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KCELL</a:t>
              </a:r>
              <a:endParaRPr lang="ru-RU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6" name="Выноска: линия с границей и чертой 105">
              <a:extLst>
                <a:ext uri="{FF2B5EF4-FFF2-40B4-BE49-F238E27FC236}">
                  <a16:creationId xmlns:a16="http://schemas.microsoft.com/office/drawing/2014/main" id="{F7BFB4BF-F0BD-5E5B-BB0E-09270247F2A1}"/>
                </a:ext>
              </a:extLst>
            </p:cNvPr>
            <p:cNvSpPr/>
            <p:nvPr/>
          </p:nvSpPr>
          <p:spPr>
            <a:xfrm>
              <a:off x="8185138" y="4753482"/>
              <a:ext cx="2275597" cy="1524650"/>
            </a:xfrm>
            <a:prstGeom prst="accentBorderCallout1">
              <a:avLst>
                <a:gd name="adj1" fmla="val 18750"/>
                <a:gd name="adj2" fmla="val -8333"/>
                <a:gd name="adj3" fmla="val -592"/>
                <a:gd name="adj4" fmla="val -66447"/>
              </a:avLst>
            </a:prstGeom>
            <a:solidFill>
              <a:srgbClr val="B4B4B4"/>
            </a:solidFill>
            <a:ln>
              <a:solidFill>
                <a:srgbClr val="B4B4B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ЛИЦЕНЗИЯ 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MICROSOFT O365</a:t>
              </a:r>
            </a:p>
            <a:p>
              <a:pPr lvl="0" algn="ctr">
                <a:defRPr/>
              </a:pP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</a:t>
              </a:r>
              <a:r>
                <a:rPr lang="ru-RU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С ПО 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MICROSOFT TEAMS)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F86F07-498C-EBEE-2F85-88EA630AE6D2}"/>
                </a:ext>
              </a:extLst>
            </p:cNvPr>
            <p:cNvSpPr txBox="1"/>
            <p:nvPr/>
          </p:nvSpPr>
          <p:spPr>
            <a:xfrm>
              <a:off x="49777" y="4443116"/>
              <a:ext cx="38244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ТАРИФЫ ВАТС</a:t>
              </a:r>
              <a:endParaRPr 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302BB0C3-060A-9497-B3A6-077C5D713F97}"/>
                </a:ext>
              </a:extLst>
            </p:cNvPr>
            <p:cNvSpPr/>
            <p:nvPr/>
          </p:nvSpPr>
          <p:spPr>
            <a:xfrm>
              <a:off x="155448" y="766509"/>
              <a:ext cx="3824478" cy="5725732"/>
            </a:xfrm>
            <a:prstGeom prst="roundRect">
              <a:avLst>
                <a:gd name="adj" fmla="val 4234"/>
              </a:avLst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Прямоугольник: скругленные углы 109">
              <a:extLst>
                <a:ext uri="{FF2B5EF4-FFF2-40B4-BE49-F238E27FC236}">
                  <a16:creationId xmlns:a16="http://schemas.microsoft.com/office/drawing/2014/main" id="{804388E7-EF9A-702A-54D4-850727EBDD1E}"/>
                </a:ext>
              </a:extLst>
            </p:cNvPr>
            <p:cNvSpPr/>
            <p:nvPr/>
          </p:nvSpPr>
          <p:spPr>
            <a:xfrm>
              <a:off x="7410697" y="766509"/>
              <a:ext cx="3824478" cy="5725732"/>
            </a:xfrm>
            <a:prstGeom prst="roundRect">
              <a:avLst>
                <a:gd name="adj" fmla="val 4234"/>
              </a:avLst>
            </a:prstGeom>
            <a:noFill/>
            <a:ln w="127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4382A42-A09C-B84F-1C0B-BBA65E04D2F1}"/>
                </a:ext>
              </a:extLst>
            </p:cNvPr>
            <p:cNvSpPr txBox="1"/>
            <p:nvPr/>
          </p:nvSpPr>
          <p:spPr>
            <a:xfrm>
              <a:off x="49777" y="900438"/>
              <a:ext cx="38244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ПРИОБРЕТСЯ КЛИЕНТОМ У </a:t>
              </a:r>
              <a:r>
                <a:rPr lang="en-US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KCELL</a:t>
              </a: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A859173B-7EBA-5B72-1F2C-5F1C443ED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33" y="2828030"/>
            <a:ext cx="1125720" cy="60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EC2CA9-73AF-86E0-D115-8A51EF7AD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8786"/>
          <a:stretch>
            <a:fillRect/>
          </a:stretch>
        </p:blipFill>
        <p:spPr>
          <a:xfrm>
            <a:off x="4712309" y="4508392"/>
            <a:ext cx="869342" cy="269140"/>
          </a:xfrm>
          <a:prstGeom prst="rect">
            <a:avLst/>
          </a:prstGeom>
        </p:spPr>
      </p:pic>
      <p:pic>
        <p:nvPicPr>
          <p:cNvPr id="1034" name="Picture 10" descr="Microsoft logo png, Microsoft icon transparent png 27127592 PNG">
            <a:extLst>
              <a:ext uri="{FF2B5EF4-FFF2-40B4-BE49-F238E27FC236}">
                <a16:creationId xmlns:a16="http://schemas.microsoft.com/office/drawing/2014/main" id="{11DDBA36-FD7D-E755-1D60-2C2F08E52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73061"/>
            <a:ext cx="1125720" cy="112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Microsoft logo png, Microsoft icon transparent png 27127592 PNG">
            <a:extLst>
              <a:ext uri="{FF2B5EF4-FFF2-40B4-BE49-F238E27FC236}">
                <a16:creationId xmlns:a16="http://schemas.microsoft.com/office/drawing/2014/main" id="{94A69A25-8A2E-9337-81FF-3E37D428A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57233"/>
            <a:ext cx="1125720" cy="112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09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A3431-F69B-34EB-4BE0-368319D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TextBox 1074">
            <a:extLst>
              <a:ext uri="{FF2B5EF4-FFF2-40B4-BE49-F238E27FC236}">
                <a16:creationId xmlns:a16="http://schemas.microsoft.com/office/drawing/2014/main" id="{8E71044C-052A-4241-4E03-F1D2F4514D45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КОНКУРЕНТНАЯ СРЕДА:</a:t>
            </a:r>
          </a:p>
        </p:txBody>
      </p:sp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44F1F971-D9DE-A73F-49E3-D3F0BC9B8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77" name="Прямая соединительная линия 1076">
            <a:extLst>
              <a:ext uri="{FF2B5EF4-FFF2-40B4-BE49-F238E27FC236}">
                <a16:creationId xmlns:a16="http://schemas.microsoft.com/office/drawing/2014/main" id="{6D4C1ECC-5E99-A9ED-3737-6A83F1DBBA75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55" name="Таблица 54">
            <a:extLst>
              <a:ext uri="{FF2B5EF4-FFF2-40B4-BE49-F238E27FC236}">
                <a16:creationId xmlns:a16="http://schemas.microsoft.com/office/drawing/2014/main" id="{5410BE63-3C5C-0859-2020-D9D734F61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776583"/>
              </p:ext>
            </p:extLst>
          </p:nvPr>
        </p:nvGraphicFramePr>
        <p:xfrm>
          <a:off x="152400" y="1333500"/>
          <a:ext cx="11677648" cy="4762506"/>
        </p:xfrm>
        <a:graphic>
          <a:graphicData uri="http://schemas.openxmlformats.org/drawingml/2006/table">
            <a:tbl>
              <a:tblPr/>
              <a:tblGrid>
                <a:gridCol w="4786171">
                  <a:extLst>
                    <a:ext uri="{9D8B030D-6E8A-4147-A177-3AD203B41FA5}">
                      <a16:colId xmlns:a16="http://schemas.microsoft.com/office/drawing/2014/main" val="1119120665"/>
                    </a:ext>
                  </a:extLst>
                </a:gridCol>
                <a:gridCol w="840611">
                  <a:extLst>
                    <a:ext uri="{9D8B030D-6E8A-4147-A177-3AD203B41FA5}">
                      <a16:colId xmlns:a16="http://schemas.microsoft.com/office/drawing/2014/main" val="433683458"/>
                    </a:ext>
                  </a:extLst>
                </a:gridCol>
                <a:gridCol w="817891">
                  <a:extLst>
                    <a:ext uri="{9D8B030D-6E8A-4147-A177-3AD203B41FA5}">
                      <a16:colId xmlns:a16="http://schemas.microsoft.com/office/drawing/2014/main" val="1704586030"/>
                    </a:ext>
                  </a:extLst>
                </a:gridCol>
                <a:gridCol w="817891">
                  <a:extLst>
                    <a:ext uri="{9D8B030D-6E8A-4147-A177-3AD203B41FA5}">
                      <a16:colId xmlns:a16="http://schemas.microsoft.com/office/drawing/2014/main" val="2631814901"/>
                    </a:ext>
                  </a:extLst>
                </a:gridCol>
                <a:gridCol w="817891">
                  <a:extLst>
                    <a:ext uri="{9D8B030D-6E8A-4147-A177-3AD203B41FA5}">
                      <a16:colId xmlns:a16="http://schemas.microsoft.com/office/drawing/2014/main" val="2304832526"/>
                    </a:ext>
                  </a:extLst>
                </a:gridCol>
                <a:gridCol w="492247">
                  <a:extLst>
                    <a:ext uri="{9D8B030D-6E8A-4147-A177-3AD203B41FA5}">
                      <a16:colId xmlns:a16="http://schemas.microsoft.com/office/drawing/2014/main" val="2831611118"/>
                    </a:ext>
                  </a:extLst>
                </a:gridCol>
                <a:gridCol w="492247">
                  <a:extLst>
                    <a:ext uri="{9D8B030D-6E8A-4147-A177-3AD203B41FA5}">
                      <a16:colId xmlns:a16="http://schemas.microsoft.com/office/drawing/2014/main" val="3951332757"/>
                    </a:ext>
                  </a:extLst>
                </a:gridCol>
                <a:gridCol w="492247">
                  <a:extLst>
                    <a:ext uri="{9D8B030D-6E8A-4147-A177-3AD203B41FA5}">
                      <a16:colId xmlns:a16="http://schemas.microsoft.com/office/drawing/2014/main" val="1948409946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3796452971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339670153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2182397861"/>
                    </a:ext>
                  </a:extLst>
                </a:gridCol>
                <a:gridCol w="530113">
                  <a:extLst>
                    <a:ext uri="{9D8B030D-6E8A-4147-A177-3AD203B41FA5}">
                      <a16:colId xmlns:a16="http://schemas.microsoft.com/office/drawing/2014/main" val="1354387456"/>
                    </a:ext>
                  </a:extLst>
                </a:gridCol>
              </a:tblGrid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44816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Ежемесячная абонентская плата за 1 пользователя и 1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тлф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линию (в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тнг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с НДС)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124465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Единовременный платеж за подключение (в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тнг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с НДС)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663383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Наименование пакета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​Виртуальный 5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Виртуальный 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Виртуальный 30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Виртуальный 50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3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4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5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6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Пакет 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500688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​Ежемесячная ​​​абонентская плата (тенге с НДС)*​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1​0 000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​​30 000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​50 000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02566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​​​Ежемесячный пакет минут для звонков на номера всех мобильных операторов по Казахстану (мин)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​1 250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​7 000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2 500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100 000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050721"/>
                  </a:ext>
                </a:extLst>
              </a:tr>
              <a:tr h="340179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​Исходящие звонки сверх бонусных минут: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08095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Внутри виртуальной АТС (на внутренние номера) и внутри корпоративной группы,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37408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Onnet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тенге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86161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Offnet, тенге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​11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767992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PSTN, тенге за 1 минуту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17​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​17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91246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Кол-во линий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пользователь = 1 тлф. линия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лицензия Audiocodes = 1 тлф. Линия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15292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Кол-во сип номеров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пользователь = 1 </a:t>
                      </a:r>
                      <a:r>
                        <a:rPr lang="ru-RU" sz="105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sip</a:t>
                      </a: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номер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по запросу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232075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​На международные направления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В рамках доп услуги "Звонки без границ"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Стандартный</a:t>
                      </a:r>
                    </a:p>
                  </a:txBody>
                  <a:tcPr marL="6805" marR="6805" marT="68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588680"/>
                  </a:ext>
                </a:extLst>
              </a:tr>
            </a:tbl>
          </a:graphicData>
        </a:graphic>
      </p:graphicFrame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D817EFA-8A37-95F1-6F17-9D0FF65D0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9410"/>
          <a:stretch>
            <a:fillRect/>
          </a:stretch>
        </p:blipFill>
        <p:spPr>
          <a:xfrm>
            <a:off x="6272497" y="1407211"/>
            <a:ext cx="638844" cy="199527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9D7B8F2B-0B63-49BF-60EB-505783522F3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0" t="19965" r="12597" b="29253"/>
          <a:stretch/>
        </p:blipFill>
        <p:spPr>
          <a:xfrm>
            <a:off x="9225778" y="1361050"/>
            <a:ext cx="289833" cy="29184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4BBF747-7BC3-9E14-BF72-9AC2D725CFBD}"/>
              </a:ext>
            </a:extLst>
          </p:cNvPr>
          <p:cNvSpPr txBox="1"/>
          <p:nvPr/>
        </p:nvSpPr>
        <p:spPr>
          <a:xfrm>
            <a:off x="9539708" y="1380015"/>
            <a:ext cx="136280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Aptos Narrow" panose="020B0004020202020204" pitchFamily="34" charset="0"/>
              </a:rPr>
              <a:t>Beeline Kazakhstan</a:t>
            </a:r>
          </a:p>
        </p:txBody>
      </p:sp>
    </p:spTree>
    <p:extLst>
      <p:ext uri="{BB962C8B-B14F-4D97-AF65-F5344CB8AC3E}">
        <p14:creationId xmlns:p14="http://schemas.microsoft.com/office/powerpoint/2010/main" val="1679746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96A-9B40-8964-888D-B90368E4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Группа 1073">
            <a:extLst>
              <a:ext uri="{FF2B5EF4-FFF2-40B4-BE49-F238E27FC236}">
                <a16:creationId xmlns:a16="http://schemas.microsoft.com/office/drawing/2014/main" id="{CF0B6DE0-98BE-7515-C9BE-182D48D3606E}"/>
              </a:ext>
            </a:extLst>
          </p:cNvPr>
          <p:cNvGrpSpPr/>
          <p:nvPr/>
        </p:nvGrpSpPr>
        <p:grpSpPr>
          <a:xfrm>
            <a:off x="411476" y="981925"/>
            <a:ext cx="11204974" cy="6477443"/>
            <a:chOff x="448052" y="570445"/>
            <a:chExt cx="11204974" cy="6477443"/>
          </a:xfrm>
        </p:grpSpPr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80786FF3-6EE0-9DE0-E044-53646764350B}"/>
                </a:ext>
              </a:extLst>
            </p:cNvPr>
            <p:cNvGrpSpPr/>
            <p:nvPr/>
          </p:nvGrpSpPr>
          <p:grpSpPr>
            <a:xfrm>
              <a:off x="654342" y="1083290"/>
              <a:ext cx="2216138" cy="2928183"/>
              <a:chOff x="3037847" y="2960551"/>
              <a:chExt cx="2216138" cy="2928183"/>
            </a:xfrm>
          </p:grpSpPr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93A15CD2-C9F2-9B2B-858C-13DF985F0D7E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4D48D490-91BC-A284-AE02-C8E90E0DB84C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2" name="Овал 31">
                    <a:extLst>
                      <a:ext uri="{FF2B5EF4-FFF2-40B4-BE49-F238E27FC236}">
                        <a16:creationId xmlns:a16="http://schemas.microsoft.com/office/drawing/2014/main" id="{36F30922-DD42-1339-2C47-C5C4CD908122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3" name="Группа 32">
                    <a:extLst>
                      <a:ext uri="{FF2B5EF4-FFF2-40B4-BE49-F238E27FC236}">
                        <a16:creationId xmlns:a16="http://schemas.microsoft.com/office/drawing/2014/main" id="{9D1B4EF7-6D14-4EA4-E63E-4B3F6A86215E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34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3B56FCC6-B735-3BFC-9DEA-232E94962CD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35" name="Овал 34">
                      <a:extLst>
                        <a:ext uri="{FF2B5EF4-FFF2-40B4-BE49-F238E27FC236}">
                          <a16:creationId xmlns:a16="http://schemas.microsoft.com/office/drawing/2014/main" id="{6D7A5EBC-F4FD-9541-781C-69FD4B8CAA4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6" name="Прямоугольник 25">
                  <a:extLst>
                    <a:ext uri="{FF2B5EF4-FFF2-40B4-BE49-F238E27FC236}">
                      <a16:creationId xmlns:a16="http://schemas.microsoft.com/office/drawing/2014/main" id="{2955740D-6449-A64C-2665-C3A1DBF2F07F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ПРРЕЗЕНТАЦИЯ И ЗАЯВЛЕНИЕ ОТ КЛИЕНТА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24" name="Дуга 23">
                <a:extLst>
                  <a:ext uri="{FF2B5EF4-FFF2-40B4-BE49-F238E27FC236}">
                    <a16:creationId xmlns:a16="http://schemas.microsoft.com/office/drawing/2014/main" id="{7D8E687C-3E41-DBF1-FC31-6996B09E7FF9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1A554AD-F707-9771-FD85-98356BF20BAB}"/>
                </a:ext>
              </a:extLst>
            </p:cNvPr>
            <p:cNvGrpSpPr/>
            <p:nvPr/>
          </p:nvGrpSpPr>
          <p:grpSpPr>
            <a:xfrm>
              <a:off x="7858412" y="1083290"/>
              <a:ext cx="2216138" cy="2928183"/>
              <a:chOff x="3037847" y="2960551"/>
              <a:chExt cx="2216138" cy="2928183"/>
            </a:xfrm>
          </p:grpSpPr>
          <p:grpSp>
            <p:nvGrpSpPr>
              <p:cNvPr id="9" name="Группа 8">
                <a:extLst>
                  <a:ext uri="{FF2B5EF4-FFF2-40B4-BE49-F238E27FC236}">
                    <a16:creationId xmlns:a16="http://schemas.microsoft.com/office/drawing/2014/main" id="{BF3AFDF0-C345-2FC5-E99C-99995259E2D6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46924FF5-E85B-0DE7-CB41-430248FA58FA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8" name="Овал 17">
                    <a:extLst>
                      <a:ext uri="{FF2B5EF4-FFF2-40B4-BE49-F238E27FC236}">
                        <a16:creationId xmlns:a16="http://schemas.microsoft.com/office/drawing/2014/main" id="{CD3EFDF4-F616-A39E-F410-498C5F30E568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9" name="Группа 18">
                    <a:extLst>
                      <a:ext uri="{FF2B5EF4-FFF2-40B4-BE49-F238E27FC236}">
                        <a16:creationId xmlns:a16="http://schemas.microsoft.com/office/drawing/2014/main" id="{91527B55-BBB1-E7F3-0A27-ABE026B94EFB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20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CCCFECAE-547F-8CA3-ACE1-B2B3A382B08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21" name="Овал 20">
                      <a:extLst>
                        <a:ext uri="{FF2B5EF4-FFF2-40B4-BE49-F238E27FC236}">
                          <a16:creationId xmlns:a16="http://schemas.microsoft.com/office/drawing/2014/main" id="{973FBFB7-4318-4758-0F9D-75379C387DB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" name="Прямоугольник 11">
                  <a:extLst>
                    <a:ext uri="{FF2B5EF4-FFF2-40B4-BE49-F238E27FC236}">
                      <a16:creationId xmlns:a16="http://schemas.microsoft.com/office/drawing/2014/main" id="{0447D8AF-FD80-63AF-687D-C9EF649A2A44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ТЕСТИРОВАНИЕ УСЛУГИ 1 НЕДЕЛЮ 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0" name="Дуга 9">
                <a:extLst>
                  <a:ext uri="{FF2B5EF4-FFF2-40B4-BE49-F238E27FC236}">
                    <a16:creationId xmlns:a16="http://schemas.microsoft.com/office/drawing/2014/main" id="{CCFFDDD2-3C79-ED9C-DCE6-A3EB54617997}"/>
                  </a:ext>
                </a:extLst>
              </p:cNvPr>
              <p:cNvSpPr/>
              <p:nvPr/>
            </p:nvSpPr>
            <p:spPr>
              <a:xfrm>
                <a:off x="3285330" y="3060299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1030" name="Группа 1029">
              <a:extLst>
                <a:ext uri="{FF2B5EF4-FFF2-40B4-BE49-F238E27FC236}">
                  <a16:creationId xmlns:a16="http://schemas.microsoft.com/office/drawing/2014/main" id="{429C0690-B7A9-79A0-B7AD-552E61B6C295}"/>
                </a:ext>
              </a:extLst>
            </p:cNvPr>
            <p:cNvGrpSpPr/>
            <p:nvPr/>
          </p:nvGrpSpPr>
          <p:grpSpPr>
            <a:xfrm>
              <a:off x="4256377" y="1083290"/>
              <a:ext cx="2216138" cy="2928183"/>
              <a:chOff x="3037847" y="2960551"/>
              <a:chExt cx="2216138" cy="2928183"/>
            </a:xfrm>
          </p:grpSpPr>
          <p:grpSp>
            <p:nvGrpSpPr>
              <p:cNvPr id="1032" name="Группа 1031">
                <a:extLst>
                  <a:ext uri="{FF2B5EF4-FFF2-40B4-BE49-F238E27FC236}">
                    <a16:creationId xmlns:a16="http://schemas.microsoft.com/office/drawing/2014/main" id="{39C5C2E2-9DB1-024C-FB79-22FF891CB5D5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1034" name="Группа 1033">
                  <a:extLst>
                    <a:ext uri="{FF2B5EF4-FFF2-40B4-BE49-F238E27FC236}">
                      <a16:creationId xmlns:a16="http://schemas.microsoft.com/office/drawing/2014/main" id="{722CA044-6343-F3D1-68E9-0D81229B2403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036" name="Овал 1035">
                    <a:extLst>
                      <a:ext uri="{FF2B5EF4-FFF2-40B4-BE49-F238E27FC236}">
                        <a16:creationId xmlns:a16="http://schemas.microsoft.com/office/drawing/2014/main" id="{F1328BE6-5338-4A0B-DD0C-FEEC74197B08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037" name="Группа 1036">
                    <a:extLst>
                      <a:ext uri="{FF2B5EF4-FFF2-40B4-BE49-F238E27FC236}">
                        <a16:creationId xmlns:a16="http://schemas.microsoft.com/office/drawing/2014/main" id="{9B46D943-0BC0-C2E4-9D61-3D8C1509B721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1038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5F6F284F-AB0E-0DA2-CEC1-55EAB1E46FA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039" name="Овал 1038">
                      <a:extLst>
                        <a:ext uri="{FF2B5EF4-FFF2-40B4-BE49-F238E27FC236}">
                          <a16:creationId xmlns:a16="http://schemas.microsoft.com/office/drawing/2014/main" id="{DE89A83D-EB14-BB6C-C243-4E82DC04ED3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035" name="Прямоугольник 1034">
                  <a:extLst>
                    <a:ext uri="{FF2B5EF4-FFF2-40B4-BE49-F238E27FC236}">
                      <a16:creationId xmlns:a16="http://schemas.microsoft.com/office/drawing/2014/main" id="{B441215C-1EDA-26F0-9C91-0B45D77B7B15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900" b="1" i="0" u="none" strike="noStrike" kern="1200" cap="none" spc="0" normalizeH="0" baseline="0" noProof="0" dirty="0">
                      <a:ln w="0"/>
                      <a:solidFill>
                        <a:srgbClr val="414141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ТЕХНИЧЕСКАЯ НАСТРОЙКА УСЛУГИ</a:t>
                  </a:r>
                </a:p>
              </p:txBody>
            </p:sp>
          </p:grpSp>
          <p:sp>
            <p:nvSpPr>
              <p:cNvPr id="1033" name="Дуга 1032">
                <a:extLst>
                  <a:ext uri="{FF2B5EF4-FFF2-40B4-BE49-F238E27FC236}">
                    <a16:creationId xmlns:a16="http://schemas.microsoft.com/office/drawing/2014/main" id="{5DD6A677-23D5-6DA0-4D2B-DA746AC26BB5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27B21A00-E578-50DC-DFE0-06B0D3F1E148}"/>
                </a:ext>
              </a:extLst>
            </p:cNvPr>
            <p:cNvGrpSpPr/>
            <p:nvPr/>
          </p:nvGrpSpPr>
          <p:grpSpPr>
            <a:xfrm>
              <a:off x="1903755" y="4119705"/>
              <a:ext cx="2216138" cy="2928183"/>
              <a:chOff x="3037847" y="2960551"/>
              <a:chExt cx="2216138" cy="2928183"/>
            </a:xfrm>
          </p:grpSpPr>
          <p:grpSp>
            <p:nvGrpSpPr>
              <p:cNvPr id="3" name="Группа 2">
                <a:extLst>
                  <a:ext uri="{FF2B5EF4-FFF2-40B4-BE49-F238E27FC236}">
                    <a16:creationId xmlns:a16="http://schemas.microsoft.com/office/drawing/2014/main" id="{5260A155-C047-E16A-2B0A-E182BB204116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5" name="Группа 4">
                  <a:extLst>
                    <a:ext uri="{FF2B5EF4-FFF2-40B4-BE49-F238E27FC236}">
                      <a16:creationId xmlns:a16="http://schemas.microsoft.com/office/drawing/2014/main" id="{3D9B451A-2188-66F0-33D8-4194F5DABD58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7" name="Овал 6">
                    <a:extLst>
                      <a:ext uri="{FF2B5EF4-FFF2-40B4-BE49-F238E27FC236}">
                        <a16:creationId xmlns:a16="http://schemas.microsoft.com/office/drawing/2014/main" id="{E7E1BF0F-30A7-EE58-605F-7D7C2DBD5C4E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1" name="Группа 10">
                    <a:extLst>
                      <a:ext uri="{FF2B5EF4-FFF2-40B4-BE49-F238E27FC236}">
                        <a16:creationId xmlns:a16="http://schemas.microsoft.com/office/drawing/2014/main" id="{83D5BDB4-4FF9-A071-8082-B2EA4BC7256E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14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EAC6FA10-7FB7-4B15-D664-8F7DB9BA926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5" name="Овал 14">
                      <a:extLst>
                        <a:ext uri="{FF2B5EF4-FFF2-40B4-BE49-F238E27FC236}">
                          <a16:creationId xmlns:a16="http://schemas.microsoft.com/office/drawing/2014/main" id="{EFEA521A-46EF-790C-9F2C-7805E1B5841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85C9EA6C-F58A-8A19-B879-630AA9536F6D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ЗАВЕДЕНИЕ В БИЛЛИНГ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4" name="Дуга 3">
                <a:extLst>
                  <a:ext uri="{FF2B5EF4-FFF2-40B4-BE49-F238E27FC236}">
                    <a16:creationId xmlns:a16="http://schemas.microsoft.com/office/drawing/2014/main" id="{0DE399B3-A447-BDE0-B919-A11AEC46EAE1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F7F58DFB-350A-925E-2C31-4DB3F5F8D70C}"/>
                </a:ext>
              </a:extLst>
            </p:cNvPr>
            <p:cNvGrpSpPr/>
            <p:nvPr/>
          </p:nvGrpSpPr>
          <p:grpSpPr>
            <a:xfrm>
              <a:off x="9107825" y="4119705"/>
              <a:ext cx="2216138" cy="2928183"/>
              <a:chOff x="3037847" y="2960551"/>
              <a:chExt cx="2216138" cy="2928183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6C5F0854-5486-201C-F854-1B15FB15AF0D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28" name="Группа 27">
                  <a:extLst>
                    <a:ext uri="{FF2B5EF4-FFF2-40B4-BE49-F238E27FC236}">
                      <a16:creationId xmlns:a16="http://schemas.microsoft.com/office/drawing/2014/main" id="{F46C5B76-777E-D6AB-DB7C-991ABC862123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6583B294-016D-6D77-247E-A7837EA6C497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1" name="Группа 30">
                    <a:extLst>
                      <a:ext uri="{FF2B5EF4-FFF2-40B4-BE49-F238E27FC236}">
                        <a16:creationId xmlns:a16="http://schemas.microsoft.com/office/drawing/2014/main" id="{4B126A6F-922C-FB3B-14EA-3036A829E721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37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1ED2DCD7-A91F-180B-2665-3703EB8F136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38" name="Овал 37">
                      <a:extLst>
                        <a:ext uri="{FF2B5EF4-FFF2-40B4-BE49-F238E27FC236}">
                          <a16:creationId xmlns:a16="http://schemas.microsoft.com/office/drawing/2014/main" id="{7C62F98D-877E-C2FD-DD8D-607695048DF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9" name="Прямоугольник 28">
                  <a:extLst>
                    <a:ext uri="{FF2B5EF4-FFF2-40B4-BE49-F238E27FC236}">
                      <a16:creationId xmlns:a16="http://schemas.microsoft.com/office/drawing/2014/main" id="{CBE5F377-D65E-EB18-6988-86C13C1846DC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ОТКРЫТИЕ КОММЕРЧЕСКОГО ДОСТУПА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25" name="Дуга 24">
                <a:extLst>
                  <a:ext uri="{FF2B5EF4-FFF2-40B4-BE49-F238E27FC236}">
                    <a16:creationId xmlns:a16="http://schemas.microsoft.com/office/drawing/2014/main" id="{2F3339DF-1754-1E84-D4B6-C59A8A370B04}"/>
                  </a:ext>
                </a:extLst>
              </p:cNvPr>
              <p:cNvSpPr/>
              <p:nvPr/>
            </p:nvSpPr>
            <p:spPr>
              <a:xfrm>
                <a:off x="3285330" y="3060299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9FE7C6FC-6CDC-1EC8-1CD9-F8E800F1DA84}"/>
                </a:ext>
              </a:extLst>
            </p:cNvPr>
            <p:cNvGrpSpPr/>
            <p:nvPr/>
          </p:nvGrpSpPr>
          <p:grpSpPr>
            <a:xfrm>
              <a:off x="5505790" y="4119705"/>
              <a:ext cx="2216138" cy="2928183"/>
              <a:chOff x="3037847" y="2960551"/>
              <a:chExt cx="2216138" cy="2928183"/>
            </a:xfrm>
          </p:grpSpPr>
          <p:grpSp>
            <p:nvGrpSpPr>
              <p:cNvPr id="40" name="Группа 39">
                <a:extLst>
                  <a:ext uri="{FF2B5EF4-FFF2-40B4-BE49-F238E27FC236}">
                    <a16:creationId xmlns:a16="http://schemas.microsoft.com/office/drawing/2014/main" id="{241A90F4-CDE1-FC56-DBD0-108888B08F2F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1C8C29AD-AAB7-2757-2EFD-7FE711C3C164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4" name="Овал 43">
                    <a:extLst>
                      <a:ext uri="{FF2B5EF4-FFF2-40B4-BE49-F238E27FC236}">
                        <a16:creationId xmlns:a16="http://schemas.microsoft.com/office/drawing/2014/main" id="{38599756-7914-401F-BD4A-89EA4C3CDA94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45" name="Группа 44">
                    <a:extLst>
                      <a:ext uri="{FF2B5EF4-FFF2-40B4-BE49-F238E27FC236}">
                        <a16:creationId xmlns:a16="http://schemas.microsoft.com/office/drawing/2014/main" id="{D21CA195-1495-CD81-2E8A-A94874D4C105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46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684E8147-FDE5-38F9-62DB-BE7C096ED47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47" name="Овал 46">
                      <a:extLst>
                        <a:ext uri="{FF2B5EF4-FFF2-40B4-BE49-F238E27FC236}">
                          <a16:creationId xmlns:a16="http://schemas.microsoft.com/office/drawing/2014/main" id="{FDA25CFB-7240-5B49-3D98-63B52FC69C9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43" name="Прямоугольник 42">
                  <a:extLst>
                    <a:ext uri="{FF2B5EF4-FFF2-40B4-BE49-F238E27FC236}">
                      <a16:creationId xmlns:a16="http://schemas.microsoft.com/office/drawing/2014/main" id="{9055B2B1-D204-F162-B740-3574B607BA32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ПОДПИСАНИЕ ДОГОВОРА С КЛИЕНТОМ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41" name="Дуга 40">
                <a:extLst>
                  <a:ext uri="{FF2B5EF4-FFF2-40B4-BE49-F238E27FC236}">
                    <a16:creationId xmlns:a16="http://schemas.microsoft.com/office/drawing/2014/main" id="{8AB7BC62-ACAC-8E76-3498-CC2432B13A98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79F656-7ACF-3057-A504-1C190E256FF7}"/>
                </a:ext>
              </a:extLst>
            </p:cNvPr>
            <p:cNvSpPr txBox="1"/>
            <p:nvPr/>
          </p:nvSpPr>
          <p:spPr>
            <a:xfrm>
              <a:off x="1589760" y="17972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1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749F9B-0547-FC0B-34D7-57F03F78D888}"/>
                </a:ext>
              </a:extLst>
            </p:cNvPr>
            <p:cNvSpPr txBox="1"/>
            <p:nvPr/>
          </p:nvSpPr>
          <p:spPr>
            <a:xfrm>
              <a:off x="5200871" y="178774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2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4178077-4BB3-AE3A-702C-73962FD30748}"/>
                </a:ext>
              </a:extLst>
            </p:cNvPr>
            <p:cNvSpPr txBox="1"/>
            <p:nvPr/>
          </p:nvSpPr>
          <p:spPr>
            <a:xfrm>
              <a:off x="8799727" y="178774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3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432925F-AE4D-64C2-4268-F2C4A6200D15}"/>
                </a:ext>
              </a:extLst>
            </p:cNvPr>
            <p:cNvSpPr txBox="1"/>
            <p:nvPr/>
          </p:nvSpPr>
          <p:spPr>
            <a:xfrm>
              <a:off x="2829648" y="484298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4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816C8A-E3BF-05C9-2CDF-41F68ED357AC}"/>
                </a:ext>
              </a:extLst>
            </p:cNvPr>
            <p:cNvSpPr txBox="1"/>
            <p:nvPr/>
          </p:nvSpPr>
          <p:spPr>
            <a:xfrm>
              <a:off x="6450284" y="483345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5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3E2503D4-A4CC-E080-CF2A-A2C080A41A1D}"/>
                </a:ext>
              </a:extLst>
            </p:cNvPr>
            <p:cNvSpPr txBox="1"/>
            <p:nvPr/>
          </p:nvSpPr>
          <p:spPr>
            <a:xfrm>
              <a:off x="10039615" y="483345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6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1048" name="Стрелка: вправо 1047">
              <a:extLst>
                <a:ext uri="{FF2B5EF4-FFF2-40B4-BE49-F238E27FC236}">
                  <a16:creationId xmlns:a16="http://schemas.microsoft.com/office/drawing/2014/main" id="{07A4A57D-23C4-D223-95DA-28A41E1BFAD1}"/>
                </a:ext>
              </a:extLst>
            </p:cNvPr>
            <p:cNvSpPr/>
            <p:nvPr/>
          </p:nvSpPr>
          <p:spPr>
            <a:xfrm>
              <a:off x="2821282" y="1835367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Стрелка: вправо 1050">
              <a:extLst>
                <a:ext uri="{FF2B5EF4-FFF2-40B4-BE49-F238E27FC236}">
                  <a16:creationId xmlns:a16="http://schemas.microsoft.com/office/drawing/2014/main" id="{3A03B9BF-1C9F-124D-FCEB-FA202579791A}"/>
                </a:ext>
              </a:extLst>
            </p:cNvPr>
            <p:cNvSpPr/>
            <p:nvPr/>
          </p:nvSpPr>
          <p:spPr>
            <a:xfrm>
              <a:off x="6469823" y="1835367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Стрелка: вправо 1051">
              <a:extLst>
                <a:ext uri="{FF2B5EF4-FFF2-40B4-BE49-F238E27FC236}">
                  <a16:creationId xmlns:a16="http://schemas.microsoft.com/office/drawing/2014/main" id="{009E39FC-32F9-7487-743A-108F2743DAB6}"/>
                </a:ext>
              </a:extLst>
            </p:cNvPr>
            <p:cNvSpPr/>
            <p:nvPr/>
          </p:nvSpPr>
          <p:spPr>
            <a:xfrm>
              <a:off x="4070695" y="4905992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Стрелка: вправо 1052">
              <a:extLst>
                <a:ext uri="{FF2B5EF4-FFF2-40B4-BE49-F238E27FC236}">
                  <a16:creationId xmlns:a16="http://schemas.microsoft.com/office/drawing/2014/main" id="{12C7DF28-EB2B-8316-8895-85907BCFD30F}"/>
                </a:ext>
              </a:extLst>
            </p:cNvPr>
            <p:cNvSpPr/>
            <p:nvPr/>
          </p:nvSpPr>
          <p:spPr>
            <a:xfrm>
              <a:off x="7719236" y="4905992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B456E36E-1034-DEEE-16FD-E377345B9072}"/>
                </a:ext>
              </a:extLst>
            </p:cNvPr>
            <p:cNvSpPr txBox="1"/>
            <p:nvPr/>
          </p:nvSpPr>
          <p:spPr>
            <a:xfrm>
              <a:off x="2864356" y="771899"/>
              <a:ext cx="129039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СОЗДАЕТ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DEAL TASK </a:t>
              </a: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НА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7CFFAE5E-C134-3D7E-F44A-D05A3FC521DD}"/>
                </a:ext>
              </a:extLst>
            </p:cNvPr>
            <p:cNvSpPr txBox="1"/>
            <p:nvPr/>
          </p:nvSpPr>
          <p:spPr>
            <a:xfrm>
              <a:off x="6585552" y="790875"/>
              <a:ext cx="129039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  <a:endParaRPr lang="ru-RU" sz="900" b="1" dirty="0">
                <a:ln w="0"/>
                <a:solidFill>
                  <a:srgbClr val="414141"/>
                </a:solidFill>
                <a:latin typeface="Calibri" panose="020F0502020204030204"/>
              </a:endParaRP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ОТПРАВЛЯЕТ</a:t>
              </a: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ИНСТРУКЦИЮ</a:t>
              </a: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АКТИВАЦИЙ </a:t>
              </a: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КЛИЕНТУ</a:t>
              </a:r>
              <a:endParaRPr lang="en-US" sz="900" b="1" dirty="0">
                <a:ln w="0"/>
                <a:solidFill>
                  <a:srgbClr val="414141"/>
                </a:solidFill>
                <a:latin typeface="Calibri" panose="020F0502020204030204"/>
              </a:endParaRP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20887D03-6D2A-2796-6E18-EB3D36A757A1}"/>
                </a:ext>
              </a:extLst>
            </p:cNvPr>
            <p:cNvSpPr txBox="1"/>
            <p:nvPr/>
          </p:nvSpPr>
          <p:spPr>
            <a:xfrm>
              <a:off x="7847100" y="4432160"/>
              <a:ext cx="129039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ВКЛАДЫВАЕТ СКАН ДОГОВОРА В</a:t>
              </a:r>
            </a:p>
            <a:p>
              <a:pPr algn="ctr"/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DEAL INFO</a:t>
              </a:r>
            </a:p>
          </p:txBody>
        </p:sp>
        <p:sp>
          <p:nvSpPr>
            <p:cNvPr id="1068" name="Стрелка: вправо 1067">
              <a:extLst>
                <a:ext uri="{FF2B5EF4-FFF2-40B4-BE49-F238E27FC236}">
                  <a16:creationId xmlns:a16="http://schemas.microsoft.com/office/drawing/2014/main" id="{52FCAC99-010D-F046-C4ED-70F3287217E5}"/>
                </a:ext>
              </a:extLst>
            </p:cNvPr>
            <p:cNvSpPr/>
            <p:nvPr/>
          </p:nvSpPr>
          <p:spPr>
            <a:xfrm>
              <a:off x="10168732" y="1835367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Стрелка: вправо 1068">
              <a:extLst>
                <a:ext uri="{FF2B5EF4-FFF2-40B4-BE49-F238E27FC236}">
                  <a16:creationId xmlns:a16="http://schemas.microsoft.com/office/drawing/2014/main" id="{D1B26EA2-5919-5555-2B7A-EFE05E9D8777}"/>
                </a:ext>
              </a:extLst>
            </p:cNvPr>
            <p:cNvSpPr/>
            <p:nvPr/>
          </p:nvSpPr>
          <p:spPr>
            <a:xfrm>
              <a:off x="448052" y="4922872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6B6F74BA-DA4D-E660-707C-52F7BC41E0EA}"/>
                </a:ext>
              </a:extLst>
            </p:cNvPr>
            <p:cNvSpPr txBox="1"/>
            <p:nvPr/>
          </p:nvSpPr>
          <p:spPr>
            <a:xfrm>
              <a:off x="519182" y="3667524"/>
              <a:ext cx="1290391" cy="1338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СОЗДАЕТ ТАСК НА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 НА ЗАВЕДЕНИЕ КЛИЕНТА В БИЛЛИНГ И ПРИКЛАДЫВАЕТ ДРАФТ СОГЛАСОВАННОГО ДОГОВОРА</a:t>
              </a: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63183A6D-2DAA-4429-AD96-5B8416DD1DB2}"/>
                </a:ext>
              </a:extLst>
            </p:cNvPr>
            <p:cNvSpPr/>
            <p:nvPr/>
          </p:nvSpPr>
          <p:spPr>
            <a:xfrm>
              <a:off x="7970125" y="1044746"/>
              <a:ext cx="1963072" cy="19639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/>
              </a:prstTxWarp>
              <a:spAutoFit/>
            </a:bodyPr>
            <a:lstStyle/>
            <a:p>
              <a:pPr lvl="0" algn="ctr">
                <a:lnSpc>
                  <a:spcPts val="800"/>
                </a:lnSpc>
              </a:pP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СОГЛАСОВАНИЕ ДОГОВОРА В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SHAREPOINT</a:t>
              </a:r>
              <a:endParaRPr lang="ru-RU" sz="900" b="1" dirty="0">
                <a:ln w="0"/>
                <a:solidFill>
                  <a:srgbClr val="414141"/>
                </a:solidFill>
                <a:latin typeface="Calibri" panose="020F0502020204030204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ECC2CE2-8F6A-2B4A-928B-FA9CFD0F34E7}"/>
                </a:ext>
              </a:extLst>
            </p:cNvPr>
            <p:cNvSpPr txBox="1"/>
            <p:nvPr/>
          </p:nvSpPr>
          <p:spPr>
            <a:xfrm>
              <a:off x="10300100" y="570445"/>
              <a:ext cx="1290391" cy="1338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СОЗДАЕТ ТАСК НА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 НА ЗАВЕДЕНИЕ КЛИЕНТА В БИЛЛИНГ И ПРИКЛАДЫВАЕТ ДРАФТ СОГЛАСОВАННОГО ДОГОВОРА</a:t>
              </a:r>
            </a:p>
          </p:txBody>
        </p:sp>
      </p:grpSp>
      <p:sp>
        <p:nvSpPr>
          <p:cNvPr id="1075" name="TextBox 1074">
            <a:extLst>
              <a:ext uri="{FF2B5EF4-FFF2-40B4-BE49-F238E27FC236}">
                <a16:creationId xmlns:a16="http://schemas.microsoft.com/office/drawing/2014/main" id="{6F4646DD-0DBF-5442-BFEF-1F903E046BA8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Процесс подключения услуги:</a:t>
            </a:r>
          </a:p>
        </p:txBody>
      </p:sp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3C4D84F7-A494-A38E-9F39-D3A20A52A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77" name="Прямая соединительная линия 1076">
            <a:extLst>
              <a:ext uri="{FF2B5EF4-FFF2-40B4-BE49-F238E27FC236}">
                <a16:creationId xmlns:a16="http://schemas.microsoft.com/office/drawing/2014/main" id="{D6B02448-C6FF-B49C-5651-F62EBC85B2E3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00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E7CC-C119-EA3D-26A1-89094C8C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9DF353F-4C30-CA12-7595-21BCA4B8A027}"/>
              </a:ext>
            </a:extLst>
          </p:cNvPr>
          <p:cNvSpPr/>
          <p:nvPr/>
        </p:nvSpPr>
        <p:spPr>
          <a:xfrm>
            <a:off x="1588" y="893"/>
            <a:ext cx="12188825" cy="6856214"/>
          </a:xfrm>
          <a:prstGeom prst="rect">
            <a:avLst/>
          </a:prstGeom>
          <a:solidFill>
            <a:srgbClr val="65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98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1CB8E1-8818-5771-822F-520DF4F754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05" r="-1"/>
          <a:stretch/>
        </p:blipFill>
        <p:spPr>
          <a:xfrm rot="10800000" flipV="1">
            <a:off x="1585417" y="384916"/>
            <a:ext cx="10604996" cy="4710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CDBFA0-5821-1ADF-5AEC-30A5E31B5C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32611" y="2955285"/>
            <a:ext cx="5757802" cy="40162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B3A052-F3A5-1726-DDC6-DCCEB96E9F99}"/>
              </a:ext>
            </a:extLst>
          </p:cNvPr>
          <p:cNvSpPr txBox="1"/>
          <p:nvPr/>
        </p:nvSpPr>
        <p:spPr>
          <a:xfrm>
            <a:off x="1253360" y="2645571"/>
            <a:ext cx="6750852" cy="923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399" b="1" spc="20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СПАСИБО!</a:t>
            </a:r>
            <a:endParaRPr lang="en-US" sz="5399" b="1" spc="20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A5462C-781D-E798-9F81-904563145469}"/>
              </a:ext>
            </a:extLst>
          </p:cNvPr>
          <p:cNvCxnSpPr/>
          <p:nvPr/>
        </p:nvCxnSpPr>
        <p:spPr>
          <a:xfrm>
            <a:off x="1357879" y="3925680"/>
            <a:ext cx="50747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0">
            <a:extLst>
              <a:ext uri="{FF2B5EF4-FFF2-40B4-BE49-F238E27FC236}">
                <a16:creationId xmlns:a16="http://schemas.microsoft.com/office/drawing/2014/main" id="{44EEDB49-B676-7B0A-C52B-18372E7CDD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/>
          <a:stretch/>
        </p:blipFill>
        <p:spPr>
          <a:xfrm>
            <a:off x="10812411" y="6075294"/>
            <a:ext cx="738195" cy="397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F376B2-CBEA-AD46-CC41-88F68F7FF7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/>
          <a:stretch/>
        </p:blipFill>
        <p:spPr>
          <a:xfrm>
            <a:off x="10799468" y="6075263"/>
            <a:ext cx="738195" cy="3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966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Link xmlns="34351eb4-5e07-4c99-b842-6b98263d0705">
      <Url xsi:nil="true"/>
      <Description xsi:nil="true"/>
    </Link>
    <Update xmlns="34351eb4-5e07-4c99-b842-6b98263d0705" xsi:nil="true"/>
    <ShowRepairView xmlns="http://schemas.microsoft.com/sharepoint/v3" xsi:nil="true"/>
    <_x0410__x043a__x0442__x0438__x0432__x043d__x043e__x0441__x0442__x044c_ xmlns="34351eb4-5e07-4c99-b842-6b98263d0705" xsi:nil="true"/>
    <ShowCombineView xmlns="http://schemas.microsoft.com/sharepoint/v3" xsi:nil="true"/>
    <xd_ProgID xmlns="http://schemas.microsoft.com/sharepoint/v3" xsi:nil="true"/>
    <Company_x0020_Link xmlns="34351eb4-5e07-4c99-b842-6b98263d0705" xsi:nil="true"/>
    <User xmlns="34351eb4-5e07-4c99-b842-6b98263d0705">
      <UserInfo>
        <DisplayName/>
        <AccountId xsi:nil="true"/>
        <AccountType/>
      </UserInfo>
    </User>
    <Test xmlns="34351eb4-5e07-4c99-b842-6b98263d07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Форма" ma:contentTypeID="0x010101005735C98F2F9FC74E9C48A2E5D7E53F63" ma:contentTypeVersion="27118" ma:contentTypeDescription="Заполнение формы." ma:contentTypeScope="" ma:versionID="a669978e604b8b8f6328f08562b839fa">
  <xsd:schema xmlns:xsd="http://www.w3.org/2001/XMLSchema" xmlns:xs="http://www.w3.org/2001/XMLSchema" xmlns:p="http://schemas.microsoft.com/office/2006/metadata/properties" xmlns:ns1="http://schemas.microsoft.com/sharepoint/v3" xmlns:ns2="34351eb4-5e07-4c99-b842-6b98263d0705" targetNamespace="http://schemas.microsoft.com/office/2006/metadata/properties" ma:root="true" ma:fieldsID="1350af98472859266514a7173cdd1a10" ns1:_="" ns2:_="">
    <xsd:import namespace="http://schemas.microsoft.com/sharepoint/v3"/>
    <xsd:import namespace="34351eb4-5e07-4c99-b842-6b98263d0705"/>
    <xsd:element name="properties">
      <xsd:complexType>
        <xsd:sequence>
          <xsd:element name="documentManagement">
            <xsd:complexType>
              <xsd:all>
                <xsd:element ref="ns1:ShowRepairView" minOccurs="0"/>
                <xsd:element ref="ns1:TemplateUrl" minOccurs="0"/>
                <xsd:element ref="ns1:xd_ProgID" minOccurs="0"/>
                <xsd:element ref="ns2:BIN" minOccurs="0"/>
                <xsd:element ref="ns2:Account_x0020_Name" minOccurs="0"/>
                <xsd:element ref="ns2:_x0424__x043e__x0440__x043c__x0430_" minOccurs="0"/>
                <xsd:element ref="ns2:_x0423__x0441__x0442__x0430__x0432_" minOccurs="0"/>
                <xsd:element ref="ns2:_x0421__x0432__x0438__x0434__x0435__x0442__x0435__x043b__x044c__x0441__x0442__x0432__x043e___x041d__x0414__x0421_" minOccurs="0"/>
                <xsd:element ref="ns2:_x0421__x0432__x0438__x0434__x0435__x0442__x0435__x043b__x044c__x0441__x0442__x0432__x043e___x043e___x0440__x0435__x0433__x0438__x0441__x0442__x0440__x0430__x0446__x0438__x0438_" minOccurs="0"/>
                <xsd:element ref="ns2:_x0414__x043e__x0432__x0435__x0440__x0435__x043d__x043d__x043e__x0441__x0442__x044c_" minOccurs="0"/>
                <xsd:element ref="ns2:_x0423__x0434__x043e__x0441__x0442__x043e__x0432__x0435__x0440__x0435__x043d__x0438__x0435___x043b__x0438__x0447__x043d__x043e__x0441__x0442__x0438_" minOccurs="0"/>
                <xsd:element ref="ns2:_x0421__x0432__x0438__x0434__x0435__x0442__x0435__x043b__x044c__x0441__x0442__x0432__x043e___x0418__x041f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inOccurs="0"/>
                <xsd:element ref="ns2:_x041f__x0440__x0438__x043a__x0430__x0437___x043e___x043d__x0430__x0437__x043d__x0430__x0447__x0435__x043d__x0438__x0438_" minOccurs="0"/>
                <xsd:element ref="ns2:_x0412__x044b__x043f__x0438__x0441__x043a__x0430___x0438__x0437___x043f__x0440__x043e__x0442__x043e__x043a__x043e__x043b__x0430___x0443__x0447__x0430__x0441__x0442__x043d__x0438__x043a__x043e__x0432_" minOccurs="0"/>
                <xsd:element ref="ns2:_x041f__x0430__x0440__x043e__x043b__x044c___x043d__x0430___x0432__x0435__x0440__x0438__x0444__x0438__x043a__x0430__x0446__x0438__x044e_" minOccurs="0"/>
                <xsd:element ref="ns2:_x041f__x0430__x0440__x043e__x043b__x044c___x043d__x0430___x0432__x0435__x0440__x0438__x0444__x0438__x043a__x0430__x0446__x0438__x044e___x0418__x041f_" minOccurs="0"/>
                <xsd:element ref="ns2:_x041f__x0440__x0438__x043a__x0430__x0437___x043d__x0430__x0447__x0430__x043b__x043e_" minOccurs="0"/>
                <xsd:element ref="ns2:_x041f__x0440__x0438__x043a__x0430__x0437___x043a__x043e__x043d__x0435__x0446_" minOccurs="0"/>
                <xsd:element ref="ns2:_x0412__x044b__x043f__x0438__x0441__x043a__x0430___x043d__x0430__x0447__x0430__x043b__x043e_" minOccurs="0"/>
                <xsd:element ref="ns2:_x0412__x044b__x043f__x0438__x0441__x043a__x0430___x043a__x043e__x043d__x0435__x0446_" minOccurs="0"/>
                <xsd:element ref="ns2:_x0414__x043e__x0432__x0435__x0440__x0435__x043d__x043d__x043e__x0441__x0442__x044c___x043d__x0430__x0447__x0430__x043b__x043e_" minOccurs="0"/>
                <xsd:element ref="ns2:_x0414__x043e__x0432__x0435__x0440__x0435__x043d__x043d__x043e__x0441__x0442__x044c___x043e__x043a__x043e__x043d__x0447__x0430__x043d__x0438__x0435_" minOccurs="0"/>
                <xsd:element ref="ns2:KASE" minOccurs="0"/>
                <xsd:element ref="ns2:SM" minOccurs="0"/>
                <xsd:element ref="ns2:Company_x0020_Documents" minOccurs="0"/>
                <xsd:element ref="ns2:_x0418__x041f___x0443__x0434___x043a__x043e__x043d__x0435__x0446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inOccurs="0"/>
                <xsd:element ref="ns2:_x0414__x043e__x0433__x043e__x0432__x043e__x0440__x0020__x0430__x0440__x0435__x043d__x0434__x044b_" minOccurs="0"/>
                <xsd:element ref="ns2:_x0410__x043a__x0442__x0020__x043f__x0440__x0438__x0435__x043c__x0430__x0020__x043f__x043e__x043c__x0435__x0449__x0435__x043d__x0438__x044f_0" minOccurs="0"/>
                <xsd:element ref="ns2:_x0410__x043a__x0442__x0443__x043b__x044c__x043d__x043e__x0441__x0442__x044c_" minOccurs="0"/>
                <xsd:element ref="ns2:_x0410__x043a__x0442__x0443__x043b__x044c__x043d__x043e__x0441__x0442__x044c_1" minOccurs="0"/>
                <xsd:element ref="ns2:_x0414__x0430__x0442__x0430___x043e__x043a__x043e__x043d__x0447__x0430__x043d__x0438__x044f___x0434__x0435__x0439__x0441__x0442__x0432__x0438__x044f_" minOccurs="0"/>
                <xsd:element ref="ns2:_x0414__x0430__x0442__x0430___x043e__x043a__x043e__x043d__x0447__x0430__x043d__x0438__x044f___x0434__x0435__x0439__x0441__x0442__x0432__x0438__x044f_1" minOccurs="0"/>
                <xsd:element ref="ns2:_x042e__x0440__x0438__x0434__x0438__x0447__x0435__x0441__x043a__x043e__x0435___x043d__x0430__x0438__x043c__x0435__x043d__x043e__x0432__x0430__x043d__x0438__x0435_" minOccurs="0"/>
                <xsd:element ref="ns2:_x0421__x0442__x0440__x0430__x043d__x0430___x044e__x0440_" minOccurs="0"/>
                <xsd:element ref="ns2:_x0418__x043d__x0434__x0435__x043a__x0441___x044e__x0440_" minOccurs="0"/>
                <xsd:element ref="ns2:_x0413__x043e__x0440__x043e__x0434___x044e__x0440_" minOccurs="0"/>
                <xsd:element ref="ns2:_x0410__x0434__x0440__x0435__x0441___x044e__x0440_" minOccurs="0"/>
                <xsd:element ref="ns2:_x0421__x0442__x0440__x0430__x043d__x0430___x0444__x0430__x043a__x0442_" minOccurs="0"/>
                <xsd:element ref="ns2:_x0418__x043d__x0434__x0435__x043a__x0441___x0444__x0430__x043a__x0442_" minOccurs="0"/>
                <xsd:element ref="ns2:_x0413__x043e__x0440__x043e__x0434___x0444__x0430__x043a__x0442_" minOccurs="0"/>
                <xsd:element ref="ns2:_x0410__x0434__x0440__x0435__x0441___x0444__x0430__x043a__x0442_" minOccurs="0"/>
                <xsd:element ref="ns2:_x0442__x0435__x043b__x0435__x0444__x043e__x043d___x0444__x0430__x043a__x0441_" minOccurs="0"/>
                <xsd:element ref="ns2:E_x0020_Mail" minOccurs="0"/>
                <xsd:element ref="ns2:_x0411__x0430__x043d__x043a_" minOccurs="0"/>
                <xsd:element ref="ns2:IBAN" minOccurs="0"/>
                <xsd:element ref="ns2:_x0411__x0418__x041a_" minOccurs="0"/>
                <xsd:element ref="ns2:_x0411__x0418__x041d_" minOccurs="0"/>
                <xsd:element ref="ns2:_x041a__x0411__x0415_" minOccurs="0"/>
                <xsd:element ref="ns2:_x0410__x043a__x0442__x0438__x0432__x043d__x043e__x0441__x0442__x044c_" minOccurs="0"/>
                <xsd:element ref="ns2:_x041f__x0430__x0440__x043e__x043b__x044c_" minOccurs="0"/>
                <xsd:element ref="ns2:_x041a__x043e__x043d__x0442__x0430__x043a__x0442__x043d__x044b__x0439___x0430__x0431__x043e__x043d__x0435__x043d__x0442__x0441__x043a__x0438__x0439___x043d__x043e__x043c__x0435__x0440_" minOccurs="0"/>
                <xsd:element ref="ns2:_x042d__x043b__x0435__x043a__x0442__x0440__x043e__x043d__x043d__x044b__x0439___x0430__x0434__x0440__x0435__x0441_" minOccurs="0"/>
                <xsd:element ref="ns2:Test" minOccurs="0"/>
                <xsd:element ref="ns2:Company_x0020_Link" minOccurs="0"/>
                <xsd:element ref="ns2:Update" minOccurs="0"/>
                <xsd:element ref="ns2:Link" minOccurs="0"/>
                <xsd:element ref="ns2:_x041f__x0438__x0441__x044c__x043c__x043e___x0441__x043e__x0433__x043b__x0430__x0441__x0438__x0435___x0441__x0442__x0430__x0442__x0443__x0441_" minOccurs="0"/>
                <xsd:element ref="ns2:_x041f__x0438__x0441__x044c__x043c__x043e___x0441__x043e__x0433__x043b__x0430__x0441__x0438__x0435__date" minOccurs="0"/>
                <xsd:element ref="ns2:_x041f__x0438__x0441__x044c__x043c__x043e___x0441__x043e__x0433__x043b__x0430__x0441__x0438__x0435___x044e__x0437__x0435__x0440_" minOccurs="0"/>
                <xsd:element ref="ns2:_x041f__x0438__x0441__x044c__x043c__x043e___x0441__x043e__x0433__x043b__x0430__x0441__x0438__x0435___x043e__x0440__x0438__x0433__x0438__x043d__x0430__x043b_" minOccurs="0"/>
                <xsd:element ref="ns2:_x041f__x0438__x0441__x044c__x043c__x043e___x0441__x043e__x0433__x043b__x0430__x0441__x0438__x0435___x043e__x0440__x0438__x0433__x0438__x043d__x0430__x043b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" minOccurs="0"/>
                <xsd:element ref="ns2:_x0424__x0418__x041e___x043f__x043e__x0432__x0435__x0440__x0435__x043d__x043d__x043e__x0433__x043e_" minOccurs="0"/>
                <xsd:element ref="ns2:_x0412__x0435__x0440__x0438__x0444__x0438__x043a__x0430__x0446__x0438__x044f___x043d__x0430__x043b__x0438__x0447__x0438__x0435___x043e__x0440__x0438__x0433__x0438__x043d__x0430__x043b__x0430_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__x0438__x0441__x0442__x043e__x0440__x0438__x044f_" minOccurs="0"/>
                <xsd:element ref="ns2:_x041f__x0430__x0440__x043e__x043b__x044c__2" minOccurs="0"/>
                <xsd:element ref="ns2:_x041f__x0430__x0440__x043e__x043b__x044c___x0438__x0441__x0442__x043e__x0440__x0438__x044f__2" minOccurs="0"/>
                <xsd:element ref="ns2:_x041a__x043e__x043d__x0442__x0430__x043a__x0442__x043d__x044b__x0439___x0430__x0431__x043e__x043d__x0435__x043d__x0442__x0441__x043a__x0438__x0439___x043d__x043e__x043c__x0435__x0440__2" minOccurs="0"/>
                <xsd:element ref="ns2:_x042d__x043b__x0435__x043a__x0442__x0440__x043e__x043d__x043d__x044b__x0439___x0430__x0434__x0440__x0435__x0441__2" minOccurs="0"/>
                <xsd:element ref="ns2:_x0412__x0435__x0440__x0438__x0444__x0438__x043a__x0430__x0446__x0438__x044f___x043d__x0430__x043b__x0438__x0447__x0438__x0435___x043e__x0440__x0438__x0433__x0438__x043d__x0430__x043b__x0430__2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_2" minOccurs="0"/>
                <xsd:element ref="ns2:Email__x0443__x0434_" minOccurs="0"/>
                <xsd:element ref="ns2:_x0422__x0435__x0441__x0442___x043f__x0430__x0440__x043e__x043b__x044f_" minOccurs="0"/>
                <xsd:element ref="ns2:_x0422__x0438__x043f___x0434__x043e__x0432__x0435__x0440__x0435__x043d__x043d__x043e__x0441__x0442__x0438_" minOccurs="0"/>
                <xsd:element ref="ns2:_x0422__x0438__x043f___x0434__x043e__x043a__x0443__x043c__x0435__x043d__x0442__x0430_" minOccurs="0"/>
                <xsd:element ref="ns2:_x041a__x043e__x043d__x0442__x0430__x043a__x0442__x043d__x044b__x0439___x043d__x043e__x043c__x0435__x0440_" minOccurs="0"/>
                <xsd:element ref="ns2:User" minOccurs="0"/>
                <xsd:element ref="ns1:ShowCombineView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RepairView" ma:index="9" nillable="true" ma:displayName="Показать представление восстановления" ma:hidden="true" ma:internalName="ShowRepairView" ma:readOnly="false">
      <xsd:simpleType>
        <xsd:restriction base="dms:Text"/>
      </xsd:simpleType>
    </xsd:element>
    <xsd:element name="TemplateUrl" ma:index="10" nillable="true" ma:displayName="Ссылка на шаблон" ma:hidden="true" ma:internalName="TemplateUrl" ma:readOnly="false">
      <xsd:simpleType>
        <xsd:restriction base="dms:Text"/>
      </xsd:simpleType>
    </xsd:element>
    <xsd:element name="xd_ProgID" ma:index="11" nillable="true" ma:displayName="Ссылка на HTML-файл" ma:hidden="true" ma:internalName="xd_ProgID" ma:readOnly="false">
      <xsd:simpleType>
        <xsd:restriction base="dms:Text"/>
      </xsd:simpleType>
    </xsd:element>
    <xsd:element name="ShowCombineView" ma:index="89" nillable="true" ma:displayName="Показать составное представление" ma:hidden="true" ma:internalName="ShowCombineView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51eb4-5e07-4c99-b842-6b98263d0705" elementFormDefault="qualified">
    <xsd:import namespace="http://schemas.microsoft.com/office/2006/documentManagement/types"/>
    <xsd:import namespace="http://schemas.microsoft.com/office/infopath/2007/PartnerControls"/>
    <xsd:element name="BIN" ma:index="12" nillable="true" ma:displayName="BIN" ma:internalName="BIN" ma:readOnly="true">
      <xsd:simpleType>
        <xsd:restriction base="dms:Text"/>
      </xsd:simpleType>
    </xsd:element>
    <xsd:element name="Account_x0020_Name" ma:index="13" nillable="true" ma:displayName="Account Name" ma:internalName="Account_x0020_Name" ma:readOnly="true">
      <xsd:simpleType>
        <xsd:restriction base="dms:Text"/>
      </xsd:simpleType>
    </xsd:element>
    <xsd:element name="_x0424__x043e__x0440__x043c__x0430_" ma:index="14" nillable="true" ma:displayName="Форма" ma:internalName="_x0424__x043e__x0440__x043c__x0430_" ma:readOnly="true">
      <xsd:simpleType>
        <xsd:restriction base="dms:Text"/>
      </xsd:simpleType>
    </xsd:element>
    <xsd:element name="_x0423__x0441__x0442__x0430__x0432_" ma:index="15" nillable="true" ma:displayName="Устав" ma:internalName="_x0423__x0441__x0442__x0430__x0432_" ma:readOnly="true">
      <xsd:simpleType>
        <xsd:restriction base="dms:Boolean"/>
      </xsd:simpleType>
    </xsd:element>
    <xsd:element name="_x0421__x0432__x0438__x0434__x0435__x0442__x0435__x043b__x044c__x0441__x0442__x0432__x043e___x041d__x0414__x0421_" ma:index="16" nillable="true" ma:displayName="Свидетельство_НДС" ma:internalName="_x0421__x0432__x0438__x0434__x0435__x0442__x0435__x043b__x044c__x0441__x0442__x0432__x043e___x041d__x0414__x0421_" ma:readOnly="true">
      <xsd:simpleType>
        <xsd:restriction base="dms:Boolean"/>
      </xsd:simpleType>
    </xsd:element>
    <xsd:element name="_x0421__x0432__x0438__x0434__x0435__x0442__x0435__x043b__x044c__x0441__x0442__x0432__x043e___x043e___x0440__x0435__x0433__x0438__x0441__x0442__x0440__x0430__x0446__x0438__x0438_" ma:index="17" nillable="true" ma:displayName="Свидетельство_о_регистрации" ma:internalName="_x0421__x0432__x0438__x0434__x0435__x0442__x0435__x043b__x044c__x0441__x0442__x0432__x043e___x043e___x0440__x0435__x0433__x0438__x0441__x0442__x0440__x0430__x0446__x0438__x0438_" ma:readOnly="true">
      <xsd:simpleType>
        <xsd:restriction base="dms:Boolean"/>
      </xsd:simpleType>
    </xsd:element>
    <xsd:element name="_x0414__x043e__x0432__x0435__x0440__x0435__x043d__x043d__x043e__x0441__x0442__x044c_" ma:index="18" nillable="true" ma:displayName="Доверенность" ma:internalName="_x0414__x043e__x0432__x0435__x0440__x0435__x043d__x043d__x043e__x0441__x0442__x044c_" ma:readOnly="true">
      <xsd:simpleType>
        <xsd:restriction base="dms:Boolean"/>
      </xsd:simpleType>
    </xsd:element>
    <xsd:element name="_x0423__x0434__x043e__x0441__x0442__x043e__x0432__x0435__x0440__x0435__x043d__x0438__x0435___x043b__x0438__x0447__x043d__x043e__x0441__x0442__x0438_" ma:index="19" nillable="true" ma:displayName="Удостоверение_личности" ma:internalName="_x0423__x0434__x043e__x0441__x0442__x043e__x0432__x0435__x0440__x0435__x043d__x0438__x0435___x043b__x0438__x0447__x043d__x043e__x0441__x0442__x0438_" ma:readOnly="true">
      <xsd:simpleType>
        <xsd:restriction base="dms:Boolean"/>
      </xsd:simpleType>
    </xsd:element>
    <xsd:element name="_x0421__x0432__x0438__x0434__x0435__x0442__x0435__x043b__x044c__x0441__x0442__x0432__x043e___x0418__x041f_" ma:index="20" nillable="true" ma:displayName="Свидетельство_ИП" ma:internalName="_x0421__x0432__x0438__x0434__x0435__x0442__x0435__x043b__x044c__x0441__x0442__x0432__x043e___x0418__x041f_" ma:readOnly="true">
      <xsd:simpleType>
        <xsd:restriction base="dms:Boolean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index="21" nillable="true" ma:displayName="Cправка_с_банка_о_наличии_банковских_реквизитов_ИП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readOnly="true">
      <xsd:simpleType>
        <xsd:restriction base="dms:Boolean"/>
      </xsd:simpleType>
    </xsd:element>
    <xsd:element name="_x041f__x0440__x0438__x043a__x0430__x0437___x043e___x043d__x0430__x0437__x043d__x0430__x0447__x0435__x043d__x0438__x0438_" ma:index="22" nillable="true" ma:displayName="Приказ_о_назначении" ma:internalName="_x041f__x0440__x0438__x043a__x0430__x0437___x043e___x043d__x0430__x0437__x043d__x0430__x0447__x0435__x043d__x0438__x0438_" ma:readOnly="true">
      <xsd:simpleType>
        <xsd:restriction base="dms:Boolean"/>
      </xsd:simpleType>
    </xsd:element>
    <xsd:element name="_x0412__x044b__x043f__x0438__x0441__x043a__x0430___x0438__x0437___x043f__x0440__x043e__x0442__x043e__x043a__x043e__x043b__x0430___x0443__x0447__x0430__x0441__x0442__x043d__x0438__x043a__x043e__x0432_" ma:index="23" nillable="true" ma:displayName="Выписка_из_протокола_участников" ma:internalName="_x0412__x044b__x043f__x0438__x0441__x043a__x0430___x0438__x0437___x043f__x0440__x043e__x0442__x043e__x043a__x043e__x043b__x0430___x0443__x0447__x0430__x0441__x0442__x043d__x0438__x043a__x043e__x0432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" ma:index="24" nillable="true" ma:displayName="Пароль_на_верификацию" ma:internalName="_x041f__x0430__x0440__x043e__x043b__x044c___x043d__x0430___x0432__x0435__x0440__x0438__x0444__x0438__x043a__x0430__x0446__x0438__x044e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__x0418__x041f_" ma:index="25" nillable="true" ma:displayName="Пароль_на_верификацию_ИП" ma:internalName="_x041f__x0430__x0440__x043e__x043b__x044c___x043d__x0430___x0432__x0435__x0440__x0438__x0444__x0438__x043a__x0430__x0446__x0438__x044e___x0418__x041f_" ma:readOnly="true">
      <xsd:simpleType>
        <xsd:restriction base="dms:Boolean"/>
      </xsd:simpleType>
    </xsd:element>
    <xsd:element name="_x041f__x0440__x0438__x043a__x0430__x0437___x043d__x0430__x0447__x0430__x043b__x043e_" ma:index="26" nillable="true" ma:displayName="Приказ_начало" ma:internalName="_x041f__x0440__x0438__x043a__x0430__x0437___x043d__x0430__x0447__x0430__x043b__x043e_" ma:readOnly="true">
      <xsd:simpleType>
        <xsd:restriction base="dms:Text"/>
      </xsd:simpleType>
    </xsd:element>
    <xsd:element name="_x041f__x0440__x0438__x043a__x0430__x0437___x043a__x043e__x043d__x0435__x0446_" ma:index="27" nillable="true" ma:displayName="Приказ_конец" ma:internalName="_x041f__x0440__x0438__x043a__x0430__x0437___x043a__x043e__x043d__x0435__x0446_" ma:readOnly="true">
      <xsd:simpleType>
        <xsd:restriction base="dms:Text"/>
      </xsd:simpleType>
    </xsd:element>
    <xsd:element name="_x0412__x044b__x043f__x0438__x0441__x043a__x0430___x043d__x0430__x0447__x0430__x043b__x043e_" ma:index="28" nillable="true" ma:displayName="Выписка_начало" ma:internalName="_x0412__x044b__x043f__x0438__x0441__x043a__x0430___x043d__x0430__x0447__x0430__x043b__x043e_" ma:readOnly="true">
      <xsd:simpleType>
        <xsd:restriction base="dms:Text"/>
      </xsd:simpleType>
    </xsd:element>
    <xsd:element name="_x0412__x044b__x043f__x0438__x0441__x043a__x0430___x043a__x043e__x043d__x0435__x0446_" ma:index="29" nillable="true" ma:displayName="Выписка_конец" ma:internalName="_x0412__x044b__x043f__x0438__x0441__x043a__x0430___x043a__x043e__x043d__x0435__x0446_" ma:readOnly="true">
      <xsd:simpleType>
        <xsd:restriction base="dms:Text"/>
      </xsd:simpleType>
    </xsd:element>
    <xsd:element name="_x0414__x043e__x0432__x0435__x0440__x0435__x043d__x043d__x043e__x0441__x0442__x044c___x043d__x0430__x0447__x0430__x043b__x043e_" ma:index="30" nillable="true" ma:displayName="Доверенность_начало" ma:internalName="_x0414__x043e__x0432__x0435__x0440__x0435__x043d__x043d__x043e__x0441__x0442__x044c___x043d__x0430__x0447__x0430__x043b__x043e_" ma:readOnly="true">
      <xsd:simpleType>
        <xsd:restriction base="dms:Note">
          <xsd:maxLength value="255"/>
        </xsd:restriction>
      </xsd:simpleType>
    </xsd:element>
    <xsd:element name="_x0414__x043e__x0432__x0435__x0440__x0435__x043d__x043d__x043e__x0441__x0442__x044c___x043e__x043a__x043e__x043d__x0447__x0430__x043d__x0438__x0435_" ma:index="31" nillable="true" ma:displayName="Доверенность_окончание" ma:internalName="_x0414__x043e__x0432__x0435__x0440__x0435__x043d__x043d__x043e__x0441__x0442__x044c___x043e__x043a__x043e__x043d__x0447__x0430__x043d__x0438__x0435_" ma:readOnly="true">
      <xsd:simpleType>
        <xsd:restriction base="dms:Note">
          <xsd:maxLength value="255"/>
        </xsd:restriction>
      </xsd:simpleType>
    </xsd:element>
    <xsd:element name="KASE" ma:index="32" nillable="true" ma:displayName="KASE" ma:internalName="KASE" ma:readOnly="true">
      <xsd:simpleType>
        <xsd:restriction base="dms:Text"/>
      </xsd:simpleType>
    </xsd:element>
    <xsd:element name="SM" ma:index="33" nillable="true" ma:displayName="SM" ma:internalName="SM" ma:readOnly="true">
      <xsd:simpleType>
        <xsd:restriction base="dms:Text"/>
      </xsd:simpleType>
    </xsd:element>
    <xsd:element name="Company_x0020_Documents" ma:index="34" nillable="true" ma:displayName="Company Documents" ma:internalName="Company_x0020_Document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8__x041f___x0443__x0434___x043a__x043e__x043d__x0435__x0446_" ma:index="35" nillable="true" ma:displayName="ИП_уд_конец" ma:internalName="_x0418__x041f___x0443__x0434___x043a__x043e__x043d__x0435__x0446_" ma:readOnly="true">
      <xsd:simpleType>
        <xsd:restriction base="dms:Text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index="36" nillable="true" ma:displayName="Cправка_с_банка_о_наличии_банковских_реквизитов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readOnly="true">
      <xsd:simpleType>
        <xsd:restriction base="dms:Boolean"/>
      </xsd:simpleType>
    </xsd:element>
    <xsd:element name="_x0414__x043e__x0433__x043e__x0432__x043e__x0440__x0020__x0430__x0440__x0435__x043d__x0434__x044b_" ma:index="37" nillable="true" ma:displayName="Договор аренды" ma:internalName="_x0414__x043e__x0433__x043e__x0432__x043e__x0440__x0020__x0430__x0440__x0435__x043d__x0434__x044b_" ma:readOnly="true">
      <xsd:simpleType>
        <xsd:restriction base="dms:Boolean"/>
      </xsd:simpleType>
    </xsd:element>
    <xsd:element name="_x0410__x043a__x0442__x0020__x043f__x0440__x0438__x0435__x043c__x0430__x0020__x043f__x043e__x043c__x0435__x0449__x0435__x043d__x0438__x044f_0" ma:index="38" nillable="true" ma:displayName="Акт приема помещения" ma:internalName="_x0410__x043a__x0442__x0020__x043f__x0440__x0438__x0435__x043c__x0430__x0020__x043f__x043e__x043c__x0435__x0449__x0435__x043d__x0438__x044f_0" ma:readOnly="true">
      <xsd:simpleType>
        <xsd:restriction base="dms:Boolean"/>
      </xsd:simpleType>
    </xsd:element>
    <xsd:element name="_x0410__x043a__x0442__x0443__x043b__x044c__x043d__x043e__x0441__x0442__x044c_" ma:index="39" nillable="true" ma:displayName="Актульность" ma:internalName="_x0410__x043a__x0442__x0443__x043b__x044c__x043d__x043e__x0441__x0442__x044c_" ma:readOnly="true">
      <xsd:simpleType>
        <xsd:restriction base="dms:Text"/>
      </xsd:simpleType>
    </xsd:element>
    <xsd:element name="_x0410__x043a__x0442__x0443__x043b__x044c__x043d__x043e__x0441__x0442__x044c_1" ma:index="40" nillable="true" ma:displayName="Актульность1" ma:internalName="_x0410__x043a__x0442__x0443__x043b__x044c__x043d__x043e__x0441__x0442__x044c_1" ma:readOnly="true">
      <xsd:simpleType>
        <xsd:restriction base="dms:Text"/>
      </xsd:simpleType>
    </xsd:element>
    <xsd:element name="_x0414__x0430__x0442__x0430___x043e__x043a__x043e__x043d__x0447__x0430__x043d__x0438__x044f___x0434__x0435__x0439__x0441__x0442__x0432__x0438__x044f_" ma:index="41" nillable="true" ma:displayName="Дата_окончания_действия" ma:format="DateOnly" ma:internalName="_x0414__x0430__x0442__x0430___x043e__x043a__x043e__x043d__x0447__x0430__x043d__x0438__x044f___x0434__x0435__x0439__x0441__x0442__x0432__x0438__x044f_" ma:readOnly="true">
      <xsd:simpleType>
        <xsd:restriction base="dms:DateTime"/>
      </xsd:simpleType>
    </xsd:element>
    <xsd:element name="_x0414__x0430__x0442__x0430___x043e__x043a__x043e__x043d__x0447__x0430__x043d__x0438__x044f___x0434__x0435__x0439__x0441__x0442__x0432__x0438__x044f_1" ma:index="42" nillable="true" ma:displayName="Дата_окончания_действия1" ma:format="DateOnly" ma:internalName="_x0414__x0430__x0442__x0430___x043e__x043a__x043e__x043d__x0447__x0430__x043d__x0438__x044f___x0434__x0435__x0439__x0441__x0442__x0432__x0438__x044f_1" ma:readOnly="true">
      <xsd:simpleType>
        <xsd:restriction base="dms:DateTime"/>
      </xsd:simpleType>
    </xsd:element>
    <xsd:element name="_x042e__x0440__x0438__x0434__x0438__x0447__x0435__x0441__x043a__x043e__x0435___x043d__x0430__x0438__x043c__x0435__x043d__x043e__x0432__x0430__x043d__x0438__x0435_" ma:index="43" nillable="true" ma:displayName="Юридическое_наименование" ma:internalName="_x042e__x0440__x0438__x0434__x0438__x0447__x0435__x0441__x043a__x043e__x0435___x043d__x0430__x0438__x043c__x0435__x043d__x043e__x0432__x0430__x043d__x0438__x0435_" ma:readOnly="true">
      <xsd:simpleType>
        <xsd:restriction base="dms:Text"/>
      </xsd:simpleType>
    </xsd:element>
    <xsd:element name="_x0421__x0442__x0440__x0430__x043d__x0430___x044e__x0440_" ma:index="44" nillable="true" ma:displayName="Страна_юр" ma:internalName="_x0421__x0442__x0440__x0430__x043d__x0430___x044e__x0440_" ma:readOnly="true">
      <xsd:simpleType>
        <xsd:restriction base="dms:Text"/>
      </xsd:simpleType>
    </xsd:element>
    <xsd:element name="_x0418__x043d__x0434__x0435__x043a__x0441___x044e__x0440_" ma:index="45" nillable="true" ma:displayName="Индекс_юр" ma:internalName="_x0418__x043d__x0434__x0435__x043a__x0441___x044e__x0440_" ma:readOnly="true">
      <xsd:simpleType>
        <xsd:restriction base="dms:Text"/>
      </xsd:simpleType>
    </xsd:element>
    <xsd:element name="_x0413__x043e__x0440__x043e__x0434___x044e__x0440_" ma:index="46" nillable="true" ma:displayName="Город_юр" ma:internalName="_x0413__x043e__x0440__x043e__x0434___x044e__x0440_" ma:readOnly="true">
      <xsd:simpleType>
        <xsd:restriction base="dms:Text"/>
      </xsd:simpleType>
    </xsd:element>
    <xsd:element name="_x0410__x0434__x0440__x0435__x0441___x044e__x0440_" ma:index="47" nillable="true" ma:displayName="Адрес_юр" ma:internalName="_x0410__x0434__x0440__x0435__x0441___x044e__x0440_" ma:readOnly="true">
      <xsd:simpleType>
        <xsd:restriction base="dms:Text"/>
      </xsd:simpleType>
    </xsd:element>
    <xsd:element name="_x0421__x0442__x0440__x0430__x043d__x0430___x0444__x0430__x043a__x0442_" ma:index="48" nillable="true" ma:displayName="Страна_факт" ma:internalName="_x0421__x0442__x0440__x0430__x043d__x0430___x0444__x0430__x043a__x0442_" ma:readOnly="true">
      <xsd:simpleType>
        <xsd:restriction base="dms:Text"/>
      </xsd:simpleType>
    </xsd:element>
    <xsd:element name="_x0418__x043d__x0434__x0435__x043a__x0441___x0444__x0430__x043a__x0442_" ma:index="49" nillable="true" ma:displayName="Индекс_факт" ma:internalName="_x0418__x043d__x0434__x0435__x043a__x0441___x0444__x0430__x043a__x0442_" ma:readOnly="true">
      <xsd:simpleType>
        <xsd:restriction base="dms:Text"/>
      </xsd:simpleType>
    </xsd:element>
    <xsd:element name="_x0413__x043e__x0440__x043e__x0434___x0444__x0430__x043a__x0442_" ma:index="50" nillable="true" ma:displayName="Город_факт" ma:internalName="_x0413__x043e__x0440__x043e__x0434___x0444__x0430__x043a__x0442_" ma:readOnly="true">
      <xsd:simpleType>
        <xsd:restriction base="dms:Text"/>
      </xsd:simpleType>
    </xsd:element>
    <xsd:element name="_x0410__x0434__x0440__x0435__x0441___x0444__x0430__x043a__x0442_" ma:index="51" nillable="true" ma:displayName="Адрес_факт" ma:internalName="_x0410__x0434__x0440__x0435__x0441___x0444__x0430__x043a__x0442_" ma:readOnly="true">
      <xsd:simpleType>
        <xsd:restriction base="dms:Text"/>
      </xsd:simpleType>
    </xsd:element>
    <xsd:element name="_x0442__x0435__x043b__x0435__x0444__x043e__x043d___x0444__x0430__x043a__x0441_" ma:index="52" nillable="true" ma:displayName="телефон_факс" ma:internalName="_x0442__x0435__x043b__x0435__x0444__x043e__x043d___x0444__x0430__x043a__x0441_" ma:readOnly="true">
      <xsd:simpleType>
        <xsd:restriction base="dms:Text"/>
      </xsd:simpleType>
    </xsd:element>
    <xsd:element name="E_x0020_Mail" ma:index="53" nillable="true" ma:displayName="E Mail" ma:internalName="E_x0020_Mail" ma:readOnly="true">
      <xsd:simpleType>
        <xsd:restriction base="dms:Text"/>
      </xsd:simpleType>
    </xsd:element>
    <xsd:element name="_x0411__x0430__x043d__x043a_" ma:index="54" nillable="true" ma:displayName="Банк" ma:internalName="_x0411__x0430__x043d__x043a_" ma:readOnly="true">
      <xsd:simpleType>
        <xsd:restriction base="dms:Text"/>
      </xsd:simpleType>
    </xsd:element>
    <xsd:element name="IBAN" ma:index="55" nillable="true" ma:displayName="IBAN" ma:internalName="IBAN" ma:readOnly="true">
      <xsd:simpleType>
        <xsd:restriction base="dms:Text"/>
      </xsd:simpleType>
    </xsd:element>
    <xsd:element name="_x0411__x0418__x041a_" ma:index="56" nillable="true" ma:displayName="БИК" ma:internalName="_x0411__x0418__x041a_" ma:readOnly="true">
      <xsd:simpleType>
        <xsd:restriction base="dms:Text"/>
      </xsd:simpleType>
    </xsd:element>
    <xsd:element name="_x0411__x0418__x041d_" ma:index="57" nillable="true" ma:displayName="БИН" ma:internalName="_x0411__x0418__x041d_" ma:readOnly="true">
      <xsd:simpleType>
        <xsd:restriction base="dms:Text"/>
      </xsd:simpleType>
    </xsd:element>
    <xsd:element name="_x041a__x0411__x0415_" ma:index="58" nillable="true" ma:displayName="КБЕ" ma:internalName="_x041a__x0411__x0415_" ma:readOnly="true">
      <xsd:simpleType>
        <xsd:restriction base="dms:Text"/>
      </xsd:simpleType>
    </xsd:element>
    <xsd:element name="_x0410__x043a__x0442__x0438__x0432__x043d__x043e__x0441__x0442__x044c_" ma:index="59" nillable="true" ma:displayName="Активность" ma:internalName="_x0410__x043a__x0442__x0438__x0432__x043d__x043e__x0441__x0442__x044c_">
      <xsd:simpleType>
        <xsd:restriction base="dms:Text">
          <xsd:maxLength value="255"/>
        </xsd:restriction>
      </xsd:simpleType>
    </xsd:element>
    <xsd:element name="_x041f__x0430__x0440__x043e__x043b__x044c_" ma:index="60" nillable="true" ma:displayName="Пароль" ma:internalName="_x041f__x0430__x0440__x043e__x043b__x044c_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" ma:index="61" nillable="true" ma:displayName="Контактный_абонентский_номер" ma:internalName="_x041a__x043e__x043d__x0442__x0430__x043a__x0442__x043d__x044b__x0439___x0430__x0431__x043e__x043d__x0435__x043d__x0442__x0441__x043a__x0438__x0439___x043d__x043e__x043c__x0435__x0440_" ma:readOnly="true">
      <xsd:simpleType>
        <xsd:restriction base="dms:Text"/>
      </xsd:simpleType>
    </xsd:element>
    <xsd:element name="_x042d__x043b__x0435__x043a__x0442__x0440__x043e__x043d__x043d__x044b__x0439___x0430__x0434__x0440__x0435__x0441_" ma:index="62" nillable="true" ma:displayName="Электронный_адрес" ma:internalName="_x042d__x043b__x0435__x043a__x0442__x0440__x043e__x043d__x043d__x044b__x0439___x0430__x0434__x0440__x0435__x0441_" ma:readOnly="true">
      <xsd:simpleType>
        <xsd:restriction base="dms:Text"/>
      </xsd:simpleType>
    </xsd:element>
    <xsd:element name="Test" ma:index="63" nillable="true" ma:displayName="Test" ma:internalName="Test">
      <xsd:simpleType>
        <xsd:restriction base="dms:Text">
          <xsd:maxLength value="255"/>
        </xsd:restriction>
      </xsd:simpleType>
    </xsd:element>
    <xsd:element name="Company_x0020_Link" ma:index="64" nillable="true" ma:displayName="Company Link" ma:internalName="Company_x0020_Link">
      <xsd:simpleType>
        <xsd:restriction base="dms:Text">
          <xsd:maxLength value="255"/>
        </xsd:restriction>
      </xsd:simpleType>
    </xsd:element>
    <xsd:element name="Update" ma:index="65" nillable="true" ma:displayName="Update" ma:internalName="Update">
      <xsd:simpleType>
        <xsd:restriction base="dms:Text">
          <xsd:maxLength value="255"/>
        </xsd:restriction>
      </xsd:simpleType>
    </xsd:element>
    <xsd:element name="Link" ma:index="66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f__x0438__x0441__x044c__x043c__x043e___x0441__x043e__x0433__x043b__x0430__x0441__x0438__x0435___x0441__x0442__x0430__x0442__x0443__x0441_" ma:index="67" nillable="true" ma:displayName="Письмо_согласие_статус" ma:internalName="_x041f__x0438__x0441__x044c__x043c__x043e___x0441__x043e__x0433__x043b__x0430__x0441__x0438__x0435___x0441__x0442__x0430__x0442__x0443__x0441_" ma:readOnly="true">
      <xsd:simpleType>
        <xsd:restriction base="dms:Boolean"/>
      </xsd:simpleType>
    </xsd:element>
    <xsd:element name="_x041f__x0438__x0441__x044c__x043c__x043e___x0441__x043e__x0433__x043b__x0430__x0441__x0438__x0435__date" ma:index="68" nillable="true" ma:displayName="Письмо_согласие_date" ma:internalName="_x041f__x0438__x0441__x044c__x043c__x043e___x0441__x043e__x0433__x043b__x0430__x0441__x0438__x0435__date" ma:readOnly="true">
      <xsd:simpleType>
        <xsd:restriction base="dms:Text"/>
      </xsd:simpleType>
    </xsd:element>
    <xsd:element name="_x041f__x0438__x0441__x044c__x043c__x043e___x0441__x043e__x0433__x043b__x0430__x0441__x0438__x0435___x044e__x0437__x0435__x0440_" ma:index="69" nillable="true" ma:displayName="Письмо_согласие_юзер" ma:internalName="_x041f__x0438__x0441__x044c__x043c__x043e___x0441__x043e__x0433__x043b__x0430__x0441__x0438__x0435___x044e__x0437__x0435__x0440_" ma:readOnly="true">
      <xsd:simpleType>
        <xsd:restriction base="dms:Text"/>
      </xsd:simpleType>
    </xsd:element>
    <xsd:element name="_x041f__x0438__x0441__x044c__x043c__x043e___x0441__x043e__x0433__x043b__x0430__x0441__x0438__x0435___x043e__x0440__x0438__x0433__x0438__x043d__x0430__x043b_" ma:index="70" nillable="true" ma:displayName="Письмо_согласие_оригинал" ma:internalName="_x041f__x0438__x0441__x044c__x043c__x043e___x0441__x043e__x0433__x043b__x0430__x0441__x0438__x0435___x043e__x0440__x0438__x0433__x0438__x043d__x0430__x043b_" ma:readOnly="true">
      <xsd:simpleType>
        <xsd:restriction base="dms:Boolean"/>
      </xsd:simpleType>
    </xsd:element>
    <xsd:element name="_x041f__x0438__x0441__x044c__x043c__x043e___x0441__x043e__x0433__x043b__x0430__x0441__x0438__x0435___x043e__x0440__x0438__x0433__x0438__x043d__x0430__x043b___x0438__x0441__x0442__x043e__x0440__x0438__x044f_" ma:index="71" nillable="true" ma:displayName="Письмо_согласие_оригинал_история" ma:internalName="_x041f__x0438__x0441__x044c__x043c__x043e___x0441__x043e__x0433__x043b__x0430__x0441__x0438__x0435___x043e__x0440__x0438__x0433__x0438__x043d__x0430__x043b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" ma:index="72" nillable="true" ma:displayName="Доверенность_наличие_оригинала" ma:internalName="_x0414__x043e__x0432__x0435__x0440__x0435__x043d__x043d__x043e__x0441__x0442__x044c___x043d__x0430__x043b__x0438__x0447__x0438__x0435___x043e__x0440__x0438__x0433__x0438__x043d__x0430__x043b__x0430_" ma:readOnly="true">
      <xsd:simpleType>
        <xsd:restriction base="dms:Boolean"/>
      </xsd:simpleType>
    </xsd:element>
    <xsd:element name="_x0424__x0418__x041e___x043f__x043e__x0432__x0435__x0440__x0435__x043d__x043d__x043e__x0433__x043e_" ma:index="73" nillable="true" ma:displayName="ФИО_поверенного" ma:internalName="_x0424__x0418__x041e___x043f__x043e__x0432__x0435__x0440__x0435__x043d__x043d__x043e__x0433__x043e_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" ma:index="74" nillable="true" ma:displayName="Верификация_наличие_оригинала" ma:internalName="_x0412__x0435__x0440__x0438__x0444__x0438__x043a__x0430__x0446__x0438__x044f___x043d__x0430__x043b__x0438__x0447__x0438__x0435___x043e__x0440__x0438__x0433__x0438__x043d__x0430__x043b__x0430_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" ma:index="75" nillable="true" ma:displayName="Верификация_наличие_оригинала_история" ma:internalName="_x0412__x0435__x0440__x0438__x0444__x0438__x043a__x0430__x0446__x0438__x044f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__x0438__x0441__x0442__x043e__x0440__x0438__x044f_" ma:index="76" nillable="true" ma:displayName="Доверенность_наличие_оригинала_история" ma:internalName="_x0414__x043e__x0432__x0435__x0440__x0435__x043d__x043d__x043e__x0441__x0442__x044c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f__x0430__x0440__x043e__x043b__x044c__2" ma:index="77" nillable="true" ma:displayName="Пароль_2" ma:internalName="_x041f__x0430__x0440__x043e__x043b__x044c__2" ma:readOnly="true">
      <xsd:simpleType>
        <xsd:restriction base="dms:Text"/>
      </xsd:simpleType>
    </xsd:element>
    <xsd:element name="_x041f__x0430__x0440__x043e__x043b__x044c___x0438__x0441__x0442__x043e__x0440__x0438__x044f__2" ma:index="78" nillable="true" ma:displayName="Пароль_история_2" ma:internalName="_x041f__x0430__x0440__x043e__x043b__x044c___x0438__x0441__x0442__x043e__x0440__x0438__x044f__2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_2" ma:index="79" nillable="true" ma:displayName="Контактный_абонентский_номер_2" ma:internalName="_x041a__x043e__x043d__x0442__x0430__x043a__x0442__x043d__x044b__x0439___x0430__x0431__x043e__x043d__x0435__x043d__x0442__x0441__x043a__x0438__x0439___x043d__x043e__x043c__x0435__x0440__2" ma:readOnly="true">
      <xsd:simpleType>
        <xsd:restriction base="dms:Text"/>
      </xsd:simpleType>
    </xsd:element>
    <xsd:element name="_x042d__x043b__x0435__x043a__x0442__x0440__x043e__x043d__x043d__x044b__x0439___x0430__x0434__x0440__x0435__x0441__2" ma:index="80" nillable="true" ma:displayName="Электронный_адрес_2" ma:internalName="_x042d__x043b__x0435__x043a__x0442__x0440__x043e__x043d__x043d__x044b__x0439___x0430__x0434__x0440__x0435__x0441__2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_2" ma:index="81" nillable="true" ma:displayName="Верификация_наличие_оригинала_2" ma:internalName="_x0412__x0435__x0440__x0438__x0444__x0438__x043a__x0430__x0446__x0438__x044f___x043d__x0430__x043b__x0438__x0447__x0438__x0435___x043e__x0440__x0438__x0433__x0438__x043d__x0430__x043b__x0430__2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_2" ma:index="82" nillable="true" ma:displayName="Верификация_наличие_оригинала_история_2" ma:internalName="_x0412__x0435__x0440__x0438__x0444__x0438__x043a__x0430__x0446__x0438__x044f___x043d__x0430__x043b__x0438__x0447__x0438__x0435___x043e__x0440__x0438__x0433__x0438__x043d__x0430__x043b__x0430___x0438__x0441__x0442__x043e__x0440__x0438__x044f__2" ma:readOnly="true">
      <xsd:simpleType>
        <xsd:restriction base="dms:Text"/>
      </xsd:simpleType>
    </xsd:element>
    <xsd:element name="Email__x0443__x0434_" ma:index="83" nillable="true" ma:displayName="Email_уд" ma:internalName="Email__x0443__x0434_" ma:readOnly="true">
      <xsd:simpleType>
        <xsd:restriction base="dms:Note">
          <xsd:maxLength value="255"/>
        </xsd:restriction>
      </xsd:simpleType>
    </xsd:element>
    <xsd:element name="_x0422__x0435__x0441__x0442___x043f__x0430__x0440__x043e__x043b__x044f_" ma:index="84" nillable="true" ma:displayName="Тест_пароля" ma:internalName="_x0422__x0435__x0441__x0442___x043f__x0430__x0440__x043e__x043b__x044f_" ma:readOnly="true">
      <xsd:simpleType>
        <xsd:restriction base="dms:Note">
          <xsd:maxLength value="255"/>
        </xsd:restriction>
      </xsd:simpleType>
    </xsd:element>
    <xsd:element name="_x0422__x0438__x043f___x0434__x043e__x0432__x0435__x0440__x0435__x043d__x043d__x043e__x0441__x0442__x0438_" ma:index="85" nillable="true" ma:displayName="Тип_доверенности" ma:internalName="_x0422__x0438__x043f___x0434__x043e__x0432__x0435__x0440__x0435__x043d__x043d__x043e__x0441__x0442__x0438_" ma:readOnly="true">
      <xsd:simpleType>
        <xsd:restriction base="dms:Note">
          <xsd:maxLength value="255"/>
        </xsd:restriction>
      </xsd:simpleType>
    </xsd:element>
    <xsd:element name="_x0422__x0438__x043f___x0434__x043e__x043a__x0443__x043c__x0435__x043d__x0442__x0430_" ma:index="86" nillable="true" ma:displayName="Тип_документа" ma:internalName="_x0422__x0438__x043f___x0434__x043e__x043a__x0443__x043c__x0435__x043d__x0442__x0430_" ma:readOnly="true">
      <xsd:simpleType>
        <xsd:restriction base="dms:Note">
          <xsd:maxLength value="255"/>
        </xsd:restriction>
      </xsd:simpleType>
    </xsd:element>
    <xsd:element name="_x041a__x043e__x043d__x0442__x0430__x043a__x0442__x043d__x044b__x0439___x043d__x043e__x043c__x0435__x0440_" ma:index="87" nillable="true" ma:displayName="Контактный_номер" ma:internalName="_x041a__x043e__x043d__x0442__x0430__x043a__x0442__x043d__x044b__x0439___x043d__x043e__x043c__x0435__x0440_" ma:readOnly="true">
      <xsd:simpleType>
        <xsd:restriction base="dms:Note">
          <xsd:maxLength value="255"/>
        </xsd:restriction>
      </xsd:simpleType>
    </xsd:element>
    <xsd:element name="User" ma:index="88" nillable="true" ma:displayName="User" ma:list="UserInfo" ma:SharePointGroup="0" ma:internalName="Us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CBB6E1-7D10-4731-81BB-4AF235410EE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4351eb4-5e07-4c99-b842-6b98263d0705"/>
  </ds:schemaRefs>
</ds:datastoreItem>
</file>

<file path=customXml/itemProps2.xml><?xml version="1.0" encoding="utf-8"?>
<ds:datastoreItem xmlns:ds="http://schemas.openxmlformats.org/officeDocument/2006/customXml" ds:itemID="{9CD7837B-B4F5-4690-BB43-992941227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8C0C4B-62A7-4AD5-8B42-A4727DC3D2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4351eb4-5e07-4c99-b842-6b98263d07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5922</TotalTime>
  <Words>877</Words>
  <Application>Microsoft Office PowerPoint</Application>
  <PresentationFormat>Широкоэкранный</PresentationFormat>
  <Paragraphs>249</Paragraphs>
  <Slides>11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Arial Black</vt:lpstr>
      <vt:lpstr>Calibri</vt:lpstr>
      <vt:lpstr>Helvetica</vt:lpstr>
      <vt:lpstr>Helvetica Light</vt:lpstr>
      <vt:lpstr>Тема Office</vt:lpstr>
      <vt:lpstr>Слайд think-cell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 Auezov</dc:creator>
  <cp:lastModifiedBy>Alexandr Murdassov</cp:lastModifiedBy>
  <cp:revision>1</cp:revision>
  <dcterms:created xsi:type="dcterms:W3CDTF">2025-10-09T07:36:48Z</dcterms:created>
  <dcterms:modified xsi:type="dcterms:W3CDTF">2025-12-02T06:53:08Z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dd97af-22dc-49fa-ac47-e24224ce56c4_Enabled">
    <vt:lpwstr>true</vt:lpwstr>
  </property>
  <property fmtid="{D5CDD505-2E9C-101B-9397-08002B2CF9AE}" pid="3" name="MSIP_Label_9cdd97af-22dc-49fa-ac47-e24224ce56c4_SetDate">
    <vt:lpwstr>2025-10-09T07:36:52Z</vt:lpwstr>
  </property>
  <property fmtid="{D5CDD505-2E9C-101B-9397-08002B2CF9AE}" pid="4" name="MSIP_Label_9cdd97af-22dc-49fa-ac47-e24224ce56c4_Method">
    <vt:lpwstr>Standard</vt:lpwstr>
  </property>
  <property fmtid="{D5CDD505-2E9C-101B-9397-08002B2CF9AE}" pid="5" name="MSIP_Label_9cdd97af-22dc-49fa-ac47-e24224ce56c4_Name">
    <vt:lpwstr>General</vt:lpwstr>
  </property>
  <property fmtid="{D5CDD505-2E9C-101B-9397-08002B2CF9AE}" pid="6" name="MSIP_Label_9cdd97af-22dc-49fa-ac47-e24224ce56c4_SiteId">
    <vt:lpwstr>41149801-8e93-4eae-a438-1ff037fd4bdc</vt:lpwstr>
  </property>
  <property fmtid="{D5CDD505-2E9C-101B-9397-08002B2CF9AE}" pid="7" name="MSIP_Label_9cdd97af-22dc-49fa-ac47-e24224ce56c4_ActionId">
    <vt:lpwstr>df50ca2b-b73a-4f20-8aa9-9c60e959512b</vt:lpwstr>
  </property>
  <property fmtid="{D5CDD505-2E9C-101B-9397-08002B2CF9AE}" pid="8" name="MSIP_Label_9cdd97af-22dc-49fa-ac47-e24224ce56c4_ContentBits">
    <vt:lpwstr>0</vt:lpwstr>
  </property>
  <property fmtid="{D5CDD505-2E9C-101B-9397-08002B2CF9AE}" pid="9" name="MSIP_Label_9cdd97af-22dc-49fa-ac47-e24224ce56c4_Tag">
    <vt:lpwstr>10, 3, 0, 1</vt:lpwstr>
  </property>
  <property fmtid="{D5CDD505-2E9C-101B-9397-08002B2CF9AE}" pid="10" name="ContentTypeId">
    <vt:lpwstr>0x010101005735C98F2F9FC74E9C48A2E5D7E53F63</vt:lpwstr>
  </property>
</Properties>
</file>