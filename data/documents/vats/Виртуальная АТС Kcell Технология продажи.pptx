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3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4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33" r:id="rId4"/>
    <p:sldMasterId id="2147483784" r:id="rId5"/>
    <p:sldMasterId id="2147483746" r:id="rId6"/>
    <p:sldMasterId id="2147483759" r:id="rId7"/>
    <p:sldMasterId id="2147483772" r:id="rId8"/>
  </p:sldMasterIdLst>
  <p:notesMasterIdLst>
    <p:notesMasterId r:id="rId28"/>
  </p:notesMasterIdLst>
  <p:handoutMasterIdLst>
    <p:handoutMasterId r:id="rId29"/>
  </p:handoutMasterIdLst>
  <p:sldIdLst>
    <p:sldId id="290" r:id="rId9"/>
    <p:sldId id="382" r:id="rId10"/>
    <p:sldId id="383" r:id="rId11"/>
    <p:sldId id="384" r:id="rId12"/>
    <p:sldId id="386" r:id="rId13"/>
    <p:sldId id="385" r:id="rId14"/>
    <p:sldId id="387" r:id="rId15"/>
    <p:sldId id="388" r:id="rId16"/>
    <p:sldId id="389" r:id="rId17"/>
    <p:sldId id="390" r:id="rId18"/>
    <p:sldId id="391" r:id="rId19"/>
    <p:sldId id="392" r:id="rId20"/>
    <p:sldId id="396" r:id="rId21"/>
    <p:sldId id="393" r:id="rId22"/>
    <p:sldId id="394" r:id="rId23"/>
    <p:sldId id="399" r:id="rId24"/>
    <p:sldId id="395" r:id="rId25"/>
    <p:sldId id="397" r:id="rId26"/>
    <p:sldId id="349" r:id="rId27"/>
  </p:sldIdLst>
  <p:sldSz cx="24377650" cy="13716000"/>
  <p:notesSz cx="6858000" cy="9144000"/>
  <p:defaultTextStyle>
    <a:defPPr>
      <a:defRPr lang="ru-RU"/>
    </a:defPPr>
    <a:lvl1pPr marL="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1pPr>
    <a:lvl2pPr marL="91408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2pPr>
    <a:lvl3pPr marL="182816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3pPr>
    <a:lvl4pPr marL="274224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4pPr>
    <a:lvl5pPr marL="365632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5pPr>
    <a:lvl6pPr marL="457040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6pPr>
    <a:lvl7pPr marL="548448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7pPr>
    <a:lvl8pPr marL="639856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8pPr>
    <a:lvl9pPr marL="7312640" algn="l" defTabSz="1828160" rtl="0" eaLnBrk="1" latinLnBrk="0" hangingPunct="1">
      <a:defRPr sz="35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558" userDrawn="1">
          <p15:clr>
            <a:srgbClr val="A4A3A4"/>
          </p15:clr>
        </p15:guide>
        <p15:guide id="3" pos="15150" userDrawn="1">
          <p15:clr>
            <a:srgbClr val="A4A3A4"/>
          </p15:clr>
        </p15:guide>
        <p15:guide id="4" pos="664" userDrawn="1">
          <p15:clr>
            <a:srgbClr val="A4A3A4"/>
          </p15:clr>
        </p15:guide>
        <p15:guide id="5" orient="horz" pos="8312" userDrawn="1">
          <p15:clr>
            <a:srgbClr val="A4A3A4"/>
          </p15:clr>
        </p15:guide>
        <p15:guide id="6" pos="14692" userDrawn="1">
          <p15:clr>
            <a:srgbClr val="A4A3A4"/>
          </p15:clr>
        </p15:guide>
        <p15:guide id="7" orient="horz" userDrawn="1">
          <p15:clr>
            <a:srgbClr val="A4A3A4"/>
          </p15:clr>
        </p15:guide>
        <p15:guide id="8" orient="horz" pos="8638" userDrawn="1">
          <p15:clr>
            <a:srgbClr val="A4A3A4"/>
          </p15:clr>
        </p15:guide>
        <p15:guide id="9" pos="15354" userDrawn="1">
          <p15:clr>
            <a:srgbClr val="A4A3A4"/>
          </p15:clr>
        </p15:guide>
        <p15:guide id="10" pos="7224" userDrawn="1">
          <p15:clr>
            <a:srgbClr val="A4A3A4"/>
          </p15:clr>
        </p15:guide>
        <p15:guide id="11" userDrawn="1">
          <p15:clr>
            <a:srgbClr val="A4A3A4"/>
          </p15:clr>
        </p15:guide>
        <p15:guide id="12" pos="69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Автор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468"/>
    <a:srgbClr val="652D86"/>
    <a:srgbClr val="F9DC00"/>
    <a:srgbClr val="FFFFFF"/>
    <a:srgbClr val="652D87"/>
    <a:srgbClr val="C7C2BA"/>
    <a:srgbClr val="6C6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78" autoAdjust="0"/>
    <p:restoredTop sz="94660" autoAdjust="0"/>
  </p:normalViewPr>
  <p:slideViewPr>
    <p:cSldViewPr>
      <p:cViewPr varScale="1">
        <p:scale>
          <a:sx n="26" d="100"/>
          <a:sy n="26" d="100"/>
        </p:scale>
        <p:origin x="1051" y="24"/>
      </p:cViewPr>
      <p:guideLst>
        <p:guide orient="horz" pos="4320"/>
        <p:guide pos="7558"/>
        <p:guide pos="15150"/>
        <p:guide pos="664"/>
        <p:guide orient="horz" pos="8312"/>
        <p:guide pos="14692"/>
        <p:guide orient="horz"/>
        <p:guide orient="horz" pos="8638"/>
        <p:guide pos="15354"/>
        <p:guide pos="7224"/>
        <p:guide/>
        <p:guide pos="69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commentAuthors" Target="commentAuthor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2B75D3-5D70-450E-B3DA-9EE48BEFFA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27266-2483-40D9-8616-2822CA7B99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D573E-A2A8-475C-B800-68FA12265B9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0F0E13-6E50-4EF0-B55E-8FA233FB03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B22B8-5CA0-4B45-BB89-0FF99AE1F76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D3A2B-4DEE-43A7-9D36-16AED5FD3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723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F3B5B-9530-4E56-BCEE-EA8373A61790}" type="datetimeFigureOut">
              <a:rPr lang="en-GB" smtClean="0"/>
              <a:t>02/12/2025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818018-3641-449B-AD84-57E6B54514F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5274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1pPr>
    <a:lvl2pPr marL="91408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2pPr>
    <a:lvl3pPr marL="182816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3pPr>
    <a:lvl4pPr marL="274224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4pPr>
    <a:lvl5pPr marL="365632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5pPr>
    <a:lvl6pPr marL="457040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6pPr>
    <a:lvl7pPr marL="548448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7pPr>
    <a:lvl8pPr marL="639856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8pPr>
    <a:lvl9pPr marL="7312640" algn="l" defTabSz="1828160" rtl="0" eaLnBrk="1" latinLnBrk="0" hangingPunct="1">
      <a:defRPr sz="23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5" y="4260859"/>
            <a:ext cx="20721003" cy="2940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6648" y="7772400"/>
            <a:ext cx="17064355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8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7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6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3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2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6917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85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67" y="8813807"/>
            <a:ext cx="20721003" cy="2724150"/>
          </a:xfrm>
        </p:spPr>
        <p:txBody>
          <a:bodyPr anchor="t"/>
          <a:lstStyle>
            <a:lvl1pPr algn="l">
              <a:defRPr sz="10664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5667" y="5813427"/>
            <a:ext cx="20721003" cy="3000374"/>
          </a:xfrm>
        </p:spPr>
        <p:txBody>
          <a:bodyPr anchor="b"/>
          <a:lstStyle>
            <a:lvl1pPr marL="0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1pPr>
            <a:lvl2pPr marL="1218926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2pPr>
            <a:lvl3pPr marL="2437852" indent="0">
              <a:buNone/>
              <a:defRPr sz="4265">
                <a:solidFill>
                  <a:schemeClr val="tx1">
                    <a:tint val="75000"/>
                  </a:schemeClr>
                </a:solidFill>
              </a:defRPr>
            </a:lvl3pPr>
            <a:lvl4pPr marL="36567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570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462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3553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247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1404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87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3200407"/>
            <a:ext cx="10766796" cy="9051926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3200407"/>
            <a:ext cx="10766796" cy="9051926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8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4" y="3070231"/>
            <a:ext cx="1077102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4" y="4349750"/>
            <a:ext cx="1077102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3524" y="3070231"/>
            <a:ext cx="1077525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3524" y="4349750"/>
            <a:ext cx="1077525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05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9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47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97" y="546103"/>
            <a:ext cx="8020079" cy="2324102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985" y="546109"/>
            <a:ext cx="13627784" cy="11706226"/>
          </a:xfrm>
        </p:spPr>
        <p:txBody>
          <a:bodyPr/>
          <a:lstStyle>
            <a:lvl1pPr>
              <a:defRPr sz="8533"/>
            </a:lvl1pPr>
            <a:lvl2pPr>
              <a:defRPr sz="7464"/>
            </a:lvl2pPr>
            <a:lvl3pPr>
              <a:defRPr sz="6399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97" y="2870209"/>
            <a:ext cx="8020079" cy="93821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2292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90" y="9601203"/>
            <a:ext cx="14626590" cy="1133478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8190" y="1225550"/>
            <a:ext cx="14626590" cy="8229600"/>
          </a:xfrm>
        </p:spPr>
        <p:txBody>
          <a:bodyPr/>
          <a:lstStyle>
            <a:lvl1pPr marL="0" indent="0">
              <a:buNone/>
              <a:defRPr sz="8533"/>
            </a:lvl1pPr>
            <a:lvl2pPr marL="1218926" indent="0">
              <a:buNone/>
              <a:defRPr sz="7464"/>
            </a:lvl2pPr>
            <a:lvl3pPr marL="2437852" indent="0">
              <a:buNone/>
              <a:defRPr sz="6399"/>
            </a:lvl3pPr>
            <a:lvl4pPr marL="3656776" indent="0">
              <a:buNone/>
              <a:defRPr sz="5333"/>
            </a:lvl4pPr>
            <a:lvl5pPr marL="4875702" indent="0">
              <a:buNone/>
              <a:defRPr sz="5333"/>
            </a:lvl5pPr>
            <a:lvl6pPr marL="6094628" indent="0">
              <a:buNone/>
              <a:defRPr sz="5333"/>
            </a:lvl6pPr>
            <a:lvl7pPr marL="7313553" indent="0">
              <a:buNone/>
              <a:defRPr sz="5333"/>
            </a:lvl7pPr>
            <a:lvl8pPr marL="8532478" indent="0">
              <a:buNone/>
              <a:defRPr sz="5333"/>
            </a:lvl8pPr>
            <a:lvl9pPr marL="9751404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8190" y="10734683"/>
            <a:ext cx="14626590" cy="16097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3629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701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3796" y="549281"/>
            <a:ext cx="5484972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3" y="549281"/>
            <a:ext cx="16048619" cy="117030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7326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10" y="460800"/>
            <a:ext cx="18811100" cy="4471200"/>
          </a:xfrm>
        </p:spPr>
        <p:txBody>
          <a:bodyPr anchor="b" anchorCtr="0"/>
          <a:lstStyle>
            <a:lvl1pPr>
              <a:defRPr sz="7198" baseline="0">
                <a:solidFill>
                  <a:srgbClr val="652D8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295663" y="5129920"/>
            <a:ext cx="18619150" cy="1008000"/>
          </a:xfrm>
        </p:spPr>
        <p:txBody>
          <a:bodyPr anchor="ctr"/>
          <a:lstStyle>
            <a:lvl1pPr marL="0" indent="0">
              <a:buNone/>
              <a:defRPr lang="en-US" sz="47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295665" y="6281936"/>
            <a:ext cx="18688932" cy="25920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415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urple left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med rundat hörn 9"/>
          <p:cNvSpPr/>
          <p:nvPr userDrawn="1"/>
        </p:nvSpPr>
        <p:spPr bwMode="auto">
          <a:xfrm flipV="1">
            <a:off x="-1348" y="881318"/>
            <a:ext cx="13834399" cy="5148000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634" y="881319"/>
            <a:ext cx="13160412" cy="2578766"/>
          </a:xfrm>
        </p:spPr>
        <p:txBody>
          <a:bodyPr anchor="t" anchorCtr="0"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767802" y="3528000"/>
            <a:ext cx="13065246" cy="1008000"/>
          </a:xfrm>
        </p:spPr>
        <p:txBody>
          <a:bodyPr anchor="ctr"/>
          <a:lstStyle>
            <a:lvl1pPr marL="0" indent="0">
              <a:buNone/>
              <a:defRPr sz="4399" baseline="0">
                <a:solidFill>
                  <a:srgbClr val="C7C2BA"/>
                </a:solidFill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7806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2798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urple right 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med rundat hörn 16"/>
          <p:cNvSpPr/>
          <p:nvPr userDrawn="1"/>
        </p:nvSpPr>
        <p:spPr bwMode="auto">
          <a:xfrm flipH="1" flipV="1">
            <a:off x="9124018" y="886344"/>
            <a:ext cx="15261720" cy="5148000"/>
          </a:xfrm>
          <a:prstGeom prst="round1Rect">
            <a:avLst>
              <a:gd name="adj" fmla="val 6964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8804" y="881319"/>
            <a:ext cx="13160412" cy="2578766"/>
          </a:xfrm>
        </p:spPr>
        <p:txBody>
          <a:bodyPr anchor="t" anchorCtr="0"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9873972" y="3528000"/>
            <a:ext cx="13065246" cy="1008000"/>
          </a:xfrm>
        </p:spPr>
        <p:txBody>
          <a:bodyPr anchor="ctr"/>
          <a:lstStyle>
            <a:lvl1pPr marL="0" indent="0">
              <a:buNone/>
              <a:defRPr sz="4399" baseline="0">
                <a:solidFill>
                  <a:srgbClr val="C7C2BA"/>
                </a:solidFill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3974" y="4698048"/>
            <a:ext cx="13065246" cy="1340800"/>
          </a:xfrm>
        </p:spPr>
        <p:txBody>
          <a:bodyPr anchor="t"/>
          <a:lstStyle>
            <a:lvl1pPr marL="0" indent="0">
              <a:buNone/>
              <a:defRPr sz="3199" baseline="0">
                <a:solidFill>
                  <a:srgbClr val="C7C2BA"/>
                </a:solidFill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84975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 left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med rundat hörn 9"/>
          <p:cNvSpPr/>
          <p:nvPr userDrawn="1"/>
        </p:nvSpPr>
        <p:spPr bwMode="auto">
          <a:xfrm flipV="1">
            <a:off x="-1348" y="881318"/>
            <a:ext cx="13834399" cy="5148000"/>
          </a:xfrm>
          <a:prstGeom prst="round1Rect">
            <a:avLst>
              <a:gd name="adj" fmla="val 710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634" y="881319"/>
            <a:ext cx="13160412" cy="2578766"/>
          </a:xfrm>
        </p:spPr>
        <p:txBody>
          <a:bodyPr anchor="t" anchorCtr="0"/>
          <a:lstStyle>
            <a:lvl1pPr>
              <a:defRPr lang="en-GB" sz="6799" kern="1200" baseline="0" dirty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767802" y="3528000"/>
            <a:ext cx="13065246" cy="1008000"/>
          </a:xfrm>
        </p:spPr>
        <p:txBody>
          <a:bodyPr anchor="ctr"/>
          <a:lstStyle>
            <a:lvl1pPr marL="0" indent="0">
              <a:buNone/>
              <a:defRPr lang="en-US" sz="4399" kern="1200" baseline="0" dirty="0" smtClean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7806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446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right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med rundat hörn 16"/>
          <p:cNvSpPr/>
          <p:nvPr userDrawn="1"/>
        </p:nvSpPr>
        <p:spPr bwMode="auto">
          <a:xfrm flipH="1" flipV="1">
            <a:off x="9124018" y="886344"/>
            <a:ext cx="15261720" cy="5148000"/>
          </a:xfrm>
          <a:prstGeom prst="round1Rect">
            <a:avLst>
              <a:gd name="adj" fmla="val 6964"/>
            </a:avLst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8804" y="881319"/>
            <a:ext cx="13160412" cy="2578766"/>
          </a:xfrm>
        </p:spPr>
        <p:txBody>
          <a:bodyPr anchor="t" anchorCtr="0"/>
          <a:lstStyle>
            <a:lvl1pPr>
              <a:defRPr sz="6799" baseline="0">
                <a:solidFill>
                  <a:srgbClr val="652D8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9873972" y="3528000"/>
            <a:ext cx="13065246" cy="1008000"/>
          </a:xfrm>
        </p:spPr>
        <p:txBody>
          <a:bodyPr anchor="ctr"/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399" kern="1200" baseline="0" dirty="0" smtClean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3974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0904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grey left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med rundat hörn 9"/>
          <p:cNvSpPr/>
          <p:nvPr userDrawn="1"/>
        </p:nvSpPr>
        <p:spPr bwMode="auto">
          <a:xfrm flipV="1">
            <a:off x="-1348" y="881318"/>
            <a:ext cx="13834399" cy="5148000"/>
          </a:xfrm>
          <a:prstGeom prst="round1Rect">
            <a:avLst>
              <a:gd name="adj" fmla="val 7106"/>
            </a:avLst>
          </a:prstGeom>
          <a:solidFill>
            <a:srgbClr val="6C6F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634" y="881319"/>
            <a:ext cx="13160412" cy="2578766"/>
          </a:xfrm>
        </p:spPr>
        <p:txBody>
          <a:bodyPr anchor="t" anchorCtr="0"/>
          <a:lstStyle>
            <a:lvl1pPr>
              <a:defRPr lang="en-GB" sz="6799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767802" y="3528000"/>
            <a:ext cx="13065246" cy="1008000"/>
          </a:xfrm>
        </p:spPr>
        <p:txBody>
          <a:bodyPr anchor="ctr"/>
          <a:lstStyle>
            <a:lvl1pPr marL="0" indent="0">
              <a:buNone/>
              <a:defRPr lang="en-US" sz="43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7806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6635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grey right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med rundat hörn 16"/>
          <p:cNvSpPr/>
          <p:nvPr userDrawn="1"/>
        </p:nvSpPr>
        <p:spPr bwMode="auto">
          <a:xfrm flipH="1" flipV="1">
            <a:off x="9124018" y="886344"/>
            <a:ext cx="15261720" cy="5148000"/>
          </a:xfrm>
          <a:prstGeom prst="round1Rect">
            <a:avLst>
              <a:gd name="adj" fmla="val 6964"/>
            </a:avLst>
          </a:prstGeom>
          <a:solidFill>
            <a:srgbClr val="6C6F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8804" y="881319"/>
            <a:ext cx="13160412" cy="2578766"/>
          </a:xfrm>
        </p:spPr>
        <p:txBody>
          <a:bodyPr anchor="t" anchorCtr="0"/>
          <a:lstStyle>
            <a:lvl1pPr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799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rgbClr val="C7C2BA"/>
                </a:solidFill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9873972" y="3528000"/>
            <a:ext cx="13065246" cy="1008000"/>
          </a:xfrm>
        </p:spPr>
        <p:txBody>
          <a:bodyPr anchor="ctr"/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3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3974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7014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green left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ktangel med rundat hörn 9"/>
          <p:cNvSpPr/>
          <p:nvPr userDrawn="1"/>
        </p:nvSpPr>
        <p:spPr bwMode="auto">
          <a:xfrm flipV="1">
            <a:off x="-1348" y="881318"/>
            <a:ext cx="13834399" cy="5148000"/>
          </a:xfrm>
          <a:prstGeom prst="round1Rect">
            <a:avLst>
              <a:gd name="adj" fmla="val 7106"/>
            </a:avLst>
          </a:prstGeom>
          <a:solidFill>
            <a:srgbClr val="00B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634" y="881319"/>
            <a:ext cx="13160412" cy="2578766"/>
          </a:xfrm>
        </p:spPr>
        <p:txBody>
          <a:bodyPr anchor="t" anchorCtr="0"/>
          <a:lstStyle>
            <a:lvl1pPr>
              <a:defRPr lang="en-GB" sz="6799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767802" y="3528000"/>
            <a:ext cx="13065246" cy="1008000"/>
          </a:xfrm>
        </p:spPr>
        <p:txBody>
          <a:bodyPr anchor="ctr"/>
          <a:lstStyle>
            <a:lvl1pPr marL="0" indent="0">
              <a:buNone/>
              <a:defRPr lang="en-US" sz="4399" kern="1200" baseline="0" dirty="0" smtClean="0">
                <a:solidFill>
                  <a:srgbClr val="C7C2BA"/>
                </a:solidFill>
                <a:latin typeface="+mj-lt"/>
                <a:ea typeface="+mj-ea"/>
                <a:cs typeface="+mj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767806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2541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green right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ktangel med rundat hörn 16"/>
          <p:cNvSpPr/>
          <p:nvPr userDrawn="1"/>
        </p:nvSpPr>
        <p:spPr bwMode="auto">
          <a:xfrm flipH="1" flipV="1">
            <a:off x="9124018" y="886344"/>
            <a:ext cx="15261720" cy="5148000"/>
          </a:xfrm>
          <a:prstGeom prst="round1Rect">
            <a:avLst>
              <a:gd name="adj" fmla="val 6964"/>
            </a:avLst>
          </a:prstGeom>
          <a:solidFill>
            <a:srgbClr val="00B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8804" y="881319"/>
            <a:ext cx="13160412" cy="2578766"/>
          </a:xfrm>
        </p:spPr>
        <p:txBody>
          <a:bodyPr anchor="t" anchorCtr="0"/>
          <a:lstStyle>
            <a:lvl1pPr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799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9873972" y="3528000"/>
            <a:ext cx="13065246" cy="1008000"/>
          </a:xfrm>
        </p:spPr>
        <p:txBody>
          <a:bodyPr anchor="ctr"/>
          <a:lstStyle>
            <a:lvl1pPr marL="0" indent="0"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399" kern="1200" baseline="0" dirty="0" smtClean="0">
                <a:solidFill>
                  <a:srgbClr val="C7C2BA"/>
                </a:solidFill>
                <a:latin typeface="+mj-lt"/>
                <a:ea typeface="+mj-ea"/>
                <a:cs typeface="+mj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9873974" y="4698048"/>
            <a:ext cx="13065246" cy="13408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57777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with meta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10" y="460800"/>
            <a:ext cx="18811100" cy="4471200"/>
          </a:xfrm>
        </p:spPr>
        <p:txBody>
          <a:bodyPr anchor="b" anchorCtr="0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rgbClr val="C7C2BA"/>
                </a:solidFill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295663" y="5129920"/>
            <a:ext cx="18619150" cy="1008000"/>
          </a:xfrm>
        </p:spPr>
        <p:txBody>
          <a:bodyPr anchor="ctr"/>
          <a:lstStyle>
            <a:lvl1pPr marL="0" indent="0">
              <a:buNone/>
              <a:defRPr sz="4799" baseline="0">
                <a:solidFill>
                  <a:srgbClr val="6C6F70"/>
                </a:solidFill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295665" y="6281936"/>
            <a:ext cx="18688932" cy="25920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984276" y="9922978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Document type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2015476" y="10526982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Creator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2014347" y="11178482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Approved by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429912" y="9920530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Identifier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993344" y="10148675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Document type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2004879" y="10746387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aseline="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Name and tel.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2004879" y="11402899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aseline="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Name and tel.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419089" y="10143927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Identifier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429688" y="10746435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Version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429688" y="11403301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aseline="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Status</a:t>
            </a:r>
          </a:p>
        </p:txBody>
      </p:sp>
      <p:sp>
        <p:nvSpPr>
          <p:cNvPr id="22" name="TextBox 21"/>
          <p:cNvSpPr txBox="1"/>
          <p:nvPr userDrawn="1"/>
        </p:nvSpPr>
        <p:spPr>
          <a:xfrm>
            <a:off x="6429686" y="10523038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Version</a:t>
            </a:r>
          </a:p>
        </p:txBody>
      </p:sp>
      <p:sp>
        <p:nvSpPr>
          <p:cNvPr id="23" name="TextBox 22"/>
          <p:cNvSpPr txBox="1"/>
          <p:nvPr userDrawn="1"/>
        </p:nvSpPr>
        <p:spPr>
          <a:xfrm>
            <a:off x="6429686" y="11178482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Status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429688" y="12042579"/>
            <a:ext cx="3838634" cy="279678"/>
          </a:xfr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aseline="0"/>
            </a:lvl1pPr>
            <a:lvl2pPr marL="712658" indent="0">
              <a:buNone/>
              <a:defRPr sz="1800"/>
            </a:lvl2pPr>
            <a:lvl3pPr marL="1670066" indent="0">
              <a:buNone/>
              <a:defRPr sz="1800"/>
            </a:lvl3pPr>
            <a:lvl4pPr marL="2494301" indent="0">
              <a:buNone/>
              <a:defRPr sz="1800"/>
            </a:lvl4pPr>
            <a:lvl5pPr marL="3304139" indent="0">
              <a:buNone/>
              <a:defRPr sz="1800"/>
            </a:lvl5pPr>
          </a:lstStyle>
          <a:p>
            <a:pPr lvl="0"/>
            <a:r>
              <a:rPr lang="en-US" dirty="0"/>
              <a:t>Relation</a:t>
            </a:r>
          </a:p>
        </p:txBody>
      </p:sp>
      <p:sp>
        <p:nvSpPr>
          <p:cNvPr id="25" name="TextBox 24"/>
          <p:cNvSpPr txBox="1"/>
          <p:nvPr userDrawn="1"/>
        </p:nvSpPr>
        <p:spPr>
          <a:xfrm>
            <a:off x="6429686" y="11826114"/>
            <a:ext cx="2495628" cy="2153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399" dirty="0">
                <a:solidFill>
                  <a:schemeClr val="bg2">
                    <a:lumMod val="50000"/>
                  </a:schemeClr>
                </a:solidFill>
              </a:rPr>
              <a:t>Relation</a:t>
            </a:r>
          </a:p>
        </p:txBody>
      </p:sp>
    </p:spTree>
    <p:extLst>
      <p:ext uri="{BB962C8B-B14F-4D97-AF65-F5344CB8AC3E}">
        <p14:creationId xmlns:p14="http://schemas.microsoft.com/office/powerpoint/2010/main" val="41129565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5171" y="460800"/>
            <a:ext cx="14145692" cy="4471200"/>
          </a:xfrm>
        </p:spPr>
        <p:txBody>
          <a:bodyPr anchor="b" anchorCtr="0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0019921" y="5129920"/>
            <a:ext cx="14001347" cy="1008000"/>
          </a:xfrm>
        </p:spPr>
        <p:txBody>
          <a:bodyPr anchor="ctr"/>
          <a:lstStyle>
            <a:lvl1pPr marL="0" indent="0">
              <a:buNone/>
              <a:defRPr lang="en-US" sz="47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0027485" y="6281936"/>
            <a:ext cx="14024285" cy="25920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4552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0799" y="460800"/>
            <a:ext cx="11123480" cy="228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3200400"/>
            <a:ext cx="10766796" cy="8640000"/>
          </a:xfrm>
        </p:spPr>
        <p:txBody>
          <a:bodyPr/>
          <a:lstStyle>
            <a:lvl1pPr>
              <a:defRPr sz="4399"/>
            </a:lvl1pPr>
            <a:lvl2pPr>
              <a:defRPr sz="3599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3599"/>
            </a:lvl6pPr>
            <a:lvl7pPr>
              <a:defRPr sz="3599"/>
            </a:lvl7pPr>
            <a:lvl8pPr>
              <a:defRPr sz="3599"/>
            </a:lvl8pPr>
            <a:lvl9pPr>
              <a:defRPr sz="3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4210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: Colum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11" y="460800"/>
            <a:ext cx="10883543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4488" y="3200400"/>
            <a:ext cx="10942365" cy="8640000"/>
          </a:xfrm>
        </p:spPr>
        <p:txBody>
          <a:bodyPr/>
          <a:lstStyle>
            <a:lvl1pPr>
              <a:defRPr sz="4399"/>
            </a:lvl1pPr>
            <a:lvl2pPr>
              <a:defRPr sz="3599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3599"/>
            </a:lvl6pPr>
            <a:lvl7pPr>
              <a:defRPr sz="3599"/>
            </a:lvl7pPr>
            <a:lvl8pPr>
              <a:defRPr sz="3599"/>
            </a:lvl8pPr>
            <a:lvl9pPr>
              <a:defRPr sz="3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3138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 preferRelativeResize="0"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70373" y="-54768"/>
            <a:ext cx="11004103" cy="13825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11" y="460800"/>
            <a:ext cx="10883543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54488" y="3200403"/>
            <a:ext cx="10942365" cy="9051926"/>
          </a:xfrm>
        </p:spPr>
        <p:txBody>
          <a:bodyPr/>
          <a:lstStyle>
            <a:lvl1pPr>
              <a:defRPr sz="4399"/>
            </a:lvl1pPr>
            <a:lvl2pPr>
              <a:defRPr sz="3599" baseline="0">
                <a:solidFill>
                  <a:srgbClr val="6C6F70"/>
                </a:solidFill>
              </a:defRPr>
            </a:lvl2pPr>
            <a:lvl3pPr>
              <a:defRPr sz="2800" baseline="0">
                <a:solidFill>
                  <a:srgbClr val="6C6F70"/>
                </a:solidFill>
              </a:defRPr>
            </a:lvl3pPr>
            <a:lvl4pPr>
              <a:defRPr sz="2800" baseline="0">
                <a:solidFill>
                  <a:srgbClr val="6C6F70"/>
                </a:solidFill>
              </a:defRPr>
            </a:lvl4pPr>
            <a:lvl5pPr>
              <a:defRPr sz="2800" baseline="0">
                <a:solidFill>
                  <a:srgbClr val="6C6F70"/>
                </a:solidFill>
              </a:defRPr>
            </a:lvl5pPr>
            <a:lvl6pPr>
              <a:defRPr sz="3599"/>
            </a:lvl6pPr>
            <a:lvl7pPr>
              <a:defRPr sz="3599"/>
            </a:lvl7pPr>
            <a:lvl8pPr>
              <a:defRPr sz="3599"/>
            </a:lvl8pPr>
            <a:lvl9pPr>
              <a:defRPr sz="3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rgbClr val="C7C2BA"/>
                </a:solidFill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upp 11"/>
          <p:cNvGrpSpPr/>
          <p:nvPr userDrawn="1"/>
        </p:nvGrpSpPr>
        <p:grpSpPr>
          <a:xfrm>
            <a:off x="19688367" y="11898561"/>
            <a:ext cx="3586803" cy="1816258"/>
            <a:chOff x="6846583" y="5949280"/>
            <a:chExt cx="1793869" cy="908129"/>
          </a:xfrm>
        </p:grpSpPr>
        <p:sp>
          <p:nvSpPr>
            <p:cNvPr id="12" name="Rektangel med rundat hörn 12"/>
            <p:cNvSpPr/>
            <p:nvPr userDrawn="1"/>
          </p:nvSpPr>
          <p:spPr bwMode="auto">
            <a:xfrm>
              <a:off x="6846583" y="5949280"/>
              <a:ext cx="1793869" cy="908129"/>
            </a:xfrm>
            <a:prstGeom prst="round1Rect">
              <a:avLst>
                <a:gd name="adj" fmla="val 19289"/>
              </a:avLst>
            </a:prstGeom>
            <a:solidFill>
              <a:schemeClr val="bg1"/>
            </a:solidFill>
            <a:ln w="31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GB" sz="7196" noProof="0">
                <a:solidFill>
                  <a:srgbClr val="000000"/>
                </a:solidFill>
              </a:endParaRPr>
            </a:p>
          </p:txBody>
        </p:sp>
        <p:pic>
          <p:nvPicPr>
            <p:cNvPr id="14" name="Bildobjekt 13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3399" y="6065413"/>
              <a:ext cx="1674742" cy="688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41697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: Colum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1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5048"/>
          <a:stretch/>
        </p:blipFill>
        <p:spPr>
          <a:xfrm>
            <a:off x="-49348" y="0"/>
            <a:ext cx="11101818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0799" y="460800"/>
            <a:ext cx="11123480" cy="2286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3200400"/>
            <a:ext cx="10766796" cy="8640000"/>
          </a:xfrm>
        </p:spPr>
        <p:txBody>
          <a:bodyPr/>
          <a:lstStyle>
            <a:lvl1pPr>
              <a:defRPr sz="4399"/>
            </a:lvl1pPr>
            <a:lvl2pPr>
              <a:defRPr sz="3599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3599"/>
            </a:lvl6pPr>
            <a:lvl7pPr>
              <a:defRPr sz="3599"/>
            </a:lvl7pPr>
            <a:lvl8pPr>
              <a:defRPr sz="3599"/>
            </a:lvl8pPr>
            <a:lvl9pPr>
              <a:defRPr sz="35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5675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Left purple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198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2124000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72638" y="2321519"/>
            <a:ext cx="8828591" cy="2578766"/>
          </a:xfrm>
          <a:prstGeom prst="roundRect">
            <a:avLst>
              <a:gd name="adj" fmla="val 9587"/>
            </a:avLst>
          </a:prstGeom>
        </p:spPr>
        <p:txBody>
          <a:bodyPr vert="horz" lIns="182833" tIns="91416" rIns="182833" bIns="91416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6799" dirty="0"/>
          </a:p>
        </p:txBody>
      </p:sp>
    </p:spTree>
    <p:extLst>
      <p:ext uri="{BB962C8B-B14F-4D97-AF65-F5344CB8AC3E}">
        <p14:creationId xmlns:p14="http://schemas.microsoft.com/office/powerpoint/2010/main" val="3160401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Left purple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7146032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37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Right purple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med rundat hörn 9"/>
          <p:cNvSpPr/>
          <p:nvPr userDrawn="1"/>
        </p:nvSpPr>
        <p:spPr bwMode="auto">
          <a:xfrm flipH="1" flipV="1">
            <a:off x="13915214" y="180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3609" y="1961456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7619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Right purple primary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ktangel med rundat hörn 9"/>
          <p:cNvSpPr/>
          <p:nvPr userDrawn="1"/>
        </p:nvSpPr>
        <p:spPr bwMode="auto">
          <a:xfrm flipH="1" flipV="1">
            <a:off x="13915214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52D8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6313" y="7218400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9032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left green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198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00B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2124000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72638" y="2321519"/>
            <a:ext cx="8828591" cy="2578766"/>
          </a:xfrm>
          <a:prstGeom prst="roundRect">
            <a:avLst>
              <a:gd name="adj" fmla="val 9587"/>
            </a:avLst>
          </a:prstGeom>
        </p:spPr>
        <p:txBody>
          <a:bodyPr vert="horz" lIns="182833" tIns="91416" rIns="182833" bIns="91416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6799" dirty="0"/>
          </a:p>
        </p:txBody>
      </p:sp>
    </p:spTree>
    <p:extLst>
      <p:ext uri="{BB962C8B-B14F-4D97-AF65-F5344CB8AC3E}">
        <p14:creationId xmlns:p14="http://schemas.microsoft.com/office/powerpoint/2010/main" val="11296096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left green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00B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7146032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756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right green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med rundat hörn 9"/>
          <p:cNvSpPr/>
          <p:nvPr userDrawn="1"/>
        </p:nvSpPr>
        <p:spPr bwMode="auto">
          <a:xfrm flipH="1" flipV="1">
            <a:off x="13915214" y="180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00B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3609" y="1961456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40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right green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ktangel med rundat hörn 9"/>
          <p:cNvSpPr/>
          <p:nvPr userDrawn="1"/>
        </p:nvSpPr>
        <p:spPr bwMode="auto">
          <a:xfrm flipH="1" flipV="1">
            <a:off x="13915214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00B48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6313" y="7218400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77884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left grey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198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C6F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2124000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72638" y="2321519"/>
            <a:ext cx="8828591" cy="2578766"/>
          </a:xfrm>
          <a:prstGeom prst="roundRect">
            <a:avLst>
              <a:gd name="adj" fmla="val 9587"/>
            </a:avLst>
          </a:prstGeom>
        </p:spPr>
        <p:txBody>
          <a:bodyPr vert="horz" lIns="182833" tIns="91416" rIns="182833" bIns="91416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6799" dirty="0"/>
          </a:p>
        </p:txBody>
      </p:sp>
    </p:spTree>
    <p:extLst>
      <p:ext uri="{BB962C8B-B14F-4D97-AF65-F5344CB8AC3E}">
        <p14:creationId xmlns:p14="http://schemas.microsoft.com/office/powerpoint/2010/main" val="31257631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left grey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C6F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7146032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0102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right grey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med rundat hörn 9"/>
          <p:cNvSpPr/>
          <p:nvPr userDrawn="1"/>
        </p:nvSpPr>
        <p:spPr bwMode="auto">
          <a:xfrm flipH="1" flipV="1">
            <a:off x="13915214" y="180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C6F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3609" y="1961456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rgbClr val="C7C2BA"/>
                </a:solidFill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900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right grey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yyyy-mm-dd or Month dd, yyyy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AB868-074F-4CE9-A6E9-A247B98108C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ktangel med rundat hörn 9"/>
          <p:cNvSpPr/>
          <p:nvPr userDrawn="1"/>
        </p:nvSpPr>
        <p:spPr bwMode="auto">
          <a:xfrm flipH="1" flipV="1">
            <a:off x="13915214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rgbClr val="6C6F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6313" y="7218400"/>
            <a:ext cx="9837438" cy="3240000"/>
          </a:xfrm>
        </p:spPr>
        <p:txBody>
          <a:bodyPr/>
          <a:lstStyle>
            <a:lvl1pPr>
              <a:defRPr sz="6799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90187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left white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1980000"/>
            <a:ext cx="10557250" cy="3960460"/>
          </a:xfrm>
          <a:prstGeom prst="round1Rect">
            <a:avLst>
              <a:gd name="adj" fmla="val 710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2124000"/>
            <a:ext cx="9837438" cy="3240000"/>
          </a:xfrm>
        </p:spPr>
        <p:txBody>
          <a:bodyPr/>
          <a:lstStyle>
            <a:lvl1pPr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799" kern="1200" baseline="0" dirty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72638" y="2321519"/>
            <a:ext cx="8828591" cy="2578766"/>
          </a:xfrm>
          <a:prstGeom prst="roundRect">
            <a:avLst>
              <a:gd name="adj" fmla="val 9587"/>
            </a:avLst>
          </a:prstGeom>
        </p:spPr>
        <p:txBody>
          <a:bodyPr vert="horz" lIns="182833" tIns="91416" rIns="182833" bIns="91416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6799" dirty="0"/>
          </a:p>
        </p:txBody>
      </p:sp>
    </p:spTree>
    <p:extLst>
      <p:ext uri="{BB962C8B-B14F-4D97-AF65-F5344CB8AC3E}">
        <p14:creationId xmlns:p14="http://schemas.microsoft.com/office/powerpoint/2010/main" val="34508298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left white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ktangel med rundat hörn 9"/>
          <p:cNvSpPr/>
          <p:nvPr userDrawn="1"/>
        </p:nvSpPr>
        <p:spPr bwMode="auto">
          <a:xfrm flipV="1">
            <a:off x="-1353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8574" y="7146032"/>
            <a:ext cx="9837438" cy="3240000"/>
          </a:xfrm>
        </p:spPr>
        <p:txBody>
          <a:bodyPr/>
          <a:lstStyle>
            <a:lvl1pPr>
              <a:defRPr lang="en-GB" sz="6799" kern="1200" baseline="0" dirty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10284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: right white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med rundat hörn 9"/>
          <p:cNvSpPr/>
          <p:nvPr userDrawn="1"/>
        </p:nvSpPr>
        <p:spPr bwMode="auto">
          <a:xfrm flipH="1" flipV="1">
            <a:off x="13915214" y="1800000"/>
            <a:ext cx="10557250" cy="3960460"/>
          </a:xfrm>
          <a:prstGeom prst="round1Rect">
            <a:avLst>
              <a:gd name="adj" fmla="val 710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53609" y="1961456"/>
            <a:ext cx="9837438" cy="3240000"/>
          </a:xfrm>
        </p:spPr>
        <p:txBody>
          <a:bodyPr/>
          <a:lstStyle>
            <a:lvl1pPr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799" kern="1200" baseline="0" dirty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8151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: right white occasional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dirty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ktangel med rundat hörn 9"/>
          <p:cNvSpPr/>
          <p:nvPr userDrawn="1"/>
        </p:nvSpPr>
        <p:spPr bwMode="auto">
          <a:xfrm flipH="1" flipV="1">
            <a:off x="13915214" y="7020000"/>
            <a:ext cx="10557250" cy="3960460"/>
          </a:xfrm>
          <a:prstGeom prst="round1Rect">
            <a:avLst>
              <a:gd name="adj" fmla="val 710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182833" tIns="91416" rIns="182833" bIns="91416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endParaRPr lang="en-GB" sz="3599" noProof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6313" y="7218400"/>
            <a:ext cx="9837438" cy="3240000"/>
          </a:xfrm>
        </p:spPr>
        <p:txBody>
          <a:bodyPr/>
          <a:lstStyle>
            <a:lvl1pPr algn="l" defTabSz="182843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6799" kern="1200" baseline="0" dirty="0">
                <a:solidFill>
                  <a:srgbClr val="652D8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46804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9842-AED1-4780-A0AD-1987AAF1D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7207" y="2244726"/>
            <a:ext cx="18283238" cy="4775200"/>
          </a:xfrm>
        </p:spPr>
        <p:txBody>
          <a:bodyPr anchor="b"/>
          <a:lstStyle>
            <a:lvl1pPr algn="ctr">
              <a:defRPr sz="11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2368E-DEF8-4355-B5F8-A8CB7C49B2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7207" y="7204076"/>
            <a:ext cx="18283238" cy="3311524"/>
          </a:xfrm>
        </p:spPr>
        <p:txBody>
          <a:bodyPr/>
          <a:lstStyle>
            <a:lvl1pPr marL="0" indent="0" algn="ctr">
              <a:buNone/>
              <a:defRPr sz="4799"/>
            </a:lvl1pPr>
            <a:lvl2pPr marL="914217" indent="0" algn="ctr">
              <a:buNone/>
              <a:defRPr sz="3999"/>
            </a:lvl2pPr>
            <a:lvl3pPr marL="1828434" indent="0" algn="ctr">
              <a:buNone/>
              <a:defRPr sz="3599"/>
            </a:lvl3pPr>
            <a:lvl4pPr marL="2742651" indent="0" algn="ctr">
              <a:buNone/>
              <a:defRPr sz="3199"/>
            </a:lvl4pPr>
            <a:lvl5pPr marL="3656868" indent="0" algn="ctr">
              <a:buNone/>
              <a:defRPr sz="3199"/>
            </a:lvl5pPr>
            <a:lvl6pPr marL="4571085" indent="0" algn="ctr">
              <a:buNone/>
              <a:defRPr sz="3199"/>
            </a:lvl6pPr>
            <a:lvl7pPr marL="5485302" indent="0" algn="ctr">
              <a:buNone/>
              <a:defRPr sz="3199"/>
            </a:lvl7pPr>
            <a:lvl8pPr marL="6399519" indent="0" algn="ctr">
              <a:buNone/>
              <a:defRPr sz="3199"/>
            </a:lvl8pPr>
            <a:lvl9pPr marL="7313735" indent="0" algn="ctr">
              <a:buNone/>
              <a:defRPr sz="31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06C1-E118-43A5-B029-91A2C9522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03F8A-F7D0-4DC8-BE3A-A09211BAC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C908F-68B9-4A6D-BA59-E756E788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17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BA81-7B55-4C18-B6A5-E2456360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98177-32F7-45C3-8D3C-D647C2EB6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B889-D267-4F28-885B-3D5D8F07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A25F1-FB6E-4A32-9857-7C5E9880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305D2-23BB-42BB-9673-FB3B973A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790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F5921-45D3-483B-95EC-A33710431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267" y="3419477"/>
            <a:ext cx="21025723" cy="5705474"/>
          </a:xfrm>
        </p:spPr>
        <p:txBody>
          <a:bodyPr anchor="b"/>
          <a:lstStyle>
            <a:lvl1pPr>
              <a:defRPr sz="11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2B392-5B0C-4EE7-A472-FCB942CDD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267" y="9178927"/>
            <a:ext cx="21025723" cy="3000374"/>
          </a:xfrm>
        </p:spPr>
        <p:txBody>
          <a:bodyPr/>
          <a:lstStyle>
            <a:lvl1pPr marL="0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1pPr>
            <a:lvl2pPr marL="914217" indent="0">
              <a:buNone/>
              <a:defRPr sz="3999">
                <a:solidFill>
                  <a:schemeClr val="tx1">
                    <a:tint val="75000"/>
                  </a:schemeClr>
                </a:solidFill>
              </a:defRPr>
            </a:lvl2pPr>
            <a:lvl3pPr marL="1828434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3pPr>
            <a:lvl4pPr marL="2742651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4pPr>
            <a:lvl5pPr marL="3656868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5pPr>
            <a:lvl6pPr marL="4571085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6pPr>
            <a:lvl7pPr marL="5485302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7pPr>
            <a:lvl8pPr marL="6399519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8pPr>
            <a:lvl9pPr marL="7313735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E96BD-A247-4D35-B726-FB928F468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8ED2B-D3A1-43E0-BD02-3EF6F1C60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8E852-A599-400D-B9F3-C9CDE56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5062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1FA47-3989-47FF-9B3C-ED5A9138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92E3-013B-48C7-9864-26F3C3046B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5964" y="3651250"/>
            <a:ext cx="10360502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D50B6-4554-4328-A283-E9FB9E871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1185" y="3651250"/>
            <a:ext cx="10360502" cy="87026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068F1-46B6-4B70-A8CB-D8B6277D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6004A-D499-4F27-893D-E5A24ABB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FA31D-2DEB-4C47-8B96-25DF0DBB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768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874C-A52B-4C39-9497-CC792B41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38" y="730251"/>
            <a:ext cx="21025723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57BC8-3634-4EBE-9C4B-AE58BB944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140" y="3362326"/>
            <a:ext cx="10312887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217" indent="0">
              <a:buNone/>
              <a:defRPr sz="3999" b="1"/>
            </a:lvl2pPr>
            <a:lvl3pPr marL="1828434" indent="0">
              <a:buNone/>
              <a:defRPr sz="3599" b="1"/>
            </a:lvl3pPr>
            <a:lvl4pPr marL="2742651" indent="0">
              <a:buNone/>
              <a:defRPr sz="3199" b="1"/>
            </a:lvl4pPr>
            <a:lvl5pPr marL="3656868" indent="0">
              <a:buNone/>
              <a:defRPr sz="3199" b="1"/>
            </a:lvl5pPr>
            <a:lvl6pPr marL="4571085" indent="0">
              <a:buNone/>
              <a:defRPr sz="3199" b="1"/>
            </a:lvl6pPr>
            <a:lvl7pPr marL="5485302" indent="0">
              <a:buNone/>
              <a:defRPr sz="3199" b="1"/>
            </a:lvl7pPr>
            <a:lvl8pPr marL="6399519" indent="0">
              <a:buNone/>
              <a:defRPr sz="3199" b="1"/>
            </a:lvl8pPr>
            <a:lvl9pPr marL="7313735" indent="0">
              <a:buNone/>
              <a:defRPr sz="319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66D70-B94D-4A8E-86D7-9BCC6A322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140" y="5010150"/>
            <a:ext cx="10312887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4FE26-B2E1-4890-8045-CEA44269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1186" y="3362326"/>
            <a:ext cx="10363677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217" indent="0">
              <a:buNone/>
              <a:defRPr sz="3999" b="1"/>
            </a:lvl2pPr>
            <a:lvl3pPr marL="1828434" indent="0">
              <a:buNone/>
              <a:defRPr sz="3599" b="1"/>
            </a:lvl3pPr>
            <a:lvl4pPr marL="2742651" indent="0">
              <a:buNone/>
              <a:defRPr sz="3199" b="1"/>
            </a:lvl4pPr>
            <a:lvl5pPr marL="3656868" indent="0">
              <a:buNone/>
              <a:defRPr sz="3199" b="1"/>
            </a:lvl5pPr>
            <a:lvl6pPr marL="4571085" indent="0">
              <a:buNone/>
              <a:defRPr sz="3199" b="1"/>
            </a:lvl6pPr>
            <a:lvl7pPr marL="5485302" indent="0">
              <a:buNone/>
              <a:defRPr sz="3199" b="1"/>
            </a:lvl7pPr>
            <a:lvl8pPr marL="6399519" indent="0">
              <a:buNone/>
              <a:defRPr sz="3199" b="1"/>
            </a:lvl8pPr>
            <a:lvl9pPr marL="7313735" indent="0">
              <a:buNone/>
              <a:defRPr sz="319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0C1D4-9C19-4104-803F-AD7C27ADC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1186" y="5010150"/>
            <a:ext cx="10363677" cy="736917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37F3C7-6AD8-44FA-8BEE-642D5CF98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876A94-C525-491B-81B3-2AC1B52E2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7B8D1-BE4B-4066-9784-D66DB83B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186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C421-62D7-4573-8ED0-28BFA4B3D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E3EFB5-163E-426D-A44B-819A6D87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5D8939-BB32-48A3-B0AE-49C8E353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0DC62-1A7C-4CB6-872E-D5D03E43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86295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1E57A-4488-400B-AEB0-DD78B1E38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DD435-9EED-450D-A972-62C66A9CA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4C4F5-AC45-4E57-AF4B-A88858FA4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23356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6E65-6E08-4CC6-893A-A9780B86B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39" y="914400"/>
            <a:ext cx="7862426" cy="3200400"/>
          </a:xfrm>
        </p:spPr>
        <p:txBody>
          <a:bodyPr anchor="b"/>
          <a:lstStyle>
            <a:lvl1pPr>
              <a:defRPr sz="6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0F51-5088-4F87-B2AA-E98148FE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677" y="1974851"/>
            <a:ext cx="12341186" cy="9747250"/>
          </a:xfrm>
        </p:spPr>
        <p:txBody>
          <a:bodyPr/>
          <a:lstStyle>
            <a:lvl1pPr>
              <a:defRPr sz="6399"/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06439-C0E7-4FCB-BE6C-CA0519198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139" y="4114800"/>
            <a:ext cx="7862426" cy="7623176"/>
          </a:xfrm>
        </p:spPr>
        <p:txBody>
          <a:bodyPr/>
          <a:lstStyle>
            <a:lvl1pPr marL="0" indent="0">
              <a:buNone/>
              <a:defRPr sz="3199"/>
            </a:lvl1pPr>
            <a:lvl2pPr marL="914217" indent="0">
              <a:buNone/>
              <a:defRPr sz="2800"/>
            </a:lvl2pPr>
            <a:lvl3pPr marL="1828434" indent="0">
              <a:buNone/>
              <a:defRPr sz="2400"/>
            </a:lvl3pPr>
            <a:lvl4pPr marL="2742651" indent="0">
              <a:buNone/>
              <a:defRPr sz="2000"/>
            </a:lvl4pPr>
            <a:lvl5pPr marL="3656868" indent="0">
              <a:buNone/>
              <a:defRPr sz="2000"/>
            </a:lvl5pPr>
            <a:lvl6pPr marL="4571085" indent="0">
              <a:buNone/>
              <a:defRPr sz="2000"/>
            </a:lvl6pPr>
            <a:lvl7pPr marL="5485302" indent="0">
              <a:buNone/>
              <a:defRPr sz="2000"/>
            </a:lvl7pPr>
            <a:lvl8pPr marL="6399519" indent="0">
              <a:buNone/>
              <a:defRPr sz="2000"/>
            </a:lvl8pPr>
            <a:lvl9pPr marL="7313735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67A30-FE8C-4203-BDF9-9BFAF4514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12F3F-B6F7-426C-B214-1C542506B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805F3-A2C2-4F2E-857D-D856C3CB3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78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08D2-3EC1-41B7-9227-D729460FF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139" y="914400"/>
            <a:ext cx="7862426" cy="3200400"/>
          </a:xfrm>
        </p:spPr>
        <p:txBody>
          <a:bodyPr anchor="b"/>
          <a:lstStyle>
            <a:lvl1pPr>
              <a:defRPr sz="63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E493-F01F-461B-8340-E35044F52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3677" y="1974851"/>
            <a:ext cx="12341186" cy="9747250"/>
          </a:xfrm>
        </p:spPr>
        <p:txBody>
          <a:bodyPr/>
          <a:lstStyle>
            <a:lvl1pPr marL="0" indent="0">
              <a:buNone/>
              <a:defRPr sz="6399"/>
            </a:lvl1pPr>
            <a:lvl2pPr marL="914217" indent="0">
              <a:buNone/>
              <a:defRPr sz="5599"/>
            </a:lvl2pPr>
            <a:lvl3pPr marL="1828434" indent="0">
              <a:buNone/>
              <a:defRPr sz="4799"/>
            </a:lvl3pPr>
            <a:lvl4pPr marL="2742651" indent="0">
              <a:buNone/>
              <a:defRPr sz="3999"/>
            </a:lvl4pPr>
            <a:lvl5pPr marL="3656868" indent="0">
              <a:buNone/>
              <a:defRPr sz="3999"/>
            </a:lvl5pPr>
            <a:lvl6pPr marL="4571085" indent="0">
              <a:buNone/>
              <a:defRPr sz="3999"/>
            </a:lvl6pPr>
            <a:lvl7pPr marL="5485302" indent="0">
              <a:buNone/>
              <a:defRPr sz="3999"/>
            </a:lvl7pPr>
            <a:lvl8pPr marL="6399519" indent="0">
              <a:buNone/>
              <a:defRPr sz="3999"/>
            </a:lvl8pPr>
            <a:lvl9pPr marL="7313735" indent="0">
              <a:buNone/>
              <a:defRPr sz="3999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DD3F8-309F-4BAE-9B97-A5A932AF49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139" y="4114800"/>
            <a:ext cx="7862426" cy="7623176"/>
          </a:xfrm>
        </p:spPr>
        <p:txBody>
          <a:bodyPr/>
          <a:lstStyle>
            <a:lvl1pPr marL="0" indent="0">
              <a:buNone/>
              <a:defRPr sz="3199"/>
            </a:lvl1pPr>
            <a:lvl2pPr marL="914217" indent="0">
              <a:buNone/>
              <a:defRPr sz="2800"/>
            </a:lvl2pPr>
            <a:lvl3pPr marL="1828434" indent="0">
              <a:buNone/>
              <a:defRPr sz="2400"/>
            </a:lvl3pPr>
            <a:lvl4pPr marL="2742651" indent="0">
              <a:buNone/>
              <a:defRPr sz="2000"/>
            </a:lvl4pPr>
            <a:lvl5pPr marL="3656868" indent="0">
              <a:buNone/>
              <a:defRPr sz="2000"/>
            </a:lvl5pPr>
            <a:lvl6pPr marL="4571085" indent="0">
              <a:buNone/>
              <a:defRPr sz="2000"/>
            </a:lvl6pPr>
            <a:lvl7pPr marL="5485302" indent="0">
              <a:buNone/>
              <a:defRPr sz="2000"/>
            </a:lvl7pPr>
            <a:lvl8pPr marL="6399519" indent="0">
              <a:buNone/>
              <a:defRPr sz="2000"/>
            </a:lvl8pPr>
            <a:lvl9pPr marL="7313735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11C4F-9BF7-4232-90C8-4B99278F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C3DD4-4B2A-481D-9601-ECD11A464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D4A86E-B189-4104-A869-0E2984609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6575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929F3-A8F1-498D-9945-BAB605AA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AD56C-BDC2-4BFE-B986-FA598A071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3058B-2B3A-4AF1-8D13-3FE668120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8FB9C-5982-4EBD-A492-76892993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EACDB-F389-4C56-B0C1-C418F3B4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184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13F35-1A56-4F8D-B16D-DA5476850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5255" y="730250"/>
            <a:ext cx="5256431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49D777-F0C9-4EAF-AB06-5E9E5F91F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5964" y="730250"/>
            <a:ext cx="15464571" cy="1162367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5F89-D6CB-4166-A746-D7FBCCF67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CB549-2998-4818-9D12-6AB8AC0C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14DC0-54DE-4724-A94D-632A65D08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811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5" y="4260853"/>
            <a:ext cx="20721003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6648" y="7772400"/>
            <a:ext cx="17064355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8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7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6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3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2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972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7871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67" y="8813803"/>
            <a:ext cx="20721003" cy="2724150"/>
          </a:xfrm>
        </p:spPr>
        <p:txBody>
          <a:bodyPr anchor="t"/>
          <a:lstStyle>
            <a:lvl1pPr algn="l">
              <a:defRPr sz="1066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5667" y="5813427"/>
            <a:ext cx="20721003" cy="3000374"/>
          </a:xfrm>
        </p:spPr>
        <p:txBody>
          <a:bodyPr anchor="b"/>
          <a:lstStyle>
            <a:lvl1pPr marL="0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1pPr>
            <a:lvl2pPr marL="1218926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2pPr>
            <a:lvl3pPr marL="2437852" indent="0">
              <a:buNone/>
              <a:defRPr sz="4265">
                <a:solidFill>
                  <a:schemeClr val="tx1">
                    <a:tint val="75000"/>
                  </a:schemeClr>
                </a:solidFill>
              </a:defRPr>
            </a:lvl3pPr>
            <a:lvl4pPr marL="36567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570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462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3553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247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1404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54541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2400303"/>
            <a:ext cx="10766796" cy="6788150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2400303"/>
            <a:ext cx="10766796" cy="6788150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593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549278"/>
            <a:ext cx="21939885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4" y="3070227"/>
            <a:ext cx="1077102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4" y="4349750"/>
            <a:ext cx="1077102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3514" y="3070227"/>
            <a:ext cx="1077525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3514" y="4349750"/>
            <a:ext cx="1077525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5847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9440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3886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7" y="546099"/>
            <a:ext cx="8020079" cy="2324102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985" y="546105"/>
            <a:ext cx="13627784" cy="11706226"/>
          </a:xfrm>
        </p:spPr>
        <p:txBody>
          <a:bodyPr/>
          <a:lstStyle>
            <a:lvl1pPr>
              <a:defRPr sz="8533"/>
            </a:lvl1pPr>
            <a:lvl2pPr>
              <a:defRPr sz="7464"/>
            </a:lvl2pPr>
            <a:lvl3pPr>
              <a:defRPr sz="6399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7" y="2870205"/>
            <a:ext cx="8020079" cy="93821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9779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90" y="9601201"/>
            <a:ext cx="14626590" cy="1133478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8190" y="1225550"/>
            <a:ext cx="14626590" cy="8229600"/>
          </a:xfrm>
        </p:spPr>
        <p:txBody>
          <a:bodyPr/>
          <a:lstStyle>
            <a:lvl1pPr marL="0" indent="0">
              <a:buNone/>
              <a:defRPr sz="8533"/>
            </a:lvl1pPr>
            <a:lvl2pPr marL="1218926" indent="0">
              <a:buNone/>
              <a:defRPr sz="7464"/>
            </a:lvl2pPr>
            <a:lvl3pPr marL="2437852" indent="0">
              <a:buNone/>
              <a:defRPr sz="6399"/>
            </a:lvl3pPr>
            <a:lvl4pPr marL="3656776" indent="0">
              <a:buNone/>
              <a:defRPr sz="5333"/>
            </a:lvl4pPr>
            <a:lvl5pPr marL="4875702" indent="0">
              <a:buNone/>
              <a:defRPr sz="5333"/>
            </a:lvl5pPr>
            <a:lvl6pPr marL="6094628" indent="0">
              <a:buNone/>
              <a:defRPr sz="5333"/>
            </a:lvl6pPr>
            <a:lvl7pPr marL="7313553" indent="0">
              <a:buNone/>
              <a:defRPr sz="5333"/>
            </a:lvl7pPr>
            <a:lvl8pPr marL="8532478" indent="0">
              <a:buNone/>
              <a:defRPr sz="5333"/>
            </a:lvl8pPr>
            <a:lvl9pPr marL="9751404" indent="0">
              <a:buNone/>
              <a:defRPr sz="53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8190" y="10734677"/>
            <a:ext cx="14626590" cy="16097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49178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12460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3796" y="412751"/>
            <a:ext cx="5484972" cy="87757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3" y="412751"/>
            <a:ext cx="16048619" cy="877570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76023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10" y="460800"/>
            <a:ext cx="18811100" cy="4471200"/>
          </a:xfrm>
        </p:spPr>
        <p:txBody>
          <a:bodyPr anchor="b" anchorCtr="0"/>
          <a:lstStyle>
            <a:lvl1pPr>
              <a:defRPr sz="7198" baseline="0">
                <a:solidFill>
                  <a:srgbClr val="652D8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295663" y="5129920"/>
            <a:ext cx="18619150" cy="1008000"/>
          </a:xfrm>
        </p:spPr>
        <p:txBody>
          <a:bodyPr anchor="ctr"/>
          <a:lstStyle>
            <a:lvl1pPr marL="0" indent="0">
              <a:buNone/>
              <a:defRPr lang="en-US" sz="47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295665" y="6281936"/>
            <a:ext cx="18688932" cy="25920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19947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5" y="4260859"/>
            <a:ext cx="20721003" cy="29400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6648" y="7772400"/>
            <a:ext cx="17064355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8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7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6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3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2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30096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69592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67" y="8813807"/>
            <a:ext cx="20721003" cy="2724150"/>
          </a:xfrm>
        </p:spPr>
        <p:txBody>
          <a:bodyPr anchor="t"/>
          <a:lstStyle>
            <a:lvl1pPr algn="l">
              <a:defRPr sz="10664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5667" y="5813427"/>
            <a:ext cx="20721003" cy="3000374"/>
          </a:xfrm>
        </p:spPr>
        <p:txBody>
          <a:bodyPr anchor="b"/>
          <a:lstStyle>
            <a:lvl1pPr marL="0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1pPr>
            <a:lvl2pPr marL="1218926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2pPr>
            <a:lvl3pPr marL="2437852" indent="0">
              <a:buNone/>
              <a:defRPr sz="4265">
                <a:solidFill>
                  <a:schemeClr val="tx1">
                    <a:tint val="75000"/>
                  </a:schemeClr>
                </a:solidFill>
              </a:defRPr>
            </a:lvl3pPr>
            <a:lvl4pPr marL="36567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570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462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3553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247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1404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4715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3200407"/>
            <a:ext cx="10766796" cy="9051926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3200407"/>
            <a:ext cx="10766796" cy="9051926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5320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4" y="3070231"/>
            <a:ext cx="1077102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4" y="4349750"/>
            <a:ext cx="1077102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3524" y="3070231"/>
            <a:ext cx="1077525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3524" y="4349750"/>
            <a:ext cx="1077525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9312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3183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8870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97" y="546103"/>
            <a:ext cx="8020079" cy="2324102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985" y="546109"/>
            <a:ext cx="13627784" cy="11706226"/>
          </a:xfrm>
        </p:spPr>
        <p:txBody>
          <a:bodyPr/>
          <a:lstStyle>
            <a:lvl1pPr>
              <a:defRPr sz="8533"/>
            </a:lvl1pPr>
            <a:lvl2pPr>
              <a:defRPr sz="7464"/>
            </a:lvl2pPr>
            <a:lvl3pPr>
              <a:defRPr sz="6399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97" y="2870209"/>
            <a:ext cx="8020079" cy="93821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11283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90" y="9601203"/>
            <a:ext cx="14626590" cy="1133478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8190" y="1225550"/>
            <a:ext cx="14626590" cy="8229600"/>
          </a:xfrm>
        </p:spPr>
        <p:txBody>
          <a:bodyPr/>
          <a:lstStyle>
            <a:lvl1pPr marL="0" indent="0">
              <a:buNone/>
              <a:defRPr sz="8533"/>
            </a:lvl1pPr>
            <a:lvl2pPr marL="1218926" indent="0">
              <a:buNone/>
              <a:defRPr sz="7464"/>
            </a:lvl2pPr>
            <a:lvl3pPr marL="2437852" indent="0">
              <a:buNone/>
              <a:defRPr sz="6399"/>
            </a:lvl3pPr>
            <a:lvl4pPr marL="3656776" indent="0">
              <a:buNone/>
              <a:defRPr sz="5333"/>
            </a:lvl4pPr>
            <a:lvl5pPr marL="4875702" indent="0">
              <a:buNone/>
              <a:defRPr sz="5333"/>
            </a:lvl5pPr>
            <a:lvl6pPr marL="6094628" indent="0">
              <a:buNone/>
              <a:defRPr sz="5333"/>
            </a:lvl6pPr>
            <a:lvl7pPr marL="7313553" indent="0">
              <a:buNone/>
              <a:defRPr sz="5333"/>
            </a:lvl7pPr>
            <a:lvl8pPr marL="8532478" indent="0">
              <a:buNone/>
              <a:defRPr sz="5333"/>
            </a:lvl8pPr>
            <a:lvl9pPr marL="9751404" indent="0">
              <a:buNone/>
              <a:defRPr sz="5333"/>
            </a:lvl9pPr>
          </a:lstStyle>
          <a:p>
            <a:r>
              <a:rPr lang="en-US"/>
              <a:t>Click icon to add picture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8190" y="10734683"/>
            <a:ext cx="14626590" cy="16097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8730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23045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3796" y="549281"/>
            <a:ext cx="5484972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3" y="549281"/>
            <a:ext cx="16048619" cy="117030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1257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hite 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310" y="460800"/>
            <a:ext cx="18811100" cy="4471200"/>
          </a:xfrm>
        </p:spPr>
        <p:txBody>
          <a:bodyPr anchor="b" anchorCtr="0"/>
          <a:lstStyle>
            <a:lvl1pPr>
              <a:defRPr sz="7198" baseline="0">
                <a:solidFill>
                  <a:srgbClr val="652D8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Internal Relation Identifier 0.1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algn="l" defTabSz="1828434" rtl="0" eaLnBrk="1" latinLnBrk="0" hangingPunct="1">
              <a:defRPr lang="en-US" sz="1800" kern="1200" baseline="0" smtClean="0">
                <a:solidFill>
                  <a:srgbClr val="C7C2BA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1295663" y="5129920"/>
            <a:ext cx="18619150" cy="1008000"/>
          </a:xfrm>
        </p:spPr>
        <p:txBody>
          <a:bodyPr anchor="ctr"/>
          <a:lstStyle>
            <a:lvl1pPr marL="0" indent="0">
              <a:buNone/>
              <a:defRPr lang="en-US" sz="47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1295665" y="6281936"/>
            <a:ext cx="18688932" cy="2592000"/>
          </a:xfrm>
        </p:spPr>
        <p:txBody>
          <a:bodyPr anchor="t"/>
          <a:lstStyle>
            <a:lvl1pPr marL="0" indent="0">
              <a:buNone/>
              <a:defRPr lang="en-US" sz="3199" kern="1200" baseline="0" dirty="0" smtClean="0">
                <a:solidFill>
                  <a:srgbClr val="6C6F70"/>
                </a:solidFill>
                <a:latin typeface="+mn-lt"/>
                <a:ea typeface="+mn-ea"/>
                <a:cs typeface="+mn-cs"/>
              </a:defRPr>
            </a:lvl1pPr>
            <a:lvl2pPr marL="712658" indent="0">
              <a:buNone/>
              <a:defRPr/>
            </a:lvl2pPr>
            <a:lvl3pPr marL="1670066" indent="0">
              <a:buNone/>
              <a:defRPr/>
            </a:lvl3pPr>
            <a:lvl4pPr marL="2494301" indent="0">
              <a:buNone/>
              <a:defRPr/>
            </a:lvl4pPr>
            <a:lvl5pPr marL="3304139" indent="0">
              <a:buNone/>
              <a:defRPr/>
            </a:lvl5pPr>
          </a:lstStyle>
          <a:p>
            <a:pPr marL="0" lvl="0" indent="0" algn="l" defTabSz="1828434" rtl="0" eaLnBrk="1" latinLnBrk="0" hangingPunct="1">
              <a:lnSpc>
                <a:spcPct val="95000"/>
              </a:lnSpc>
              <a:spcBef>
                <a:spcPts val="2112"/>
              </a:spcBef>
              <a:spcAft>
                <a:spcPts val="1583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844657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325" y="4260853"/>
            <a:ext cx="20721003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6648" y="7772400"/>
            <a:ext cx="17064355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89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378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56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7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94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313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5324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75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08939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5010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67" y="8813803"/>
            <a:ext cx="20721003" cy="2724150"/>
          </a:xfrm>
        </p:spPr>
        <p:txBody>
          <a:bodyPr anchor="t"/>
          <a:lstStyle>
            <a:lvl1pPr algn="l">
              <a:defRPr sz="10664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5667" y="5813427"/>
            <a:ext cx="20721003" cy="3000374"/>
          </a:xfrm>
        </p:spPr>
        <p:txBody>
          <a:bodyPr anchor="b"/>
          <a:lstStyle>
            <a:lvl1pPr marL="0" indent="0">
              <a:buNone/>
              <a:defRPr sz="5333">
                <a:solidFill>
                  <a:schemeClr val="tx1">
                    <a:tint val="75000"/>
                  </a:schemeClr>
                </a:solidFill>
              </a:defRPr>
            </a:lvl1pPr>
            <a:lvl2pPr marL="1218926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2pPr>
            <a:lvl3pPr marL="2437852" indent="0">
              <a:buNone/>
              <a:defRPr sz="4265">
                <a:solidFill>
                  <a:schemeClr val="tx1">
                    <a:tint val="75000"/>
                  </a:schemeClr>
                </a:solidFill>
              </a:defRPr>
            </a:lvl3pPr>
            <a:lvl4pPr marL="3656776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4pPr>
            <a:lvl5pPr marL="4875702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5pPr>
            <a:lvl6pPr marL="609462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6pPr>
            <a:lvl7pPr marL="7313553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7pPr>
            <a:lvl8pPr marL="8532478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8pPr>
            <a:lvl9pPr marL="9751404" indent="0">
              <a:buNone/>
              <a:defRPr sz="3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54975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2400303"/>
            <a:ext cx="10766796" cy="6788150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1972" y="2400303"/>
            <a:ext cx="10766796" cy="6788150"/>
          </a:xfrm>
        </p:spPr>
        <p:txBody>
          <a:bodyPr/>
          <a:lstStyle>
            <a:lvl1pPr>
              <a:defRPr sz="7464"/>
            </a:lvl1pPr>
            <a:lvl2pPr>
              <a:defRPr sz="6399"/>
            </a:lvl2pPr>
            <a:lvl3pPr>
              <a:defRPr sz="5333"/>
            </a:lvl3pPr>
            <a:lvl4pPr>
              <a:defRPr sz="4799"/>
            </a:lvl4pPr>
            <a:lvl5pPr>
              <a:defRPr sz="4799"/>
            </a:lvl5pPr>
            <a:lvl6pPr>
              <a:defRPr sz="4799"/>
            </a:lvl6pPr>
            <a:lvl7pPr>
              <a:defRPr sz="4799"/>
            </a:lvl7pPr>
            <a:lvl8pPr>
              <a:defRPr sz="4799"/>
            </a:lvl8pPr>
            <a:lvl9pPr>
              <a:defRPr sz="4799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26666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3" y="549278"/>
            <a:ext cx="21939885" cy="2286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4" y="3070227"/>
            <a:ext cx="1077102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4" y="4349750"/>
            <a:ext cx="1077102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83514" y="3070227"/>
            <a:ext cx="10775259" cy="1279526"/>
          </a:xfrm>
        </p:spPr>
        <p:txBody>
          <a:bodyPr anchor="b"/>
          <a:lstStyle>
            <a:lvl1pPr marL="0" indent="0">
              <a:buNone/>
              <a:defRPr sz="6399" b="1"/>
            </a:lvl1pPr>
            <a:lvl2pPr marL="1218926" indent="0">
              <a:buNone/>
              <a:defRPr sz="5333" b="1"/>
            </a:lvl2pPr>
            <a:lvl3pPr marL="2437852" indent="0">
              <a:buNone/>
              <a:defRPr sz="4799" b="1"/>
            </a:lvl3pPr>
            <a:lvl4pPr marL="3656776" indent="0">
              <a:buNone/>
              <a:defRPr sz="4265" b="1"/>
            </a:lvl4pPr>
            <a:lvl5pPr marL="4875702" indent="0">
              <a:buNone/>
              <a:defRPr sz="4265" b="1"/>
            </a:lvl5pPr>
            <a:lvl6pPr marL="6094628" indent="0">
              <a:buNone/>
              <a:defRPr sz="4265" b="1"/>
            </a:lvl6pPr>
            <a:lvl7pPr marL="7313553" indent="0">
              <a:buNone/>
              <a:defRPr sz="4265" b="1"/>
            </a:lvl7pPr>
            <a:lvl8pPr marL="8532478" indent="0">
              <a:buNone/>
              <a:defRPr sz="4265" b="1"/>
            </a:lvl8pPr>
            <a:lvl9pPr marL="9751404" indent="0">
              <a:buNone/>
              <a:defRPr sz="426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83514" y="4349750"/>
            <a:ext cx="10775259" cy="7902576"/>
          </a:xfrm>
        </p:spPr>
        <p:txBody>
          <a:bodyPr/>
          <a:lstStyle>
            <a:lvl1pPr>
              <a:defRPr sz="6399"/>
            </a:lvl1pPr>
            <a:lvl2pPr>
              <a:defRPr sz="5333"/>
            </a:lvl2pPr>
            <a:lvl3pPr>
              <a:defRPr sz="4799"/>
            </a:lvl3pPr>
            <a:lvl4pPr>
              <a:defRPr sz="4265"/>
            </a:lvl4pPr>
            <a:lvl5pPr>
              <a:defRPr sz="4265"/>
            </a:lvl5pPr>
            <a:lvl6pPr>
              <a:defRPr sz="4265"/>
            </a:lvl6pPr>
            <a:lvl7pPr>
              <a:defRPr sz="4265"/>
            </a:lvl7pPr>
            <a:lvl8pPr>
              <a:defRPr sz="4265"/>
            </a:lvl8pPr>
            <a:lvl9pPr>
              <a:defRPr sz="426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8875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59780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94764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7" y="546099"/>
            <a:ext cx="8020079" cy="2324102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30985" y="546105"/>
            <a:ext cx="13627784" cy="11706226"/>
          </a:xfrm>
        </p:spPr>
        <p:txBody>
          <a:bodyPr/>
          <a:lstStyle>
            <a:lvl1pPr>
              <a:defRPr sz="8533"/>
            </a:lvl1pPr>
            <a:lvl2pPr>
              <a:defRPr sz="7464"/>
            </a:lvl2pPr>
            <a:lvl3pPr>
              <a:defRPr sz="6399"/>
            </a:lvl3pPr>
            <a:lvl4pPr>
              <a:defRPr sz="5333"/>
            </a:lvl4pPr>
            <a:lvl5pPr>
              <a:defRPr sz="5333"/>
            </a:lvl5pPr>
            <a:lvl6pPr>
              <a:defRPr sz="5333"/>
            </a:lvl6pPr>
            <a:lvl7pPr>
              <a:defRPr sz="5333"/>
            </a:lvl7pPr>
            <a:lvl8pPr>
              <a:defRPr sz="5333"/>
            </a:lvl8pPr>
            <a:lvl9pPr>
              <a:defRPr sz="53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7" y="2870205"/>
            <a:ext cx="8020079" cy="93821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0091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8190" y="9601201"/>
            <a:ext cx="14626590" cy="1133478"/>
          </a:xfrm>
        </p:spPr>
        <p:txBody>
          <a:bodyPr anchor="b"/>
          <a:lstStyle>
            <a:lvl1pPr algn="l">
              <a:defRPr sz="5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778190" y="1225550"/>
            <a:ext cx="14626590" cy="8229600"/>
          </a:xfrm>
        </p:spPr>
        <p:txBody>
          <a:bodyPr/>
          <a:lstStyle>
            <a:lvl1pPr marL="0" indent="0">
              <a:buNone/>
              <a:defRPr sz="8533"/>
            </a:lvl1pPr>
            <a:lvl2pPr marL="1218926" indent="0">
              <a:buNone/>
              <a:defRPr sz="7464"/>
            </a:lvl2pPr>
            <a:lvl3pPr marL="2437852" indent="0">
              <a:buNone/>
              <a:defRPr sz="6399"/>
            </a:lvl3pPr>
            <a:lvl4pPr marL="3656776" indent="0">
              <a:buNone/>
              <a:defRPr sz="5333"/>
            </a:lvl4pPr>
            <a:lvl5pPr marL="4875702" indent="0">
              <a:buNone/>
              <a:defRPr sz="5333"/>
            </a:lvl5pPr>
            <a:lvl6pPr marL="6094628" indent="0">
              <a:buNone/>
              <a:defRPr sz="5333"/>
            </a:lvl6pPr>
            <a:lvl7pPr marL="7313553" indent="0">
              <a:buNone/>
              <a:defRPr sz="5333"/>
            </a:lvl7pPr>
            <a:lvl8pPr marL="8532478" indent="0">
              <a:buNone/>
              <a:defRPr sz="5333"/>
            </a:lvl8pPr>
            <a:lvl9pPr marL="9751404" indent="0">
              <a:buNone/>
              <a:defRPr sz="5333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78190" y="10734677"/>
            <a:ext cx="14626590" cy="1609726"/>
          </a:xfrm>
        </p:spPr>
        <p:txBody>
          <a:bodyPr/>
          <a:lstStyle>
            <a:lvl1pPr marL="0" indent="0">
              <a:buNone/>
              <a:defRPr sz="3733"/>
            </a:lvl1pPr>
            <a:lvl2pPr marL="1218926" indent="0">
              <a:buNone/>
              <a:defRPr sz="3199"/>
            </a:lvl2pPr>
            <a:lvl3pPr marL="2437852" indent="0">
              <a:buNone/>
              <a:defRPr sz="2666"/>
            </a:lvl3pPr>
            <a:lvl4pPr marL="3656776" indent="0">
              <a:buNone/>
              <a:defRPr sz="2400"/>
            </a:lvl4pPr>
            <a:lvl5pPr marL="4875702" indent="0">
              <a:buNone/>
              <a:defRPr sz="2400"/>
            </a:lvl5pPr>
            <a:lvl6pPr marL="6094628" indent="0">
              <a:buNone/>
              <a:defRPr sz="2400"/>
            </a:lvl6pPr>
            <a:lvl7pPr marL="7313553" indent="0">
              <a:buNone/>
              <a:defRPr sz="2400"/>
            </a:lvl7pPr>
            <a:lvl8pPr marL="8532478" indent="0">
              <a:buNone/>
              <a:defRPr sz="2400"/>
            </a:lvl8pPr>
            <a:lvl9pPr marL="9751404" indent="0">
              <a:buNone/>
              <a:defRPr sz="2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74413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13197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673796" y="412751"/>
            <a:ext cx="5484972" cy="87757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3" y="412751"/>
            <a:ext cx="16048619" cy="877570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11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549274"/>
            <a:ext cx="21939885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200407"/>
            <a:ext cx="21939885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3" y="12712705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9031" y="12712705"/>
            <a:ext cx="771958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0649" y="12712705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33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682" r:id="rId13"/>
    <p:sldLayoutId id="2147483683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0" r:id="rId21"/>
    <p:sldLayoutId id="2147483681" r:id="rId22"/>
    <p:sldLayoutId id="2147483691" r:id="rId23"/>
    <p:sldLayoutId id="2147483700" r:id="rId24"/>
    <p:sldLayoutId id="2147483692" r:id="rId25"/>
    <p:sldLayoutId id="2147483699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</p:sldLayoutIdLst>
  <p:hf sldNum="0" hdr="0" ftr="0" dt="0"/>
  <p:txStyles>
    <p:titleStyle>
      <a:lvl1pPr algn="ctr" defTabSz="2437852" rtl="0" eaLnBrk="1" latinLnBrk="0" hangingPunct="1">
        <a:spcBef>
          <a:spcPct val="0"/>
        </a:spcBef>
        <a:buNone/>
        <a:defRPr sz="1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195" indent="-914195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1pPr>
      <a:lvl2pPr marL="1980753" indent="-761827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7464" kern="1200">
          <a:solidFill>
            <a:schemeClr val="tx1"/>
          </a:solidFill>
          <a:latin typeface="+mn-lt"/>
          <a:ea typeface="+mn-ea"/>
          <a:cs typeface="+mn-cs"/>
        </a:defRPr>
      </a:lvl2pPr>
      <a:lvl3pPr marL="304731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239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5333" kern="1200">
          <a:solidFill>
            <a:schemeClr val="tx1"/>
          </a:solidFill>
          <a:latin typeface="+mn-lt"/>
          <a:ea typeface="+mn-ea"/>
          <a:cs typeface="+mn-cs"/>
        </a:defRPr>
      </a:lvl4pPr>
      <a:lvl5pPr marL="548516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»"/>
        <a:defRPr sz="5333" kern="1200">
          <a:solidFill>
            <a:schemeClr val="tx1"/>
          </a:solidFill>
          <a:latin typeface="+mn-lt"/>
          <a:ea typeface="+mn-ea"/>
          <a:cs typeface="+mn-cs"/>
        </a:defRPr>
      </a:lvl5pPr>
      <a:lvl6pPr marL="6704090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792301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141942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36086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92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85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77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70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62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553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47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1404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2C5BD-FB19-4022-B1BB-F589F4087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964" y="730251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A0AE8-8878-4766-84BB-733068E0A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1CC1-B823-4FA3-B227-70FD49F47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5964" y="12712701"/>
            <a:ext cx="54849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09901-6AB1-4DF8-820A-9DA9959160E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FF10-0D54-4B77-8615-8160D0C2AE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5097" y="12712701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9478A-79B1-4891-B296-6C6A9E523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6715" y="12712701"/>
            <a:ext cx="548497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01E3D-15DA-4A77-88BA-FAECC8B11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75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sz="87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08" indent="-457108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325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542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760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977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8193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0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7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5" indent="-457108" algn="l" defTabSz="1828434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5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2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519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5" algn="l" defTabSz="1828434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549278"/>
            <a:ext cx="21939885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200403"/>
            <a:ext cx="21939885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3" y="12712703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9031" y="12712703"/>
            <a:ext cx="771958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0649" y="12712703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942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</p:sldLayoutIdLst>
  <p:txStyles>
    <p:titleStyle>
      <a:lvl1pPr algn="ctr" defTabSz="2437852" rtl="0" eaLnBrk="1" latinLnBrk="0" hangingPunct="1">
        <a:spcBef>
          <a:spcPct val="0"/>
        </a:spcBef>
        <a:buNone/>
        <a:defRPr sz="1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195" indent="-914195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1pPr>
      <a:lvl2pPr marL="1980753" indent="-761827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7464" kern="1200">
          <a:solidFill>
            <a:schemeClr val="tx1"/>
          </a:solidFill>
          <a:latin typeface="+mn-lt"/>
          <a:ea typeface="+mn-ea"/>
          <a:cs typeface="+mn-cs"/>
        </a:defRPr>
      </a:lvl2pPr>
      <a:lvl3pPr marL="304731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239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5333" kern="1200">
          <a:solidFill>
            <a:schemeClr val="tx1"/>
          </a:solidFill>
          <a:latin typeface="+mn-lt"/>
          <a:ea typeface="+mn-ea"/>
          <a:cs typeface="+mn-cs"/>
        </a:defRPr>
      </a:lvl4pPr>
      <a:lvl5pPr marL="548516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»"/>
        <a:defRPr sz="5333" kern="1200">
          <a:solidFill>
            <a:schemeClr val="tx1"/>
          </a:solidFill>
          <a:latin typeface="+mn-lt"/>
          <a:ea typeface="+mn-ea"/>
          <a:cs typeface="+mn-cs"/>
        </a:defRPr>
      </a:lvl5pPr>
      <a:lvl6pPr marL="6704090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792301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141942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36086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92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85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77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70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62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553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47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1404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549274"/>
            <a:ext cx="21939885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200407"/>
            <a:ext cx="21939885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3" y="12712705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yyyy-mm-dd or Month dd, yyyy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9031" y="12712705"/>
            <a:ext cx="771958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Internal Relation Identifier 0.1 Draft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0649" y="12712705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AB868-074F-4CE9-A6E9-A247B98108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49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</p:sldLayoutIdLst>
  <p:hf sldNum="0" hdr="0" ftr="0" dt="0"/>
  <p:txStyles>
    <p:titleStyle>
      <a:lvl1pPr algn="ctr" defTabSz="2437852" rtl="0" eaLnBrk="1" latinLnBrk="0" hangingPunct="1">
        <a:spcBef>
          <a:spcPct val="0"/>
        </a:spcBef>
        <a:buNone/>
        <a:defRPr sz="1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195" indent="-914195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1pPr>
      <a:lvl2pPr marL="1980753" indent="-761827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7464" kern="1200">
          <a:solidFill>
            <a:schemeClr val="tx1"/>
          </a:solidFill>
          <a:latin typeface="+mn-lt"/>
          <a:ea typeface="+mn-ea"/>
          <a:cs typeface="+mn-cs"/>
        </a:defRPr>
      </a:lvl2pPr>
      <a:lvl3pPr marL="304731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239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5333" kern="1200">
          <a:solidFill>
            <a:schemeClr val="tx1"/>
          </a:solidFill>
          <a:latin typeface="+mn-lt"/>
          <a:ea typeface="+mn-ea"/>
          <a:cs typeface="+mn-cs"/>
        </a:defRPr>
      </a:lvl4pPr>
      <a:lvl5pPr marL="548516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»"/>
        <a:defRPr sz="5333" kern="1200">
          <a:solidFill>
            <a:schemeClr val="tx1"/>
          </a:solidFill>
          <a:latin typeface="+mn-lt"/>
          <a:ea typeface="+mn-ea"/>
          <a:cs typeface="+mn-cs"/>
        </a:defRPr>
      </a:lvl5pPr>
      <a:lvl6pPr marL="6704090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792301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141942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36086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92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85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77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70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62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553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47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1404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549278"/>
            <a:ext cx="21939885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3200403"/>
            <a:ext cx="21939885" cy="9051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3" y="12712703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8D852-46E3-4212-BCB0-913B336F65FD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9031" y="12712703"/>
            <a:ext cx="771958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470649" y="12712703"/>
            <a:ext cx="568811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FC8D0-7D5C-4E13-92B0-81CBDDBBF1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95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defTabSz="2437852" rtl="0" eaLnBrk="1" latinLnBrk="0" hangingPunct="1">
        <a:spcBef>
          <a:spcPct val="0"/>
        </a:spcBef>
        <a:buNone/>
        <a:defRPr sz="117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195" indent="-914195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8533" kern="1200">
          <a:solidFill>
            <a:schemeClr val="tx1"/>
          </a:solidFill>
          <a:latin typeface="+mn-lt"/>
          <a:ea typeface="+mn-ea"/>
          <a:cs typeface="+mn-cs"/>
        </a:defRPr>
      </a:lvl1pPr>
      <a:lvl2pPr marL="1980753" indent="-761827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7464" kern="1200">
          <a:solidFill>
            <a:schemeClr val="tx1"/>
          </a:solidFill>
          <a:latin typeface="+mn-lt"/>
          <a:ea typeface="+mn-ea"/>
          <a:cs typeface="+mn-cs"/>
        </a:defRPr>
      </a:lvl2pPr>
      <a:lvl3pPr marL="304731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6399" kern="1200">
          <a:solidFill>
            <a:schemeClr val="tx1"/>
          </a:solidFill>
          <a:latin typeface="+mn-lt"/>
          <a:ea typeface="+mn-ea"/>
          <a:cs typeface="+mn-cs"/>
        </a:defRPr>
      </a:lvl3pPr>
      <a:lvl4pPr marL="4266239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–"/>
        <a:defRPr sz="5333" kern="1200">
          <a:solidFill>
            <a:schemeClr val="tx1"/>
          </a:solidFill>
          <a:latin typeface="+mn-lt"/>
          <a:ea typeface="+mn-ea"/>
          <a:cs typeface="+mn-cs"/>
        </a:defRPr>
      </a:lvl4pPr>
      <a:lvl5pPr marL="5485164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»"/>
        <a:defRPr sz="5333" kern="1200">
          <a:solidFill>
            <a:schemeClr val="tx1"/>
          </a:solidFill>
          <a:latin typeface="+mn-lt"/>
          <a:ea typeface="+mn-ea"/>
          <a:cs typeface="+mn-cs"/>
        </a:defRPr>
      </a:lvl5pPr>
      <a:lvl6pPr marL="6704090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6pPr>
      <a:lvl7pPr marL="792301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7pPr>
      <a:lvl8pPr marL="9141942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8pPr>
      <a:lvl9pPr marL="10360866" indent="-609462" algn="l" defTabSz="2437852" rtl="0" eaLnBrk="1" latinLnBrk="0" hangingPunct="1">
        <a:spcBef>
          <a:spcPct val="20000"/>
        </a:spcBef>
        <a:buFont typeface="Arial" panose="020B0604020202020204" pitchFamily="34" charset="0"/>
        <a:buChar char="•"/>
        <a:defRPr sz="5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92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85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776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702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62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553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478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1404" algn="l" defTabSz="2437852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BFDAF4-F609-4BF5-A14E-085D722FCA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7" b="7897"/>
          <a:stretch/>
        </p:blipFill>
        <p:spPr>
          <a:xfrm>
            <a:off x="0" y="-2735"/>
            <a:ext cx="24420702" cy="13715770"/>
          </a:xfrm>
          <a:prstGeom prst="rect">
            <a:avLst/>
          </a:prstGeom>
        </p:spPr>
      </p:pic>
      <p:sp>
        <p:nvSpPr>
          <p:cNvPr id="10" name="Freeform 189">
            <a:extLst>
              <a:ext uri="{FF2B5EF4-FFF2-40B4-BE49-F238E27FC236}">
                <a16:creationId xmlns:a16="http://schemas.microsoft.com/office/drawing/2014/main" id="{8847B4FC-D092-4CB2-BA69-8484CC8D3F20}"/>
              </a:ext>
            </a:extLst>
          </p:cNvPr>
          <p:cNvSpPr/>
          <p:nvPr/>
        </p:nvSpPr>
        <p:spPr>
          <a:xfrm>
            <a:off x="9741191" y="1786"/>
            <a:ext cx="14636460" cy="13711249"/>
          </a:xfrm>
          <a:custGeom>
            <a:avLst/>
            <a:gdLst>
              <a:gd name="connsiteX0" fmla="*/ 2483124 w 5460510"/>
              <a:gd name="connsiteY0" fmla="*/ 0 h 5143500"/>
              <a:gd name="connsiteX1" fmla="*/ 3448297 w 5460510"/>
              <a:gd name="connsiteY1" fmla="*/ 0 h 5143500"/>
              <a:gd name="connsiteX2" fmla="*/ 4717679 w 5460510"/>
              <a:gd name="connsiteY2" fmla="*/ 0 h 5143500"/>
              <a:gd name="connsiteX3" fmla="*/ 4741319 w 5460510"/>
              <a:gd name="connsiteY3" fmla="*/ 0 h 5143500"/>
              <a:gd name="connsiteX4" fmla="*/ 5318193 w 5460510"/>
              <a:gd name="connsiteY4" fmla="*/ 0 h 5143500"/>
              <a:gd name="connsiteX5" fmla="*/ 5460510 w 5460510"/>
              <a:gd name="connsiteY5" fmla="*/ 0 h 5143500"/>
              <a:gd name="connsiteX6" fmla="*/ 5460510 w 5460510"/>
              <a:gd name="connsiteY6" fmla="*/ 5143500 h 5143500"/>
              <a:gd name="connsiteX7" fmla="*/ 5318193 w 5460510"/>
              <a:gd name="connsiteY7" fmla="*/ 5143500 h 5143500"/>
              <a:gd name="connsiteX8" fmla="*/ 4741319 w 5460510"/>
              <a:gd name="connsiteY8" fmla="*/ 5143500 h 5143500"/>
              <a:gd name="connsiteX9" fmla="*/ 4717679 w 5460510"/>
              <a:gd name="connsiteY9" fmla="*/ 5143500 h 5143500"/>
              <a:gd name="connsiteX10" fmla="*/ 3448297 w 5460510"/>
              <a:gd name="connsiteY10" fmla="*/ 5143500 h 5143500"/>
              <a:gd name="connsiteX11" fmla="*/ 0 w 546051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448297" y="0"/>
                </a:lnTo>
                <a:lnTo>
                  <a:pt x="4717679" y="0"/>
                </a:lnTo>
                <a:lnTo>
                  <a:pt x="4741319" y="0"/>
                </a:lnTo>
                <a:lnTo>
                  <a:pt x="5318193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5318193" y="5143500"/>
                </a:lnTo>
                <a:lnTo>
                  <a:pt x="4741319" y="5143500"/>
                </a:lnTo>
                <a:lnTo>
                  <a:pt x="4717679" y="5143500"/>
                </a:lnTo>
                <a:lnTo>
                  <a:pt x="3448297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B1F41-E6D8-46D5-97C8-4830ECB31127}"/>
              </a:ext>
            </a:extLst>
          </p:cNvPr>
          <p:cNvSpPr txBox="1"/>
          <p:nvPr/>
        </p:nvSpPr>
        <p:spPr>
          <a:xfrm>
            <a:off x="12280004" y="10593007"/>
            <a:ext cx="10676512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ru-RU" sz="7200" dirty="0">
                <a:solidFill>
                  <a:schemeClr val="bg1"/>
                </a:solidFill>
                <a:latin typeface="Lato Black"/>
                <a:cs typeface="Lato Black"/>
              </a:rPr>
              <a:t>КАК Я ПРОДАВАЛ ВАТС</a:t>
            </a:r>
            <a:endParaRPr lang="en-US" sz="72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93125C-7D90-49BF-8C7E-3A39340DD59E}"/>
              </a:ext>
            </a:extLst>
          </p:cNvPr>
          <p:cNvSpPr txBox="1"/>
          <p:nvPr/>
        </p:nvSpPr>
        <p:spPr>
          <a:xfrm>
            <a:off x="11684071" y="11797349"/>
            <a:ext cx="11272445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ru-RU" sz="3600" dirty="0">
                <a:solidFill>
                  <a:srgbClr val="FFFFFF"/>
                </a:solidFill>
                <a:latin typeface="Lato Light"/>
                <a:cs typeface="Lato Light"/>
              </a:rPr>
              <a:t>ТЕОРИЯ И ПРАКТИКА. РАССКАЗ О ЗАВЯЗЫВАНИИ </a:t>
            </a:r>
          </a:p>
          <a:p>
            <a:pPr algn="r">
              <a:lnSpc>
                <a:spcPct val="90000"/>
              </a:lnSpc>
            </a:pPr>
            <a:r>
              <a:rPr lang="ru-RU" sz="3600" dirty="0">
                <a:solidFill>
                  <a:srgbClr val="FFFFFF"/>
                </a:solidFill>
                <a:latin typeface="Lato Light"/>
                <a:cs typeface="Lato Light"/>
              </a:rPr>
              <a:t>ШНУРКОВ НА 20-И СЛАЙДАХ</a:t>
            </a:r>
            <a:endParaRPr lang="en-US" sz="3600" dirty="0">
              <a:solidFill>
                <a:srgbClr val="FFFFFF"/>
              </a:solidFill>
              <a:latin typeface="Lato Light"/>
              <a:cs typeface="Lato Ligh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B4CF8D-B539-4C33-84DA-85D16A9E023A}"/>
              </a:ext>
            </a:extLst>
          </p:cNvPr>
          <p:cNvCxnSpPr/>
          <p:nvPr/>
        </p:nvCxnSpPr>
        <p:spPr>
          <a:xfrm>
            <a:off x="17693976" y="12800931"/>
            <a:ext cx="6726726" cy="0"/>
          </a:xfrm>
          <a:prstGeom prst="line">
            <a:avLst/>
          </a:prstGeom>
          <a:ln w="38100" cmpd="sng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1AFA8A-FBFC-4CDB-9FDD-4444DE9181EF}"/>
              </a:ext>
            </a:extLst>
          </p:cNvPr>
          <p:cNvCxnSpPr/>
          <p:nvPr/>
        </p:nvCxnSpPr>
        <p:spPr>
          <a:xfrm>
            <a:off x="13282628" y="9755624"/>
            <a:ext cx="11095022" cy="0"/>
          </a:xfrm>
          <a:prstGeom prst="line">
            <a:avLst/>
          </a:prstGeom>
          <a:ln w="38100" cmpd="sng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8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9638508" y="673624"/>
            <a:ext cx="5094343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ЧТО Я ПРОДАЮ?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0841" y="2558385"/>
            <a:ext cx="22591272" cy="14410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Суть продукта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что такое Виртуальная АТС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что такое модель SaaS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Настройки и функционал продукта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wiki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тестовая ВАТС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Эксперимент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настройка ВАТС с нуля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настройка IP-телефона и приложения в смартфоне</a:t>
            </a:r>
          </a:p>
          <a:p>
            <a:pPr marL="571500" lvl="1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первый звонок!</a:t>
            </a:r>
          </a:p>
          <a:p>
            <a:pPr marL="571500" indent="-5715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Вывод</a:t>
            </a:r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315039" indent="-315039">
              <a:buFont typeface="Arial" charset="0"/>
              <a:buChar char="•"/>
            </a:pPr>
            <a:endParaRPr lang="en-US" sz="2315" dirty="0"/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571500" indent="-571500">
              <a:lnSpc>
                <a:spcPct val="150000"/>
              </a:lnSpc>
              <a:buFont typeface="Arial" charset="0"/>
              <a:buChar char="•"/>
            </a:pPr>
            <a:endParaRPr lang="ru-RU" sz="4200" dirty="0"/>
          </a:p>
        </p:txBody>
      </p:sp>
    </p:spTree>
    <p:extLst>
      <p:ext uri="{BB962C8B-B14F-4D97-AF65-F5344CB8AC3E}">
        <p14:creationId xmlns:p14="http://schemas.microsoft.com/office/powerpoint/2010/main" val="61441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8526829" y="673624"/>
            <a:ext cx="731770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ЧТО ИЗ ЭТОГО ВЫШЛО?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0841" y="2558385"/>
            <a:ext cx="22591272" cy="9833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Позвонил в 54 компании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Отказ (в том числе «пришлите КП в почту») - 22 компании (41%)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Содержательно поговорили и продолжили общаться - 32 (59%)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Из них совершенно точно согласились на встречу 13 компаний (24%, т.е. каждый четвертый - встреча)</a:t>
            </a:r>
          </a:p>
          <a:p>
            <a:pPr marL="807186" lvl="1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не забываем еще клиентов из предыдущего этапа - они могут сюда переброситься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Пока что встреч провели 5, продаж сделали 4 (7%)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 8 компаниями еще не встретились. Если продадим еще 5 из 8 (с запасом), то получим конверсию в 15%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Pro"/>
                <a:cs typeface="Gotham Pro"/>
              </a:rPr>
              <a:t> 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endParaRPr lang="ru-RU" sz="2315" dirty="0"/>
          </a:p>
          <a:p>
            <a:pPr marL="315039" indent="-315039">
              <a:buFont typeface="Arial" charset="0"/>
              <a:buChar char="•"/>
            </a:pPr>
            <a:endParaRPr lang="en-US" sz="2315" dirty="0"/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571500" indent="-571500">
              <a:lnSpc>
                <a:spcPct val="150000"/>
              </a:lnSpc>
              <a:buFont typeface="Arial" charset="0"/>
              <a:buChar char="•"/>
            </a:pPr>
            <a:endParaRPr lang="ru-RU" sz="4200" dirty="0"/>
          </a:p>
        </p:txBody>
      </p:sp>
    </p:spTree>
    <p:extLst>
      <p:ext uri="{BB962C8B-B14F-4D97-AF65-F5344CB8AC3E}">
        <p14:creationId xmlns:p14="http://schemas.microsoft.com/office/powerpoint/2010/main" val="31225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9175403" y="673624"/>
            <a:ext cx="602055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ЧТО ИЗМЕНИЛОСЬ?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0841" y="2558385"/>
            <a:ext cx="22591272" cy="8897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Разница в подходе к продаже Интернета и ВАТС: </a:t>
            </a: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SIM-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карты нужны всем, ВАТС нужна определенным типам компаний.</a:t>
            </a: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Разные компании нуждаются в разных сервисах для реализации разных задач, продажи не возможны без анализа потребностей. </a:t>
            </a: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Изменение ЛПР:</a:t>
            </a: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Раньше - человек, управлющий расходами.  </a:t>
            </a:r>
            <a:endParaRPr lang="ru-RU" sz="2315" dirty="0"/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Теперь </a:t>
            </a:r>
            <a:r>
              <a:rPr lang="mr-IN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–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 человек, отвечающий за доходы. </a:t>
            </a:r>
            <a:endParaRPr lang="en-US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571500" indent="-571500">
              <a:lnSpc>
                <a:spcPct val="150000"/>
              </a:lnSpc>
              <a:buFont typeface="Arial" charset="0"/>
              <a:buChar char="•"/>
            </a:pPr>
            <a:endParaRPr lang="ru-RU" sz="4200" dirty="0"/>
          </a:p>
        </p:txBody>
      </p:sp>
    </p:spTree>
    <p:extLst>
      <p:ext uri="{BB962C8B-B14F-4D97-AF65-F5344CB8AC3E}">
        <p14:creationId xmlns:p14="http://schemas.microsoft.com/office/powerpoint/2010/main" val="13799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5523192" y="673624"/>
            <a:ext cx="1332499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4 СХЕМЫ ОРГАНИЗАЦИИ СВЯЗИ У КЛИЕНТА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40814" y="1443566"/>
            <a:ext cx="22591272" cy="1774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5039" indent="-315039">
              <a:buFont typeface="Arial" charset="0"/>
              <a:buChar char="•"/>
            </a:pPr>
            <a:endParaRPr lang="en-US" sz="2315" dirty="0"/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571500" indent="-571500">
              <a:lnSpc>
                <a:spcPct val="150000"/>
              </a:lnSpc>
              <a:buFont typeface="Arial" charset="0"/>
              <a:buChar char="•"/>
            </a:pPr>
            <a:endParaRPr lang="ru-RU" sz="4200" dirty="0"/>
          </a:p>
        </p:txBody>
      </p:sp>
      <p:sp>
        <p:nvSpPr>
          <p:cNvPr id="6" name="Shape 111"/>
          <p:cNvSpPr/>
          <p:nvPr/>
        </p:nvSpPr>
        <p:spPr>
          <a:xfrm>
            <a:off x="1495637" y="2529189"/>
            <a:ext cx="22286476" cy="5393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2007" tIns="42007" rIns="42007" bIns="42007" anchor="ctr">
            <a:spAutoFit/>
          </a:bodyPr>
          <a:lstStyle>
            <a:lvl1pPr algn="l">
              <a:lnSpc>
                <a:spcPct val="60000"/>
              </a:lnSpc>
              <a:defRPr sz="2400">
                <a:solidFill>
                  <a:srgbClr val="4A2C79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Мобильные номера и городские с переадресацией на мобильный, настольных телефонов нет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 офисе есть настольные телефоны, все подключены к офисной АТС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 офисе есть фиксированные телефоны, не подключенные к офисной АТС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Компания пользуется ВАТС стороннего оператора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3392" y="8484861"/>
            <a:ext cx="22088693" cy="33011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007" tIns="42007" rIns="42007" bIns="42007" numCol="1" spcCol="38100" rtlCol="0" anchor="ctr">
            <a:spAutoFit/>
          </a:bodyPr>
          <a:lstStyle/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  <a:sym typeface="Verdana"/>
              </a:rPr>
              <a:t>Если компания активно работает с клиентами, у каждого из существующих решений есть недостаток, решить который способна ВАТС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  <a:sym typeface="Verdana"/>
              </a:rPr>
              <a:t>ИСКЛЮЧЕНИЕ: дорогая современная </a:t>
            </a: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  <a:sym typeface="Verdana"/>
              </a:rPr>
              <a:t>IP 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  <a:sym typeface="Verdana"/>
              </a:rPr>
              <a:t>АТС (обычно цена не менее 300 тыс </a:t>
            </a: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  <a:sym typeface="Verdana"/>
              </a:rPr>
              <a:t>kzt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  <a:sym typeface="Verdan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289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9615107" y="673624"/>
            <a:ext cx="514115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ЭТАПЫ ПРОДАЖ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90841" y="2558385"/>
            <a:ext cx="22591272" cy="800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Сбор 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информации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Анализ потребностей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Презентация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Работа с возражениями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Сделка</a:t>
            </a:r>
          </a:p>
          <a:p>
            <a:pPr marL="571500" indent="-5715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endParaRPr lang="ru-RU" sz="2315" dirty="0"/>
          </a:p>
          <a:p>
            <a:pPr marL="315039" indent="-315039">
              <a:buFont typeface="Arial" charset="0"/>
              <a:buChar char="•"/>
            </a:pPr>
            <a:endParaRPr lang="en-US" sz="2315" dirty="0"/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571500" indent="-571500">
              <a:lnSpc>
                <a:spcPct val="150000"/>
              </a:lnSpc>
              <a:buFont typeface="Arial" charset="0"/>
              <a:buChar char="•"/>
            </a:pPr>
            <a:endParaRPr lang="ru-RU" sz="4200" dirty="0"/>
          </a:p>
        </p:txBody>
      </p:sp>
    </p:spTree>
    <p:extLst>
      <p:ext uri="{BB962C8B-B14F-4D97-AF65-F5344CB8AC3E}">
        <p14:creationId xmlns:p14="http://schemas.microsoft.com/office/powerpoint/2010/main" val="214477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7762841" y="673624"/>
            <a:ext cx="8845691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СУТЬ ТЕХНОЛОГИИ ПРОДАЖ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90841" y="3204175"/>
            <a:ext cx="22591272" cy="7532949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Просим клиента ответить на несколько вопросов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Уточняем схему организации связи сейчас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Обозначаем клиенту изъяны существующей системы, добиваемся согласия с их наличием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Презентуем ВАТС, рассказываем о дополнительных ценностях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Отрабатываем возражения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Завершаем сделку</a:t>
            </a:r>
          </a:p>
          <a:p>
            <a:pPr>
              <a:lnSpc>
                <a:spcPct val="150000"/>
              </a:lnSpc>
            </a:pPr>
            <a:r>
              <a:rPr lang="ru-RU" sz="2646" dirty="0">
                <a:solidFill>
                  <a:schemeClr val="tx1">
                    <a:lumMod val="65000"/>
                    <a:lumOff val="35000"/>
                  </a:schemeClr>
                </a:solidFill>
                <a:latin typeface="Gotham Pro"/>
                <a:cs typeface="Gotham Pr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8861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5588754" y="673624"/>
            <a:ext cx="1319386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ВЫЯВЛЕНИЕ СХЕМЫ ОРГАНИЗАЦИИ СВЯЗИ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0814" y="3293604"/>
            <a:ext cx="22591272" cy="3654964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На какие номера принимаете звонки в компанию, на городские или мобильные?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Как принимаете звонки, на настольные или мобильные телефоны?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Вы пользуетесь офисной АТС или виртуальной АТС? </a:t>
            </a:r>
          </a:p>
          <a:p>
            <a:pPr>
              <a:lnSpc>
                <a:spcPct val="150000"/>
              </a:lnSpc>
            </a:pPr>
            <a:r>
              <a:rPr lang="ru-RU" sz="2646" dirty="0">
                <a:solidFill>
                  <a:schemeClr val="tx1">
                    <a:lumMod val="65000"/>
                    <a:lumOff val="35000"/>
                  </a:schemeClr>
                </a:solidFill>
                <a:latin typeface="Gotham Pro"/>
                <a:cs typeface="Gotham Pr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4294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4172246" y="673624"/>
            <a:ext cx="16026888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РАСПРЕДЕЛЕНИЕ ЗВОНКОВ МЕЖДУ СОТРУДНИКАМИ</a:t>
            </a:r>
          </a:p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Кейс 1 - звонки принимаются на мобильные телефоны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5070" y="10960568"/>
            <a:ext cx="1493359" cy="622654"/>
          </a:xfrm>
          <a:prstGeom prst="rect">
            <a:avLst/>
          </a:prstGeom>
        </p:spPr>
      </p:pic>
      <p:sp>
        <p:nvSpPr>
          <p:cNvPr id="10" name="Shape 325"/>
          <p:cNvSpPr txBox="1">
            <a:spLocks/>
          </p:cNvSpPr>
          <p:nvPr/>
        </p:nvSpPr>
        <p:spPr>
          <a:xfrm>
            <a:off x="3898844" y="5359514"/>
            <a:ext cx="4381225" cy="890842"/>
          </a:xfrm>
          <a:prstGeom prst="rect">
            <a:avLst/>
          </a:prstGeom>
        </p:spPr>
        <p:txBody>
          <a:bodyPr vert="horz" lIns="100817" tIns="50408" rIns="100817" bIns="50408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0431" marR="2547" indent="-504063" algn="l">
              <a:lnSpc>
                <a:spcPct val="100000"/>
              </a:lnSpc>
              <a:buFont typeface="+mj-lt"/>
              <a:buAutoNum type="arabicPeriod"/>
            </a:pPr>
            <a:endParaRPr lang="ru-RU" sz="2205" spc="2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620940"/>
              </p:ext>
            </p:extLst>
          </p:nvPr>
        </p:nvGraphicFramePr>
        <p:xfrm>
          <a:off x="811561" y="9394065"/>
          <a:ext cx="22591272" cy="3443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91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9990">
                <a:tc>
                  <a:txBody>
                    <a:bodyPr/>
                    <a:lstStyle/>
                    <a:p>
                      <a:pPr algn="l"/>
                      <a:r>
                        <a:rPr lang="ru-RU" sz="36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  <a:sym typeface="Gill Sans"/>
                        </a:rPr>
                        <a:t>В офисе есть мобильный телефон, на который отвечают сотрудники по очереди или кто рядом окажется, автоматического распределения звонков между сотрудниками на их телефоны нет, нет контроля за звонками </a:t>
                      </a:r>
                      <a:endParaRPr lang="ru-RU" sz="36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 marL="75613" marR="75613" marT="37806" marB="3780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4096">
                <a:tc>
                  <a:txBody>
                    <a:bodyPr/>
                    <a:lstStyle/>
                    <a:p>
                      <a:pPr marL="0" algn="l" defTabSz="1310994" rtl="0" eaLnBrk="1" latinLnBrk="0" hangingPunct="1"/>
                      <a:r>
                        <a:rPr lang="ru-RU" sz="36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  <a:sym typeface="Gill Sans"/>
                        </a:rPr>
                        <a:t>ВАТС позволит сделать номер многоканальным,  чтобы на него звонили и всегда дозванивались. Позволит распределять звонки между менеджерами по выбранному правилу (всем сразу, по очереди, равномерно), видеть как быстро отвечает каждый из менеджеров в личном кабинете.</a:t>
                      </a:r>
                      <a:endParaRPr lang="ru-RU" sz="36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 marL="75613" marR="75613" marT="37806" marB="3780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Рисунок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561" y="2582485"/>
            <a:ext cx="9397044" cy="6723697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9137" y="2787327"/>
            <a:ext cx="9366852" cy="6606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89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2727142" y="673624"/>
            <a:ext cx="18917102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ПЕАДРЕСАЦИЯ</a:t>
            </a:r>
          </a:p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Кейс 2 </a:t>
            </a:r>
            <a:r>
              <a:rPr lang="mr-IN" sz="4800" dirty="0">
                <a:solidFill>
                  <a:schemeClr val="tx2"/>
                </a:solidFill>
                <a:latin typeface="Lato Light"/>
                <a:cs typeface="Lato Light"/>
              </a:rPr>
              <a:t>–</a:t>
            </a: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 в офисе настольные телефоны, подключенные к офисной АТС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10" name="Shape 325"/>
          <p:cNvSpPr txBox="1">
            <a:spLocks/>
          </p:cNvSpPr>
          <p:nvPr/>
        </p:nvSpPr>
        <p:spPr>
          <a:xfrm>
            <a:off x="2350672" y="5143490"/>
            <a:ext cx="4381225" cy="890842"/>
          </a:xfrm>
          <a:prstGeom prst="rect">
            <a:avLst/>
          </a:prstGeom>
        </p:spPr>
        <p:txBody>
          <a:bodyPr vert="horz" lIns="100817" tIns="50408" rIns="100817" bIns="50408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0431" marR="2547" indent="-504063" algn="l">
              <a:lnSpc>
                <a:spcPct val="100000"/>
              </a:lnSpc>
              <a:buFont typeface="+mj-lt"/>
              <a:buAutoNum type="arabicPeriod"/>
            </a:pPr>
            <a:endParaRPr lang="ru-RU" sz="2205" spc="2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2880" y="2287730"/>
            <a:ext cx="10776685" cy="670765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508" y="2287731"/>
            <a:ext cx="11644605" cy="6707653"/>
          </a:xfrm>
          <a:prstGeom prst="rect">
            <a:avLst/>
          </a:prstGeom>
        </p:spPr>
      </p:pic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723120"/>
              </p:ext>
            </p:extLst>
          </p:nvPr>
        </p:nvGraphicFramePr>
        <p:xfrm>
          <a:off x="1190842" y="9323466"/>
          <a:ext cx="22591271" cy="3443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91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8880">
                <a:tc>
                  <a:txBody>
                    <a:bodyPr/>
                    <a:lstStyle/>
                    <a:p>
                      <a:pPr algn="l" rtl="0"/>
                      <a:r>
                        <a:rPr lang="ru-RU" sz="36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  <a:sym typeface="Gill Sans"/>
                        </a:rPr>
                        <a:t>Мобильные и стационарные телефоны никак не завязаны. Компания не может переводить звонки с городского на мобильный и наоборот, не может переадресовывать звонки с городского на мобильный. Нет контроля за мобильными номерами. </a:t>
                      </a:r>
                      <a:endParaRPr lang="ru-RU" sz="36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 marL="75613" marR="75613" marT="37806" marB="3780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880">
                <a:tc>
                  <a:txBody>
                    <a:bodyPr/>
                    <a:lstStyle/>
                    <a:p>
                      <a:pPr algn="l"/>
                      <a:r>
                        <a:rPr lang="ru-RU" sz="36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  <a:sym typeface="Gill Sans"/>
                        </a:rPr>
                        <a:t>ВАТС позволит подключить городские номера (или поставить переадресацию на наш номер), а стационарные телефоны подключить к ВАТС через шлюз. Подключить мобильные номера к ВАТС и настроить переадресацию.</a:t>
                      </a:r>
                      <a:endParaRPr lang="ru-RU" sz="36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 marL="75613" marR="75613" marT="37806" marB="3780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483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1717090" y="673624"/>
            <a:ext cx="20937206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РАСПРЕДЕЛЕНИЕ И ПЕРЕАДРЕСАЦИЯ</a:t>
            </a:r>
          </a:p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Кейс 3 </a:t>
            </a:r>
            <a:r>
              <a:rPr lang="mr-IN" sz="4800" dirty="0">
                <a:solidFill>
                  <a:schemeClr val="tx2"/>
                </a:solidFill>
                <a:latin typeface="Lato Light"/>
                <a:cs typeface="Lato Light"/>
              </a:rPr>
              <a:t>–</a:t>
            </a: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 в офисе есть настольные телефоны, не подключенные к офисной АТС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10" name="Shape 325"/>
          <p:cNvSpPr txBox="1">
            <a:spLocks/>
          </p:cNvSpPr>
          <p:nvPr/>
        </p:nvSpPr>
        <p:spPr>
          <a:xfrm>
            <a:off x="3142760" y="4927466"/>
            <a:ext cx="4381225" cy="890842"/>
          </a:xfrm>
          <a:prstGeom prst="rect">
            <a:avLst/>
          </a:prstGeom>
        </p:spPr>
        <p:txBody>
          <a:bodyPr vert="horz" lIns="100817" tIns="50408" rIns="100817" bIns="50408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0431" marR="2547" indent="-504063" algn="l">
              <a:lnSpc>
                <a:spcPct val="100000"/>
              </a:lnSpc>
              <a:buFont typeface="+mj-lt"/>
              <a:buAutoNum type="arabicPeriod"/>
            </a:pPr>
            <a:endParaRPr lang="ru-RU" sz="2205" spc="2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589" y="2661640"/>
            <a:ext cx="11415308" cy="6313336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9749" y="2661640"/>
            <a:ext cx="10513476" cy="6313336"/>
          </a:xfrm>
          <a:prstGeom prst="rect">
            <a:avLst/>
          </a:prstGeom>
        </p:spPr>
      </p:pic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59108"/>
              </p:ext>
            </p:extLst>
          </p:nvPr>
        </p:nvGraphicFramePr>
        <p:xfrm>
          <a:off x="1063589" y="9323143"/>
          <a:ext cx="21890433" cy="347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90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72237">
                <a:tc>
                  <a:txBody>
                    <a:bodyPr/>
                    <a:lstStyle/>
                    <a:p>
                      <a:pPr algn="l" rtl="0"/>
                      <a:r>
                        <a:rPr lang="ru-RU" sz="36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  <a:sym typeface="Gill Sans"/>
                        </a:rPr>
                        <a:t>Мобильные и стационарные телефоны никак не завязаны. Компания не может переводить звонки с городского на мобильный и наоборот, не может переадресовывать звонки с городского на мобильный. Нет контроля за мобильными номерами. </a:t>
                      </a:r>
                      <a:endParaRPr lang="ru-RU" sz="36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928">
                <a:tc>
                  <a:txBody>
                    <a:bodyPr/>
                    <a:lstStyle/>
                    <a:p>
                      <a:pPr marL="0" algn="l" defTabSz="1310994" rtl="0" eaLnBrk="1" latinLnBrk="0" hangingPunct="1"/>
                      <a:r>
                        <a:rPr lang="ru-RU" sz="36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  <a:sym typeface="Gill Sans"/>
                        </a:rPr>
                        <a:t>ВАТС позволит подключить городские номера (или поставить переадресацию на наш номер), а стационарные телефоны подключить к ВАТС через шлюз. Подключить мобильные номера к ВАТС инастроить переадресацию.</a:t>
                      </a:r>
                      <a:endParaRPr lang="ru-RU" sz="36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615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3405882" y="673624"/>
            <a:ext cx="17559615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ПЯТЬ КРИТЕРИЕВ КОМПАНИИ, КОТОРОЙ НЕ НУЖНА ВАТС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9380" y="3005572"/>
            <a:ext cx="22912618" cy="8580350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Телефон не используется в продажах (меховой салон)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Нет необходимости контроля сотрудников</a:t>
            </a:r>
          </a:p>
          <a:p>
            <a:pPr marL="978636" lvl="3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высокое доверие между сотрудниками (семейный бизнес)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Существует хорошо организованная система обработки звонков, которая полностью устраивает (call центр службы такси)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Потеря звонка не приводит к потере клиента или заказа (компания, участвующая в тендерах, госструктуры)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Нет конкуренции, небольшое количество клиентов, они постоянные, много платят</a:t>
            </a:r>
          </a:p>
        </p:txBody>
      </p:sp>
    </p:spTree>
    <p:extLst>
      <p:ext uri="{BB962C8B-B14F-4D97-AF65-F5344CB8AC3E}">
        <p14:creationId xmlns:p14="http://schemas.microsoft.com/office/powerpoint/2010/main" val="1548194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3511681" y="673624"/>
            <a:ext cx="1734801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ДЕСЯТЬ КРИТЕРИЕВ КОМПАНИИ, КОТОРОЙ НУЖНА ВАТС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2082" y="3041576"/>
            <a:ext cx="22087216" cy="9318053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Работа на высококонкурентном рынке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Работа с физическими лицами по телефону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Работа в b2b с большим количеством контрагентов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Высокий средний чек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Актуальный сайт с разнообразными механизмами обратной связи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На звонки отвечает наемный менеджер когда руководитель не находится с ним рядом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Менеджеры часто работают "в полях"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Несколько городских номеров на сайте, привязанных к одному адресу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Отсутствие АТС с удобным механизмом контроля и учета</a:t>
            </a:r>
          </a:p>
          <a:p>
            <a:pPr marL="514350" indent="-514350" fontAlgn="base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Скидочная карта и дисконтная программа</a:t>
            </a:r>
          </a:p>
          <a:p>
            <a:pPr>
              <a:lnSpc>
                <a:spcPct val="150000"/>
              </a:lnSpc>
            </a:pPr>
            <a:r>
              <a:rPr lang="ru-RU" sz="2646" dirty="0">
                <a:solidFill>
                  <a:schemeClr val="tx1">
                    <a:lumMod val="65000"/>
                    <a:lumOff val="35000"/>
                  </a:schemeClr>
                </a:solidFill>
                <a:latin typeface="Gotham Pro"/>
                <a:cs typeface="Gotham Pr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855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1058770" y="673624"/>
            <a:ext cx="22253849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ЧЕТЫРЕ КРИТЕРИЯ КОМПАНИЙ С ПОТРЕБНОСТЬЮ В ЗАПИСИ РЗГОВОРОВ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0011" y="2553225"/>
            <a:ext cx="21780978" cy="7409838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marL="342900" indent="-3429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Штат сотрудников на телефоне </a:t>
            </a:r>
          </a:p>
          <a:p>
            <a:pPr marL="864336" lvl="2" indent="-3429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контроль выработки на телефоне</a:t>
            </a:r>
          </a:p>
          <a:p>
            <a:pPr marL="864336" lvl="2" indent="-3429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контроль соблюдения алгоритма продажи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Обучение для продажи сложных продуктов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Возможность конфликтов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Оговоренное законом требование вести запись разговоров</a:t>
            </a:r>
          </a:p>
          <a:p>
            <a:pPr marL="378047" indent="-378047">
              <a:lnSpc>
                <a:spcPct val="150000"/>
              </a:lnSpc>
              <a:buFont typeface="Arial" charset="0"/>
              <a:buChar char="•"/>
            </a:pPr>
            <a:endParaRPr lang="ru-RU" sz="2646" dirty="0">
              <a:solidFill>
                <a:schemeClr val="tx1">
                  <a:lumMod val="65000"/>
                  <a:lumOff val="35000"/>
                </a:schemeClr>
              </a:solidFill>
              <a:latin typeface="Gotham Pro"/>
              <a:cs typeface="Gotham Pro"/>
            </a:endParaRPr>
          </a:p>
        </p:txBody>
      </p:sp>
    </p:spTree>
    <p:extLst>
      <p:ext uri="{BB962C8B-B14F-4D97-AF65-F5344CB8AC3E}">
        <p14:creationId xmlns:p14="http://schemas.microsoft.com/office/powerpoint/2010/main" val="2085082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6738334" y="673624"/>
            <a:ext cx="10894714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АНАЛИТИКА И ИНТЕГРАЦИЯ С </a:t>
            </a:r>
            <a:r>
              <a:rPr lang="en-US" sz="4800" dirty="0">
                <a:solidFill>
                  <a:schemeClr val="tx2"/>
                </a:solidFill>
                <a:latin typeface="Lato Light"/>
                <a:cs typeface="Lato Light"/>
              </a:rPr>
              <a:t>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90841" y="2558385"/>
            <a:ext cx="22591272" cy="1774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5039" indent="-315039">
              <a:buFont typeface="Arial" charset="0"/>
              <a:buChar char="•"/>
            </a:pPr>
            <a:endParaRPr lang="en-US" sz="2315" dirty="0"/>
          </a:p>
          <a:p>
            <a:pPr marL="315039" indent="-315039">
              <a:buFont typeface="Arial" charset="0"/>
              <a:buChar char="•"/>
            </a:pPr>
            <a:endParaRPr lang="ru-RU" sz="2315" dirty="0"/>
          </a:p>
          <a:p>
            <a:pPr marL="571500" indent="-571500">
              <a:lnSpc>
                <a:spcPct val="150000"/>
              </a:lnSpc>
              <a:buFont typeface="Arial" charset="0"/>
              <a:buChar char="•"/>
            </a:pPr>
            <a:endParaRPr lang="ru-RU" sz="4200" dirty="0"/>
          </a:p>
        </p:txBody>
      </p:sp>
      <p:sp>
        <p:nvSpPr>
          <p:cNvPr id="6" name="TextBox 5"/>
          <p:cNvSpPr txBox="1"/>
          <p:nvPr/>
        </p:nvSpPr>
        <p:spPr>
          <a:xfrm>
            <a:off x="1190841" y="3968771"/>
            <a:ext cx="19314908" cy="5598765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З</a:t>
            </a: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a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чем интеграция с </a:t>
            </a: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CRM?</a:t>
            </a:r>
            <a:endParaRPr lang="ru-RU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Всплывающая карточка с именем клиента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Звонок в один клик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Запись разговора в карточке компании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Автоматический перевод на ответственного менеджера </a:t>
            </a:r>
          </a:p>
        </p:txBody>
      </p:sp>
    </p:spTree>
    <p:extLst>
      <p:ext uri="{BB962C8B-B14F-4D97-AF65-F5344CB8AC3E}">
        <p14:creationId xmlns:p14="http://schemas.microsoft.com/office/powerpoint/2010/main" val="194739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6769908" y="673624"/>
            <a:ext cx="10831556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ПРИМЕРЫ НАПРАВЛЕНИЙ БИЗНЕСА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299892"/>
              </p:ext>
            </p:extLst>
          </p:nvPr>
        </p:nvGraphicFramePr>
        <p:xfrm>
          <a:off x="963762" y="2724238"/>
          <a:ext cx="22826536" cy="9855200"/>
        </p:xfrm>
        <a:graphic>
          <a:graphicData uri="http://schemas.openxmlformats.org/drawingml/2006/table">
            <a:tbl>
              <a:tblPr/>
              <a:tblGrid>
                <a:gridCol w="10693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32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8672">
                <a:tc>
                  <a:txBody>
                    <a:bodyPr/>
                    <a:lstStyle/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Интернет-магазин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Доставка еды/воды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Индустрия красоты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Оптовая торговля/Дистрибьюция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Сеть специализированных магазинов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Фитнес/Тренажерный зал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Ресторан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Ремонт техники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Банкетный зал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Организация праздников/свадеб/похорон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Стоматология/Медицинский центр/Ветеринария</a:t>
                      </a:r>
                      <a:endParaRPr lang="en-US" sz="42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Автосервис и автомойка</a:t>
                      </a:r>
                      <a:br>
                        <a:rPr lang="en-US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</a:b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Мебель на заказ</a:t>
                      </a:r>
                      <a:b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</a:br>
                      <a:endParaRPr lang="ru-RU" sz="4200" kern="0" spc="5" dirty="0">
                        <a:solidFill>
                          <a:srgbClr val="652D86"/>
                        </a:solidFill>
                        <a:latin typeface="Latha" charset="0"/>
                        <a:ea typeface="Latha" charset="0"/>
                        <a:cs typeface="Latha" charset="0"/>
                      </a:endParaRP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Банный комплекс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Гостиница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Автошкола/Школа танцев/Образовательный центр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Микрофинансовая организация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Юридическое/бухгалтерское обслуживание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Агентство: недвижимость/персонал/реклама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Печать/Полиграфия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Автомобильные грузоперевозки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Заказ спецтехники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Управляющая компания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Турагентство</a:t>
                      </a:r>
                    </a:p>
                    <a:p>
                      <a:pPr marL="342900" indent="-342900" algn="l" defTabSz="1042872" rtl="0" eaLnBrk="1" fontAlgn="base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charset="0"/>
                        <a:buChar char="•"/>
                      </a:pPr>
                      <a:r>
                        <a:rPr lang="ru-RU" sz="4200" kern="0" spc="5" dirty="0">
                          <a:solidFill>
                            <a:srgbClr val="652D86"/>
                          </a:solidFill>
                          <a:latin typeface="Latha" charset="0"/>
                          <a:ea typeface="Latha" charset="0"/>
                          <a:cs typeface="Latha" charset="0"/>
                        </a:rPr>
                        <a:t>Электромонтаж/Ремонт/Окна</a:t>
                      </a:r>
                    </a:p>
                  </a:txBody>
                  <a:tcPr marL="127000" marR="127000" marT="127000" marB="127000">
                    <a:lnL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E9E9E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59686" y="12006681"/>
            <a:ext cx="965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b="1" kern="0" spc="6" dirty="0">
                <a:solidFill>
                  <a:srgbClr val="652D8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Половина!</a:t>
            </a:r>
          </a:p>
        </p:txBody>
      </p:sp>
    </p:spTree>
    <p:extLst>
      <p:ext uri="{BB962C8B-B14F-4D97-AF65-F5344CB8AC3E}">
        <p14:creationId xmlns:p14="http://schemas.microsoft.com/office/powerpoint/2010/main" val="849484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2310391" y="673624"/>
            <a:ext cx="19750600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ПРЕЗЕНТАЦИЯ ФУНКЦИОНАЛА В ПОРЯДКЕ ВАЖНОСТИ КЛИЕНТА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9244" y="1991989"/>
            <a:ext cx="21234411" cy="13205462"/>
          </a:xfrm>
          <a:prstGeom prst="rect">
            <a:avLst/>
          </a:prstGeom>
          <a:noFill/>
        </p:spPr>
        <p:txBody>
          <a:bodyPr wrap="square" lIns="134419" tIns="67209" rIns="134419" bIns="67209" numCol="2" rtlCol="0">
            <a:spAutoFit/>
          </a:bodyPr>
          <a:lstStyle/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b="1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Самые важные</a:t>
            </a:r>
            <a:endParaRPr lang="en-US" sz="4200" b="1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Многоканальность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Этапы с потерей звонка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Переадресация на мобильный 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Голосовое приветствие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Уведомление о пропущенном звонке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Распределение звонков</a:t>
            </a:r>
          </a:p>
          <a:p>
            <a:pPr marL="457200" indent="-45720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Возможность подключить номер существующего оператора</a:t>
            </a: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ru-RU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ru-RU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ru-RU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4200" b="1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Следующие по важности</a:t>
            </a:r>
          </a:p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Контроль пропущенных</a:t>
            </a:r>
          </a:p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Запись разговоров</a:t>
            </a:r>
          </a:p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IVR</a:t>
            </a:r>
            <a:endParaRPr lang="ru-RU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Уведомление о нерабочем времени</a:t>
            </a:r>
            <a:endParaRPr lang="en-US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marL="457200" indent="-457200">
              <a:lnSpc>
                <a:spcPct val="150000"/>
              </a:lnSpc>
              <a:buFont typeface="Arial" charset="0"/>
              <a:buChar char="•"/>
            </a:pPr>
            <a:r>
              <a:rPr lang="en-US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CRM</a:t>
            </a:r>
            <a:endParaRPr lang="ru-RU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06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Picture 120">
            <a:extLst>
              <a:ext uri="{FF2B5EF4-FFF2-40B4-BE49-F238E27FC236}">
                <a16:creationId xmlns:a16="http://schemas.microsoft.com/office/drawing/2014/main" id="{8E1B0598-ACDD-4153-9B97-DC91DC3255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49250" y="12111355"/>
            <a:ext cx="2632863" cy="930758"/>
          </a:xfrm>
          <a:prstGeom prst="rect">
            <a:avLst/>
          </a:prstGeom>
        </p:spPr>
      </p:pic>
      <p:cxnSp>
        <p:nvCxnSpPr>
          <p:cNvPr id="116" name="Straight Connector 266"/>
          <p:cNvCxnSpPr/>
          <p:nvPr/>
        </p:nvCxnSpPr>
        <p:spPr>
          <a:xfrm rot="5400000">
            <a:off x="12236450" y="1335289"/>
            <a:ext cx="0" cy="1313401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C03AC8BB-CC34-46F0-A960-7FF294D6A57B}"/>
              </a:ext>
            </a:extLst>
          </p:cNvPr>
          <p:cNvSpPr txBox="1"/>
          <p:nvPr/>
        </p:nvSpPr>
        <p:spPr>
          <a:xfrm>
            <a:off x="8043074" y="673624"/>
            <a:ext cx="828521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4800" dirty="0">
                <a:solidFill>
                  <a:schemeClr val="tx2"/>
                </a:solidFill>
                <a:latin typeface="Lato Light"/>
                <a:cs typeface="Lato Light"/>
              </a:rPr>
              <a:t>РАБОТА С ВОЗРАЖЕНИЯМИ</a:t>
            </a:r>
            <a:endParaRPr lang="en-US" sz="4800" dirty="0">
              <a:solidFill>
                <a:schemeClr val="tx2"/>
              </a:solidFill>
              <a:latin typeface="Lato Light"/>
              <a:cs typeface="Lato Ligh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8898" y="2463272"/>
            <a:ext cx="16692555" cy="9143966"/>
          </a:xfrm>
          <a:prstGeom prst="rect">
            <a:avLst/>
          </a:prstGeom>
          <a:noFill/>
        </p:spPr>
        <p:txBody>
          <a:bodyPr wrap="square" lIns="134419" tIns="67209" rIns="134419" bIns="67209" rtlCol="0">
            <a:spAutoFit/>
          </a:bodyPr>
          <a:lstStyle/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Дорого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Мы </a:t>
            </a:r>
            <a:r>
              <a:rPr lang="mr-IN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–</a:t>
            </a: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 маленькая компания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Не хотим отказываться от номера</a:t>
            </a:r>
            <a:endParaRPr lang="en-US" sz="4200" kern="0" spc="5" dirty="0">
              <a:solidFill>
                <a:srgbClr val="652D86"/>
              </a:solidFill>
              <a:latin typeface="Latha" charset="0"/>
              <a:ea typeface="Latha" charset="0"/>
              <a:cs typeface="Latha" charset="0"/>
            </a:endParaRP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Мы уже потратились на офисную АТС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А если перестанет работать интернет? 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Мы в основном делаем исходящие звонки</a:t>
            </a:r>
          </a:p>
          <a:p>
            <a:pPr marL="514350" indent="-514350" fontAlgn="base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sz="4200" kern="0" spc="5" dirty="0">
                <a:solidFill>
                  <a:srgbClr val="652D86"/>
                </a:solidFill>
                <a:latin typeface="Latha" charset="0"/>
                <a:ea typeface="Latha" charset="0"/>
                <a:cs typeface="Latha" charset="0"/>
              </a:rPr>
              <a:t>Мы перезваниваем клиентам</a:t>
            </a:r>
          </a:p>
          <a:p>
            <a:pPr marL="378047" indent="-378047">
              <a:lnSpc>
                <a:spcPct val="150000"/>
              </a:lnSpc>
              <a:buFont typeface="Arial" charset="0"/>
              <a:buChar char="•"/>
            </a:pPr>
            <a:endParaRPr lang="ru-RU" sz="2646" dirty="0">
              <a:solidFill>
                <a:schemeClr val="tx1">
                  <a:lumMod val="65000"/>
                  <a:lumOff val="35000"/>
                </a:schemeClr>
              </a:solidFill>
              <a:latin typeface="Gotham Pro"/>
              <a:cs typeface="Gotham Pro"/>
            </a:endParaRPr>
          </a:p>
          <a:p>
            <a:pPr>
              <a:lnSpc>
                <a:spcPct val="150000"/>
              </a:lnSpc>
            </a:pPr>
            <a:r>
              <a:rPr lang="ru-RU" sz="2646" dirty="0">
                <a:solidFill>
                  <a:schemeClr val="tx1">
                    <a:lumMod val="65000"/>
                    <a:lumOff val="35000"/>
                  </a:schemeClr>
                </a:solidFill>
                <a:latin typeface="Gotham Pro"/>
                <a:cs typeface="Gotham Pr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2448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99654-AED9-4F58-9A67-6009974590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91" t="-68" b="1"/>
          <a:stretch/>
        </p:blipFill>
        <p:spPr>
          <a:xfrm>
            <a:off x="-1" y="1787"/>
            <a:ext cx="16710919" cy="13722242"/>
          </a:xfrm>
          <a:prstGeom prst="rect">
            <a:avLst/>
          </a:prstGeom>
        </p:spPr>
      </p:pic>
      <p:sp>
        <p:nvSpPr>
          <p:cNvPr id="10" name="Freeform 189">
            <a:extLst>
              <a:ext uri="{FF2B5EF4-FFF2-40B4-BE49-F238E27FC236}">
                <a16:creationId xmlns:a16="http://schemas.microsoft.com/office/drawing/2014/main" id="{8847B4FC-D092-4CB2-BA69-8484CC8D3F20}"/>
              </a:ext>
            </a:extLst>
          </p:cNvPr>
          <p:cNvSpPr/>
          <p:nvPr/>
        </p:nvSpPr>
        <p:spPr>
          <a:xfrm>
            <a:off x="9741191" y="1786"/>
            <a:ext cx="14636460" cy="13711249"/>
          </a:xfrm>
          <a:custGeom>
            <a:avLst/>
            <a:gdLst>
              <a:gd name="connsiteX0" fmla="*/ 2483124 w 5460510"/>
              <a:gd name="connsiteY0" fmla="*/ 0 h 5143500"/>
              <a:gd name="connsiteX1" fmla="*/ 3448297 w 5460510"/>
              <a:gd name="connsiteY1" fmla="*/ 0 h 5143500"/>
              <a:gd name="connsiteX2" fmla="*/ 4717679 w 5460510"/>
              <a:gd name="connsiteY2" fmla="*/ 0 h 5143500"/>
              <a:gd name="connsiteX3" fmla="*/ 4741319 w 5460510"/>
              <a:gd name="connsiteY3" fmla="*/ 0 h 5143500"/>
              <a:gd name="connsiteX4" fmla="*/ 5318193 w 5460510"/>
              <a:gd name="connsiteY4" fmla="*/ 0 h 5143500"/>
              <a:gd name="connsiteX5" fmla="*/ 5460510 w 5460510"/>
              <a:gd name="connsiteY5" fmla="*/ 0 h 5143500"/>
              <a:gd name="connsiteX6" fmla="*/ 5460510 w 5460510"/>
              <a:gd name="connsiteY6" fmla="*/ 5143500 h 5143500"/>
              <a:gd name="connsiteX7" fmla="*/ 5318193 w 5460510"/>
              <a:gd name="connsiteY7" fmla="*/ 5143500 h 5143500"/>
              <a:gd name="connsiteX8" fmla="*/ 4741319 w 5460510"/>
              <a:gd name="connsiteY8" fmla="*/ 5143500 h 5143500"/>
              <a:gd name="connsiteX9" fmla="*/ 4717679 w 5460510"/>
              <a:gd name="connsiteY9" fmla="*/ 5143500 h 5143500"/>
              <a:gd name="connsiteX10" fmla="*/ 3448297 w 5460510"/>
              <a:gd name="connsiteY10" fmla="*/ 5143500 h 5143500"/>
              <a:gd name="connsiteX11" fmla="*/ 0 w 5460510"/>
              <a:gd name="connsiteY11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448297" y="0"/>
                </a:lnTo>
                <a:lnTo>
                  <a:pt x="4717679" y="0"/>
                </a:lnTo>
                <a:lnTo>
                  <a:pt x="4741319" y="0"/>
                </a:lnTo>
                <a:lnTo>
                  <a:pt x="5318193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5318193" y="5143500"/>
                </a:lnTo>
                <a:lnTo>
                  <a:pt x="4741319" y="5143500"/>
                </a:lnTo>
                <a:lnTo>
                  <a:pt x="4717679" y="5143500"/>
                </a:lnTo>
                <a:lnTo>
                  <a:pt x="3448297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1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EB1F41-E6D8-46D5-97C8-4830ECB31127}"/>
              </a:ext>
            </a:extLst>
          </p:cNvPr>
          <p:cNvSpPr txBox="1"/>
          <p:nvPr/>
        </p:nvSpPr>
        <p:spPr>
          <a:xfrm>
            <a:off x="18481637" y="10818440"/>
            <a:ext cx="4474879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ru-RU" sz="7200" dirty="0">
                <a:solidFill>
                  <a:schemeClr val="bg1"/>
                </a:solidFill>
                <a:latin typeface="Lato Black"/>
                <a:cs typeface="Lato Black"/>
              </a:rPr>
              <a:t>СПАСИБО</a:t>
            </a:r>
            <a:endParaRPr lang="en-US" sz="7200" dirty="0">
              <a:solidFill>
                <a:schemeClr val="bg1"/>
              </a:solidFill>
              <a:latin typeface="Lato Black"/>
              <a:cs typeface="Lato Black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B4CF8D-B539-4C33-84DA-85D16A9E023A}"/>
              </a:ext>
            </a:extLst>
          </p:cNvPr>
          <p:cNvCxnSpPr/>
          <p:nvPr/>
        </p:nvCxnSpPr>
        <p:spPr>
          <a:xfrm>
            <a:off x="17693976" y="12800931"/>
            <a:ext cx="6726726" cy="0"/>
          </a:xfrm>
          <a:prstGeom prst="line">
            <a:avLst/>
          </a:prstGeom>
          <a:ln w="38100" cmpd="sng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01AFA8A-FBFC-4CDB-9FDD-4444DE9181EF}"/>
              </a:ext>
            </a:extLst>
          </p:cNvPr>
          <p:cNvCxnSpPr/>
          <p:nvPr/>
        </p:nvCxnSpPr>
        <p:spPr>
          <a:xfrm>
            <a:off x="13282628" y="9755624"/>
            <a:ext cx="11095022" cy="0"/>
          </a:xfrm>
          <a:prstGeom prst="line">
            <a:avLst/>
          </a:prstGeom>
          <a:ln w="38100" cmpd="sng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33517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Kcell">
  <a:themeElements>
    <a:clrScheme name="Custom 1">
      <a:dk1>
        <a:sysClr val="windowText" lastClr="000000"/>
      </a:dk1>
      <a:lt1>
        <a:sysClr val="window" lastClr="FFFFFF"/>
      </a:lt1>
      <a:dk2>
        <a:srgbClr val="652D86"/>
      </a:dk2>
      <a:lt2>
        <a:srgbClr val="C7C2BA"/>
      </a:lt2>
      <a:accent1>
        <a:srgbClr val="0083BE"/>
      </a:accent1>
      <a:accent2>
        <a:srgbClr val="00B48C"/>
      </a:accent2>
      <a:accent3>
        <a:srgbClr val="BED600"/>
      </a:accent3>
      <a:accent4>
        <a:srgbClr val="FF6319"/>
      </a:accent4>
      <a:accent5>
        <a:srgbClr val="C41B79"/>
      </a:accent5>
      <a:accent6>
        <a:srgbClr val="DC0451"/>
      </a:accent6>
      <a:hlink>
        <a:srgbClr val="F9DC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Kcell" id="{D3E50BD7-3C69-460A-87D9-7FAA94BBD99F}" vid="{B310DFDD-D963-4A84-9B5C-F08C68F265C5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Theme Kcel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Kcell" id="{D3E50BD7-3C69-460A-87D9-7FAA94BBD99F}" vid="{B310DFDD-D963-4A84-9B5C-F08C68F265C5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1DB1BE-2944-401B-B0A8-30D279782E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EB35DD-271D-41A0-BAFA-8B1BC5880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7B4757C-1CD8-43BA-A6B5-747265B022E0}">
  <ds:schemaRefs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Kcell</Template>
  <TotalTime>0</TotalTime>
  <Words>1004</Words>
  <Application>Microsoft Office PowerPoint</Application>
  <PresentationFormat>Произвольный</PresentationFormat>
  <Paragraphs>163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19</vt:i4>
      </vt:variant>
    </vt:vector>
  </HeadingPairs>
  <TitlesOfParts>
    <vt:vector size="31" baseType="lpstr">
      <vt:lpstr>Arial</vt:lpstr>
      <vt:lpstr>Calibri</vt:lpstr>
      <vt:lpstr>Calibri Light</vt:lpstr>
      <vt:lpstr>Gotham Pro</vt:lpstr>
      <vt:lpstr>Latha</vt:lpstr>
      <vt:lpstr>Lato Black</vt:lpstr>
      <vt:lpstr>Lato Light</vt:lpstr>
      <vt:lpstr>Theme Kcell</vt:lpstr>
      <vt:lpstr>Custom Design</vt:lpstr>
      <vt:lpstr>1_Office Theme</vt:lpstr>
      <vt:lpstr>1_Theme Kcell</vt:lpstr>
      <vt:lpstr>2_Office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2014-09-02T14:00:12Z</dcterms:created>
  <dcterms:modified xsi:type="dcterms:W3CDTF">2025-12-02T07:51:51Z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2025-12-02T07:51:51Z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2cf867ba-6810-4d67-8107-7a6365d34be9</vt:lpwstr>
  </property>
  <property fmtid="{D5CDD505-2E9C-101B-9397-08002B2CF9AE}" pid="9" name="MSIP_Label_9cdd97af-22dc-49fa-ac47-e24224ce56c4_ContentBits">
    <vt:lpwstr>0</vt:lpwstr>
  </property>
</Properties>
</file>