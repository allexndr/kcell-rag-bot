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72" r:id="rId5"/>
    <p:sldId id="273" r:id="rId6"/>
    <p:sldId id="2147378947" r:id="rId7"/>
    <p:sldId id="2147378952" r:id="rId8"/>
    <p:sldId id="214737895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F6DA7-11E3-48AA-BF31-6D39E8BA4019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FA2D2-7A16-42E6-B869-AE733C8099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62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5B1ED-3D4B-814D-9C40-44CB7D46607B}" type="slidenum">
              <a:rPr kumimoji="0" lang="ru-K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K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478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5B1ED-3D4B-814D-9C40-44CB7D46607B}" type="slidenum">
              <a:rPr kumimoji="0" lang="ru-K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K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7346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5B1ED-3D4B-814D-9C40-44CB7D46607B}" type="slidenum">
              <a:rPr kumimoji="0" lang="ru-K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K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035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75B1ED-3D4B-814D-9C40-44CB7D46607B}" type="slidenum">
              <a:rPr kumimoji="0" lang="ru-K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K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4721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DA840-E68F-1348-B906-7039D5054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9FE87B-6A19-184E-9C59-6E0C5B50B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2B7B65-FDA8-0B40-871D-42E01DA9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352031-98F8-0846-8D6A-52C22A07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ACC344-A5F7-4E47-B8BF-2B788D24C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1040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C7713-970F-4E4F-A360-EC4BA184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970108-4C90-AE4C-895F-2702DAFE3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7F316D-B421-F040-A8AC-B83EA865C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02D619-1AE7-474F-8DB6-B2E21C68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C91F2D-7FD2-B543-8A50-BFCFF8C5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66631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0AE4E8-FEB2-3745-9E81-316D702D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37F8D9-256D-3F46-9FF5-02F44B3E1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44B666-44A4-A444-850E-53144EB8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B1CF01-A7FD-E84A-A90A-40C69D6B6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5C816-D246-B140-9DB7-26B736B8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6426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F61DBE-EEFE-7648-8D12-5AAC1644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2F3781-2E8D-8949-BC20-CB859B45B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78403D-01AE-8D4D-AE45-1FA6EE368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3608B8-68A4-1043-829B-DCEAD823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7FFB56-AD75-B240-AEF6-3312B9D5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808D20-6D7D-0941-A2C6-F15F7832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5077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A3060F-72BB-1742-B4E9-F6B68130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7B1B4A-C25E-914C-8C77-DC0A8898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AFF0E7-7011-0E44-944F-3532967AC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CEC7C7-2296-EC4C-A5E2-3E812AF4C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03A5E1-8052-DF41-80E4-34FF9F546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7396538-6269-2D4D-A7AD-0C8159B88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5630D2E-2057-CF4E-98A3-ACCBB892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8BF4C6-FF4D-3546-BB5C-B55268D8E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31773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2B81B-E28E-D245-BAFF-4EED8792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451A5F-EC07-954A-92B0-3C8C576EF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7DD4B88-18DA-E345-BCF7-D75ADE2D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47C49E-1168-5940-9BEE-EC413FC1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52429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EC7F3C6-7684-934B-8747-809001D6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B098344-D630-704F-BA26-BD5CB860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EB2BAB-DE32-D646-AD3E-4D7E1488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5862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38A01-F611-5F4C-AA1F-5464533F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57E393-7876-E54D-B010-620302B8C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C87BC66-3811-754F-9E68-AC4448D42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7B1829-B8DD-AE48-92CC-7224CAAFD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A5CC51-4A5F-E546-A13F-73226F5C1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A863ED-FE4D-2B44-AED6-6E1E7DC7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68695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3670C2-F19E-8245-877F-202FB8FF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4990906-2298-CD4B-8AA0-431CE7C19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CEBB2E-C16C-E743-80A1-05228F852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A5AC7A-535B-AA40-AF49-2EFA4955A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858359-852D-B242-9A4A-260963D6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6A4F08-B5D3-2948-A4F6-1C05FBFB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5590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74C8B-504E-2D4C-8CF2-194E9E6C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BD9F8F-9D50-CF48-9E27-B4D0C034C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9CAA98-9F07-2F42-AF18-1C98155C1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D8AFF4-2638-3541-9D4B-8CBF2640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196C64-8A50-0143-894B-589FAD26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5105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FD28C09-CEF8-5646-A403-A212C83F0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35E645-7CD7-8843-BEC7-A09189232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FE50E1-0406-8F43-9771-3FC779F87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80695-FB1D-2445-AF81-B4884263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62C8FE-F6DA-BE4D-AF76-7DA7AD64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55399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 коп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35" name="Изображение"/>
          <p:cNvSpPr>
            <a:spLocks noGrp="1"/>
          </p:cNvSpPr>
          <p:nvPr>
            <p:ph type="pic" sz="quarter" idx="13"/>
          </p:nvPr>
        </p:nvSpPr>
        <p:spPr>
          <a:xfrm>
            <a:off x="210599" y="6522849"/>
            <a:ext cx="715377" cy="2208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511541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 копия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Изображение" descr="Изображение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3175">
            <a:miter lim="400000"/>
          </a:ln>
        </p:spPr>
      </p:pic>
      <p:sp>
        <p:nvSpPr>
          <p:cNvPr id="2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6002751" y="6600371"/>
            <a:ext cx="179253" cy="179252"/>
          </a:xfrm>
          <a:prstGeom prst="rect">
            <a:avLst/>
          </a:prstGeom>
        </p:spPr>
        <p:txBody>
          <a:bodyPr lIns="26125" tIns="26125" rIns="26125" bIns="26125" anchor="b"/>
          <a:lstStyle>
            <a:lvl1pPr algn="ctr" defTabSz="411480">
              <a:defRPr sz="9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622886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A5475-77BA-2D46-AD8C-40ACD3BAE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1AC530-0281-354E-8CBB-918EA93B9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1623E3-F39C-3A45-A056-78C1AE1A50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F641D-CA81-8B49-A887-3921642E9344}" type="datetimeFigureOut">
              <a:rPr lang="ru-KZ" smtClean="0"/>
              <a:t>12/02/2025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0CEC8B-4D45-7F4E-A449-B8CE370A6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CE6D40-E7ED-FF42-859E-BC56BDE8F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B9334-1522-204B-AF58-3D6A3E1F294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775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emf"/><Relationship Id="rId7" Type="http://schemas.openxmlformats.org/officeDocument/2006/relationships/image" Target="../media/image8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5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6.emf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10.svg"/><Relationship Id="rId5" Type="http://schemas.openxmlformats.org/officeDocument/2006/relationships/image" Target="../media/image3.emf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2.emf"/><Relationship Id="rId9" Type="http://schemas.openxmlformats.org/officeDocument/2006/relationships/image" Target="../media/image8.emf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6.emf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image" Target="../media/image10.svg"/><Relationship Id="rId5" Type="http://schemas.openxmlformats.org/officeDocument/2006/relationships/image" Target="../media/image3.emf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2.emf"/><Relationship Id="rId9" Type="http://schemas.openxmlformats.org/officeDocument/2006/relationships/image" Target="../media/image8.emf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19E13DC-8374-7D49-8402-A7CE92E5D1AF}"/>
              </a:ext>
            </a:extLst>
          </p:cNvPr>
          <p:cNvSpPr txBox="1">
            <a:spLocks/>
          </p:cNvSpPr>
          <p:nvPr/>
        </p:nvSpPr>
        <p:spPr>
          <a:xfrm>
            <a:off x="11731889" y="6497815"/>
            <a:ext cx="3616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defPPr>
              <a:defRPr lang="ru-K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ru-K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K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+mn-cs"/>
            </a:endParaRPr>
          </a:p>
        </p:txBody>
      </p:sp>
      <p:sp>
        <p:nvSpPr>
          <p:cNvPr id="7" name="Заголовок текста (Helvetica Neue bold 22)…">
            <a:extLst>
              <a:ext uri="{FF2B5EF4-FFF2-40B4-BE49-F238E27FC236}">
                <a16:creationId xmlns:a16="http://schemas.microsoft.com/office/drawing/2014/main" id="{EF383B9A-7348-AD4D-9FA4-2E6722F983DD}"/>
              </a:ext>
            </a:extLst>
          </p:cNvPr>
          <p:cNvSpPr txBox="1"/>
          <p:nvPr/>
        </p:nvSpPr>
        <p:spPr>
          <a:xfrm>
            <a:off x="900002" y="1173237"/>
            <a:ext cx="6565990" cy="213391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Сферы бизнеса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Риэлторские, туристические, авиа и ж/д агентства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Интернет-магазины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Рестораны, кафе, службы доставки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Салоны красоты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Сервисные компании (СТО, центры технической поддержки, услуги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по организации мероприятий и т. п.)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Частные медицинские и образовательные учреждения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B1FED6D-C0D7-0047-B1A7-DE0DCB03F91C}"/>
              </a:ext>
            </a:extLst>
          </p:cNvPr>
          <p:cNvGrpSpPr/>
          <p:nvPr/>
        </p:nvGrpSpPr>
        <p:grpSpPr>
          <a:xfrm>
            <a:off x="7179790" y="1131946"/>
            <a:ext cx="4552099" cy="5264828"/>
            <a:chOff x="7010172" y="867146"/>
            <a:chExt cx="4552099" cy="5264828"/>
          </a:xfrm>
        </p:grpSpPr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BE638289-15ED-2444-9B76-63B265D2EA9D}"/>
                </a:ext>
              </a:extLst>
            </p:cNvPr>
            <p:cNvGrpSpPr/>
            <p:nvPr/>
          </p:nvGrpSpPr>
          <p:grpSpPr>
            <a:xfrm>
              <a:off x="8064296" y="867146"/>
              <a:ext cx="2163097" cy="372021"/>
              <a:chOff x="8436077" y="1084760"/>
              <a:chExt cx="2163097" cy="372021"/>
            </a:xfrm>
          </p:grpSpPr>
          <p:sp>
            <p:nvSpPr>
              <p:cNvPr id="2" name="Скругленный прямоугольник 1">
                <a:extLst>
                  <a:ext uri="{FF2B5EF4-FFF2-40B4-BE49-F238E27FC236}">
                    <a16:creationId xmlns:a16="http://schemas.microsoft.com/office/drawing/2014/main" id="{CCA2E33A-5CC7-8743-9498-7CEE0DF1490A}"/>
                  </a:ext>
                </a:extLst>
              </p:cNvPr>
              <p:cNvSpPr/>
              <p:nvPr/>
            </p:nvSpPr>
            <p:spPr>
              <a:xfrm>
                <a:off x="8436077" y="1084760"/>
                <a:ext cx="2163097" cy="372021"/>
              </a:xfrm>
              <a:prstGeom prst="roundRect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Заголовок текста (Helvetica Neue bold 22)…">
                <a:extLst>
                  <a:ext uri="{FF2B5EF4-FFF2-40B4-BE49-F238E27FC236}">
                    <a16:creationId xmlns:a16="http://schemas.microsoft.com/office/drawing/2014/main" id="{0285FCEA-6059-E34C-9CDE-C738ECBCFBF1}"/>
                  </a:ext>
                </a:extLst>
              </p:cNvPr>
              <p:cNvSpPr txBox="1"/>
              <p:nvPr/>
            </p:nvSpPr>
            <p:spPr>
              <a:xfrm>
                <a:off x="8514733" y="1120790"/>
                <a:ext cx="2013580" cy="276999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+7 701 123 45 67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0ADDDE67-E95D-1D49-8E05-59E384E3F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81063" y="1774821"/>
              <a:ext cx="647545" cy="647545"/>
            </a:xfrm>
            <a:prstGeom prst="rect">
              <a:avLst/>
            </a:prstGeom>
          </p:spPr>
        </p:pic>
        <p:sp>
          <p:nvSpPr>
            <p:cNvPr id="22" name="Заголовок текста (Helvetica Neue bold 22)…">
              <a:extLst>
                <a:ext uri="{FF2B5EF4-FFF2-40B4-BE49-F238E27FC236}">
                  <a16:creationId xmlns:a16="http://schemas.microsoft.com/office/drawing/2014/main" id="{AE1C837E-4FFE-9C42-8AC6-6E3D006ABE80}"/>
                </a:ext>
              </a:extLst>
            </p:cNvPr>
            <p:cNvSpPr txBox="1"/>
            <p:nvPr/>
          </p:nvSpPr>
          <p:spPr>
            <a:xfrm>
              <a:off x="7882758" y="2403082"/>
              <a:ext cx="2565498" cy="276999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6F3D94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Виртуальная АТС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F3D94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29AE3497-DFE9-9849-8FE7-3758DD10098A}"/>
                </a:ext>
              </a:extLst>
            </p:cNvPr>
            <p:cNvGrpSpPr/>
            <p:nvPr/>
          </p:nvGrpSpPr>
          <p:grpSpPr>
            <a:xfrm>
              <a:off x="7444710" y="3202685"/>
              <a:ext cx="3537927" cy="965403"/>
              <a:chOff x="8140948" y="3265833"/>
              <a:chExt cx="4124632" cy="1125499"/>
            </a:xfrm>
          </p:grpSpPr>
          <p:sp>
            <p:nvSpPr>
              <p:cNvPr id="24" name="Скругленный прямоугольник 23">
                <a:extLst>
                  <a:ext uri="{FF2B5EF4-FFF2-40B4-BE49-F238E27FC236}">
                    <a16:creationId xmlns:a16="http://schemas.microsoft.com/office/drawing/2014/main" id="{BDB2A50C-77D4-924D-8253-9F336D4F1C1D}"/>
                  </a:ext>
                </a:extLst>
              </p:cNvPr>
              <p:cNvSpPr/>
              <p:nvPr/>
            </p:nvSpPr>
            <p:spPr>
              <a:xfrm>
                <a:off x="8140949" y="3267521"/>
                <a:ext cx="4124631" cy="1123811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Скругленный прямоугольник 26">
                <a:extLst>
                  <a:ext uri="{FF2B5EF4-FFF2-40B4-BE49-F238E27FC236}">
                    <a16:creationId xmlns:a16="http://schemas.microsoft.com/office/drawing/2014/main" id="{059C943A-6FE0-174C-9365-0B1EBD412EDB}"/>
                  </a:ext>
                </a:extLst>
              </p:cNvPr>
              <p:cNvSpPr/>
              <p:nvPr/>
            </p:nvSpPr>
            <p:spPr>
              <a:xfrm>
                <a:off x="8140949" y="3265833"/>
                <a:ext cx="4124631" cy="295053"/>
              </a:xfrm>
              <a:prstGeom prst="roundRect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Заголовок текста (Helvetica Neue bold 22)…">
                <a:extLst>
                  <a:ext uri="{FF2B5EF4-FFF2-40B4-BE49-F238E27FC236}">
                    <a16:creationId xmlns:a16="http://schemas.microsoft.com/office/drawing/2014/main" id="{62C953F6-04AB-C546-A001-CBC85129D161}"/>
                  </a:ext>
                </a:extLst>
              </p:cNvPr>
              <p:cNvSpPr txBox="1"/>
              <p:nvPr/>
            </p:nvSpPr>
            <p:spPr>
              <a:xfrm>
                <a:off x="8891479" y="3290500"/>
                <a:ext cx="2605550" cy="215444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Голосовое приветствие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3F229D7-EEE5-2F45-AE80-6BE8FF7D6B9F}"/>
                  </a:ext>
                </a:extLst>
              </p:cNvPr>
              <p:cNvSpPr txBox="1"/>
              <p:nvPr/>
            </p:nvSpPr>
            <p:spPr>
              <a:xfrm>
                <a:off x="8140948" y="3654191"/>
                <a:ext cx="4124631" cy="6996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Здравствуйте! Вы позвонили в компанию…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Ваш звонок очень важен для нас. Пожалуйста, оставайтесь на линии.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elvetica Neue Light" panose="02000403000000020004" pitchFamily="2" charset="0"/>
                  <a:ea typeface="Helvetica Neue Light" panose="02000403000000020004" pitchFamily="2" charset="0"/>
                  <a:cs typeface="+mn-cs"/>
                </a:endParaRPr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BDDBA24F-CFBD-7A4B-BFC3-4579085AFE27}"/>
                </a:ext>
              </a:extLst>
            </p:cNvPr>
            <p:cNvGrpSpPr/>
            <p:nvPr/>
          </p:nvGrpSpPr>
          <p:grpSpPr>
            <a:xfrm>
              <a:off x="7015940" y="4767263"/>
              <a:ext cx="996887" cy="295053"/>
              <a:chOff x="7580883" y="5094634"/>
              <a:chExt cx="996887" cy="295053"/>
            </a:xfrm>
          </p:grpSpPr>
          <p:sp>
            <p:nvSpPr>
              <p:cNvPr id="29" name="Скругленный прямоугольник 28">
                <a:extLst>
                  <a:ext uri="{FF2B5EF4-FFF2-40B4-BE49-F238E27FC236}">
                    <a16:creationId xmlns:a16="http://schemas.microsoft.com/office/drawing/2014/main" id="{DC0F2177-6CD6-2B4F-A188-B84D87247B69}"/>
                  </a:ext>
                </a:extLst>
              </p:cNvPr>
              <p:cNvSpPr/>
              <p:nvPr/>
            </p:nvSpPr>
            <p:spPr>
              <a:xfrm>
                <a:off x="7580883" y="5094634"/>
                <a:ext cx="996887" cy="295053"/>
              </a:xfrm>
              <a:prstGeom prst="roundRect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Заголовок текста (Helvetica Neue bold 22)…">
                <a:extLst>
                  <a:ext uri="{FF2B5EF4-FFF2-40B4-BE49-F238E27FC236}">
                    <a16:creationId xmlns:a16="http://schemas.microsoft.com/office/drawing/2014/main" id="{8D5E6DA8-1A0C-8C4E-9CC4-BE72C3EB39DB}"/>
                  </a:ext>
                </a:extLst>
              </p:cNvPr>
              <p:cNvSpPr txBox="1"/>
              <p:nvPr/>
            </p:nvSpPr>
            <p:spPr>
              <a:xfrm>
                <a:off x="7600545" y="5165392"/>
                <a:ext cx="967393" cy="16158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Сотрудник 1</a:t>
                </a: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472882E3-64F1-B54B-88E9-7E47056005D9}"/>
                </a:ext>
              </a:extLst>
            </p:cNvPr>
            <p:cNvGrpSpPr/>
            <p:nvPr/>
          </p:nvGrpSpPr>
          <p:grpSpPr>
            <a:xfrm>
              <a:off x="8205643" y="4767263"/>
              <a:ext cx="996887" cy="295053"/>
              <a:chOff x="7580883" y="5094634"/>
              <a:chExt cx="996887" cy="295053"/>
            </a:xfrm>
          </p:grpSpPr>
          <p:sp>
            <p:nvSpPr>
              <p:cNvPr id="41" name="Скругленный прямоугольник 40">
                <a:extLst>
                  <a:ext uri="{FF2B5EF4-FFF2-40B4-BE49-F238E27FC236}">
                    <a16:creationId xmlns:a16="http://schemas.microsoft.com/office/drawing/2014/main" id="{2EE3718D-BCB5-A745-A5DF-B67916788907}"/>
                  </a:ext>
                </a:extLst>
              </p:cNvPr>
              <p:cNvSpPr/>
              <p:nvPr/>
            </p:nvSpPr>
            <p:spPr>
              <a:xfrm>
                <a:off x="7580883" y="5094634"/>
                <a:ext cx="996887" cy="295053"/>
              </a:xfrm>
              <a:prstGeom prst="roundRect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Заголовок текста (Helvetica Neue bold 22)…">
                <a:extLst>
                  <a:ext uri="{FF2B5EF4-FFF2-40B4-BE49-F238E27FC236}">
                    <a16:creationId xmlns:a16="http://schemas.microsoft.com/office/drawing/2014/main" id="{E8B730B0-8628-514D-BA40-DDF961880B25}"/>
                  </a:ext>
                </a:extLst>
              </p:cNvPr>
              <p:cNvSpPr txBox="1"/>
              <p:nvPr/>
            </p:nvSpPr>
            <p:spPr>
              <a:xfrm>
                <a:off x="7600545" y="5165392"/>
                <a:ext cx="967393" cy="16158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Сотрудник 2</a:t>
                </a: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0AF21043-DEDF-E94B-B21E-9624015A0ADB}"/>
                </a:ext>
              </a:extLst>
            </p:cNvPr>
            <p:cNvGrpSpPr/>
            <p:nvPr/>
          </p:nvGrpSpPr>
          <p:grpSpPr>
            <a:xfrm>
              <a:off x="9385513" y="4767263"/>
              <a:ext cx="996887" cy="295053"/>
              <a:chOff x="7580883" y="5094634"/>
              <a:chExt cx="996887" cy="295053"/>
            </a:xfrm>
          </p:grpSpPr>
          <p:sp>
            <p:nvSpPr>
              <p:cNvPr id="44" name="Скругленный прямоугольник 43">
                <a:extLst>
                  <a:ext uri="{FF2B5EF4-FFF2-40B4-BE49-F238E27FC236}">
                    <a16:creationId xmlns:a16="http://schemas.microsoft.com/office/drawing/2014/main" id="{352BC110-DE38-D843-9516-F14F874B286B}"/>
                  </a:ext>
                </a:extLst>
              </p:cNvPr>
              <p:cNvSpPr/>
              <p:nvPr/>
            </p:nvSpPr>
            <p:spPr>
              <a:xfrm>
                <a:off x="7580883" y="5094634"/>
                <a:ext cx="996887" cy="295053"/>
              </a:xfrm>
              <a:prstGeom prst="roundRect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Заголовок текста (Helvetica Neue bold 22)…">
                <a:extLst>
                  <a:ext uri="{FF2B5EF4-FFF2-40B4-BE49-F238E27FC236}">
                    <a16:creationId xmlns:a16="http://schemas.microsoft.com/office/drawing/2014/main" id="{57DCDD23-2090-7E4F-A946-1C75F51E5137}"/>
                  </a:ext>
                </a:extLst>
              </p:cNvPr>
              <p:cNvSpPr txBox="1"/>
              <p:nvPr/>
            </p:nvSpPr>
            <p:spPr>
              <a:xfrm>
                <a:off x="7600545" y="5165392"/>
                <a:ext cx="967393" cy="16158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Сотрудник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</a:t>
                </a:r>
              </a:p>
            </p:txBody>
          </p:sp>
        </p:grpSp>
        <p:grpSp>
          <p:nvGrpSpPr>
            <p:cNvPr id="46" name="Группа 45">
              <a:extLst>
                <a:ext uri="{FF2B5EF4-FFF2-40B4-BE49-F238E27FC236}">
                  <a16:creationId xmlns:a16="http://schemas.microsoft.com/office/drawing/2014/main" id="{CDFC809A-C6DC-3C4F-BC53-B0F2ED761E15}"/>
                </a:ext>
              </a:extLst>
            </p:cNvPr>
            <p:cNvGrpSpPr/>
            <p:nvPr/>
          </p:nvGrpSpPr>
          <p:grpSpPr>
            <a:xfrm>
              <a:off x="10565384" y="4767263"/>
              <a:ext cx="996887" cy="295053"/>
              <a:chOff x="7580883" y="5094634"/>
              <a:chExt cx="996887" cy="295053"/>
            </a:xfrm>
          </p:grpSpPr>
          <p:sp>
            <p:nvSpPr>
              <p:cNvPr id="47" name="Скругленный прямоугольник 46">
                <a:extLst>
                  <a:ext uri="{FF2B5EF4-FFF2-40B4-BE49-F238E27FC236}">
                    <a16:creationId xmlns:a16="http://schemas.microsoft.com/office/drawing/2014/main" id="{0FCAD54B-7850-E748-9391-191D8DCDFE30}"/>
                  </a:ext>
                </a:extLst>
              </p:cNvPr>
              <p:cNvSpPr/>
              <p:nvPr/>
            </p:nvSpPr>
            <p:spPr>
              <a:xfrm>
                <a:off x="7580883" y="5094634"/>
                <a:ext cx="996887" cy="295053"/>
              </a:xfrm>
              <a:prstGeom prst="roundRect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Заголовок текста (Helvetica Neue bold 22)…">
                <a:extLst>
                  <a:ext uri="{FF2B5EF4-FFF2-40B4-BE49-F238E27FC236}">
                    <a16:creationId xmlns:a16="http://schemas.microsoft.com/office/drawing/2014/main" id="{3F6A589E-CFA7-AD43-BC40-85D41E5C5A77}"/>
                  </a:ext>
                </a:extLst>
              </p:cNvPr>
              <p:cNvSpPr txBox="1"/>
              <p:nvPr/>
            </p:nvSpPr>
            <p:spPr>
              <a:xfrm>
                <a:off x="7600545" y="5165392"/>
                <a:ext cx="967393" cy="161583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Нет ответа</a:t>
                </a:r>
                <a:endPara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81" name="Группа 80">
              <a:extLst>
                <a:ext uri="{FF2B5EF4-FFF2-40B4-BE49-F238E27FC236}">
                  <a16:creationId xmlns:a16="http://schemas.microsoft.com/office/drawing/2014/main" id="{9C3B3C07-B2F0-BD44-A767-983446B71CD9}"/>
                </a:ext>
              </a:extLst>
            </p:cNvPr>
            <p:cNvGrpSpPr/>
            <p:nvPr/>
          </p:nvGrpSpPr>
          <p:grpSpPr>
            <a:xfrm>
              <a:off x="7010172" y="5162243"/>
              <a:ext cx="967393" cy="969731"/>
              <a:chOff x="7118324" y="4975433"/>
              <a:chExt cx="967393" cy="969731"/>
            </a:xfrm>
          </p:grpSpPr>
          <p:pic>
            <p:nvPicPr>
              <p:cNvPr id="51" name="Рисунок 50">
                <a:extLst>
                  <a:ext uri="{FF2B5EF4-FFF2-40B4-BE49-F238E27FC236}">
                    <a16:creationId xmlns:a16="http://schemas.microsoft.com/office/drawing/2014/main" id="{7FFBB124-2635-FB47-842F-90B665C949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29784" y="4975433"/>
                <a:ext cx="472108" cy="531869"/>
              </a:xfrm>
              <a:prstGeom prst="rect">
                <a:avLst/>
              </a:prstGeom>
            </p:spPr>
          </p:pic>
          <p:sp>
            <p:nvSpPr>
              <p:cNvPr id="56" name="Заголовок текста (Helvetica Neue bold 22)…">
                <a:extLst>
                  <a:ext uri="{FF2B5EF4-FFF2-40B4-BE49-F238E27FC236}">
                    <a16:creationId xmlns:a16="http://schemas.microsoft.com/office/drawing/2014/main" id="{AABF0BD3-6509-0042-B25C-0917C0E55AD3}"/>
                  </a:ext>
                </a:extLst>
              </p:cNvPr>
              <p:cNvSpPr txBox="1"/>
              <p:nvPr/>
            </p:nvSpPr>
            <p:spPr>
              <a:xfrm>
                <a:off x="7118324" y="5663035"/>
                <a:ext cx="967393" cy="282129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Мобильный телефон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6F3D94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82" name="Группа 81">
              <a:extLst>
                <a:ext uri="{FF2B5EF4-FFF2-40B4-BE49-F238E27FC236}">
                  <a16:creationId xmlns:a16="http://schemas.microsoft.com/office/drawing/2014/main" id="{A7DC74E5-F555-3E41-AECB-6DDBE33C4BFF}"/>
                </a:ext>
              </a:extLst>
            </p:cNvPr>
            <p:cNvGrpSpPr/>
            <p:nvPr/>
          </p:nvGrpSpPr>
          <p:grpSpPr>
            <a:xfrm>
              <a:off x="8227148" y="5162243"/>
              <a:ext cx="967393" cy="969731"/>
              <a:chOff x="8335300" y="4975433"/>
              <a:chExt cx="967393" cy="969731"/>
            </a:xfrm>
          </p:grpSpPr>
          <p:pic>
            <p:nvPicPr>
              <p:cNvPr id="53" name="Рисунок 52">
                <a:extLst>
                  <a:ext uri="{FF2B5EF4-FFF2-40B4-BE49-F238E27FC236}">
                    <a16:creationId xmlns:a16="http://schemas.microsoft.com/office/drawing/2014/main" id="{3D51CBB7-007C-1344-994E-7191895B9B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19487" y="4975433"/>
                <a:ext cx="472108" cy="531869"/>
              </a:xfrm>
              <a:prstGeom prst="rect">
                <a:avLst/>
              </a:prstGeom>
            </p:spPr>
          </p:pic>
          <p:sp>
            <p:nvSpPr>
              <p:cNvPr id="57" name="Заголовок текста (Helvetica Neue bold 22)…">
                <a:extLst>
                  <a:ext uri="{FF2B5EF4-FFF2-40B4-BE49-F238E27FC236}">
                    <a16:creationId xmlns:a16="http://schemas.microsoft.com/office/drawing/2014/main" id="{EDFA6834-A06D-B047-AEC4-7D9FA18532E1}"/>
                  </a:ext>
                </a:extLst>
              </p:cNvPr>
              <p:cNvSpPr txBox="1"/>
              <p:nvPr/>
            </p:nvSpPr>
            <p:spPr>
              <a:xfrm>
                <a:off x="8335300" y="5663035"/>
                <a:ext cx="967393" cy="282129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Мобильный телефон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6F3D94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83" name="Группа 82">
              <a:extLst>
                <a:ext uri="{FF2B5EF4-FFF2-40B4-BE49-F238E27FC236}">
                  <a16:creationId xmlns:a16="http://schemas.microsoft.com/office/drawing/2014/main" id="{9230CA53-50C2-6749-A348-6F862C1287F2}"/>
                </a:ext>
              </a:extLst>
            </p:cNvPr>
            <p:cNvGrpSpPr/>
            <p:nvPr/>
          </p:nvGrpSpPr>
          <p:grpSpPr>
            <a:xfrm>
              <a:off x="9415007" y="5162243"/>
              <a:ext cx="967393" cy="969731"/>
              <a:chOff x="9523159" y="4975433"/>
              <a:chExt cx="967393" cy="969731"/>
            </a:xfrm>
          </p:grpSpPr>
          <p:pic>
            <p:nvPicPr>
              <p:cNvPr id="54" name="Рисунок 53">
                <a:extLst>
                  <a:ext uri="{FF2B5EF4-FFF2-40B4-BE49-F238E27FC236}">
                    <a16:creationId xmlns:a16="http://schemas.microsoft.com/office/drawing/2014/main" id="{547CE226-9388-3B41-A900-89C9794C4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09191" y="4975433"/>
                <a:ext cx="472108" cy="531869"/>
              </a:xfrm>
              <a:prstGeom prst="rect">
                <a:avLst/>
              </a:prstGeom>
            </p:spPr>
          </p:pic>
          <p:sp>
            <p:nvSpPr>
              <p:cNvPr id="58" name="Заголовок текста (Helvetica Neue bold 22)…">
                <a:extLst>
                  <a:ext uri="{FF2B5EF4-FFF2-40B4-BE49-F238E27FC236}">
                    <a16:creationId xmlns:a16="http://schemas.microsoft.com/office/drawing/2014/main" id="{B3BB0608-9DE5-1A4A-8794-E65DE583E399}"/>
                  </a:ext>
                </a:extLst>
              </p:cNvPr>
              <p:cNvSpPr txBox="1"/>
              <p:nvPr/>
            </p:nvSpPr>
            <p:spPr>
              <a:xfrm>
                <a:off x="9523159" y="5663035"/>
                <a:ext cx="967393" cy="282129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Мобильный телефон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6F3D94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84" name="Группа 83">
              <a:extLst>
                <a:ext uri="{FF2B5EF4-FFF2-40B4-BE49-F238E27FC236}">
                  <a16:creationId xmlns:a16="http://schemas.microsoft.com/office/drawing/2014/main" id="{0A172E53-F538-E04D-BF11-F1FF46933864}"/>
                </a:ext>
              </a:extLst>
            </p:cNvPr>
            <p:cNvGrpSpPr/>
            <p:nvPr/>
          </p:nvGrpSpPr>
          <p:grpSpPr>
            <a:xfrm>
              <a:off x="10594878" y="5273484"/>
              <a:ext cx="967393" cy="858490"/>
              <a:chOff x="10703030" y="5086674"/>
              <a:chExt cx="967393" cy="858490"/>
            </a:xfrm>
          </p:grpSpPr>
          <p:pic>
            <p:nvPicPr>
              <p:cNvPr id="55" name="Рисунок 54">
                <a:extLst>
                  <a:ext uri="{FF2B5EF4-FFF2-40B4-BE49-F238E27FC236}">
                    <a16:creationId xmlns:a16="http://schemas.microsoft.com/office/drawing/2014/main" id="{A19408E0-5CAC-E947-9BC0-F7C090524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49735" y="5086674"/>
                <a:ext cx="417257" cy="354036"/>
              </a:xfrm>
              <a:prstGeom prst="rect">
                <a:avLst/>
              </a:prstGeom>
            </p:spPr>
          </p:pic>
          <p:sp>
            <p:nvSpPr>
              <p:cNvPr id="59" name="Заголовок текста (Helvetica Neue bold 22)…">
                <a:extLst>
                  <a:ext uri="{FF2B5EF4-FFF2-40B4-BE49-F238E27FC236}">
                    <a16:creationId xmlns:a16="http://schemas.microsoft.com/office/drawing/2014/main" id="{E89783AE-37A8-CB4B-8B33-DEE27301F9A2}"/>
                  </a:ext>
                </a:extLst>
              </p:cNvPr>
              <p:cNvSpPr txBox="1"/>
              <p:nvPr/>
            </p:nvSpPr>
            <p:spPr>
              <a:xfrm>
                <a:off x="10703030" y="5663035"/>
                <a:ext cx="967393" cy="282129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Голосовая почта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6F3D94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grpSp>
          <p:nvGrpSpPr>
            <p:cNvPr id="60" name="Группа 59">
              <a:extLst>
                <a:ext uri="{FF2B5EF4-FFF2-40B4-BE49-F238E27FC236}">
                  <a16:creationId xmlns:a16="http://schemas.microsoft.com/office/drawing/2014/main" id="{EB3518AC-CC72-5845-A5BD-1E1230DF4DC3}"/>
                </a:ext>
              </a:extLst>
            </p:cNvPr>
            <p:cNvGrpSpPr/>
            <p:nvPr/>
          </p:nvGrpSpPr>
          <p:grpSpPr>
            <a:xfrm>
              <a:off x="7879516" y="5406705"/>
              <a:ext cx="428134" cy="117136"/>
              <a:chOff x="1996452" y="2021825"/>
              <a:chExt cx="394081" cy="107819"/>
            </a:xfrm>
          </p:grpSpPr>
          <p:grpSp>
            <p:nvGrpSpPr>
              <p:cNvPr id="61" name="Группа 60">
                <a:extLst>
                  <a:ext uri="{FF2B5EF4-FFF2-40B4-BE49-F238E27FC236}">
                    <a16:creationId xmlns:a16="http://schemas.microsoft.com/office/drawing/2014/main" id="{D22B5467-7498-C644-A3FF-461A04581410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63" name="Овал 62">
                  <a:extLst>
                    <a:ext uri="{FF2B5EF4-FFF2-40B4-BE49-F238E27FC236}">
                      <a16:creationId xmlns:a16="http://schemas.microsoft.com/office/drawing/2014/main" id="{FF304E21-05C3-064C-BA3E-589A024D3D95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Овал 63">
                  <a:extLst>
                    <a:ext uri="{FF2B5EF4-FFF2-40B4-BE49-F238E27FC236}">
                      <a16:creationId xmlns:a16="http://schemas.microsoft.com/office/drawing/2014/main" id="{3CEF249C-4094-A749-8470-8A5267C17632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Овал 64">
                  <a:extLst>
                    <a:ext uri="{FF2B5EF4-FFF2-40B4-BE49-F238E27FC236}">
                      <a16:creationId xmlns:a16="http://schemas.microsoft.com/office/drawing/2014/main" id="{8A22B66A-4E54-1B4E-BAF5-CAB215731BA3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Треугольник 65">
                  <a:extLst>
                    <a:ext uri="{FF2B5EF4-FFF2-40B4-BE49-F238E27FC236}">
                      <a16:creationId xmlns:a16="http://schemas.microsoft.com/office/drawing/2014/main" id="{46053304-7410-9D41-B482-02571ADD05A7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2" name="Овал 61">
                <a:extLst>
                  <a:ext uri="{FF2B5EF4-FFF2-40B4-BE49-F238E27FC236}">
                    <a16:creationId xmlns:a16="http://schemas.microsoft.com/office/drawing/2014/main" id="{A1FFAF90-78A1-544D-A4CB-5440D65D2D1C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Группа 66">
              <a:extLst>
                <a:ext uri="{FF2B5EF4-FFF2-40B4-BE49-F238E27FC236}">
                  <a16:creationId xmlns:a16="http://schemas.microsoft.com/office/drawing/2014/main" id="{C3026730-7463-094C-9C8F-D06C1C2EF78C}"/>
                </a:ext>
              </a:extLst>
            </p:cNvPr>
            <p:cNvGrpSpPr/>
            <p:nvPr/>
          </p:nvGrpSpPr>
          <p:grpSpPr>
            <a:xfrm>
              <a:off x="9059387" y="5406705"/>
              <a:ext cx="428134" cy="117136"/>
              <a:chOff x="1996452" y="2021825"/>
              <a:chExt cx="394081" cy="107819"/>
            </a:xfrm>
          </p:grpSpPr>
          <p:grpSp>
            <p:nvGrpSpPr>
              <p:cNvPr id="68" name="Группа 67">
                <a:extLst>
                  <a:ext uri="{FF2B5EF4-FFF2-40B4-BE49-F238E27FC236}">
                    <a16:creationId xmlns:a16="http://schemas.microsoft.com/office/drawing/2014/main" id="{389395F1-8090-C54E-9B2D-6A98114181BD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70" name="Овал 69">
                  <a:extLst>
                    <a:ext uri="{FF2B5EF4-FFF2-40B4-BE49-F238E27FC236}">
                      <a16:creationId xmlns:a16="http://schemas.microsoft.com/office/drawing/2014/main" id="{4F727FD2-3C78-7C47-8019-E78A0AF2B443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Овал 70">
                  <a:extLst>
                    <a:ext uri="{FF2B5EF4-FFF2-40B4-BE49-F238E27FC236}">
                      <a16:creationId xmlns:a16="http://schemas.microsoft.com/office/drawing/2014/main" id="{5A84B231-FC04-084E-BA66-605FC4FCA8E6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Овал 71">
                  <a:extLst>
                    <a:ext uri="{FF2B5EF4-FFF2-40B4-BE49-F238E27FC236}">
                      <a16:creationId xmlns:a16="http://schemas.microsoft.com/office/drawing/2014/main" id="{F233199C-BBDF-5445-BB05-F649393C8C24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Треугольник 72">
                  <a:extLst>
                    <a:ext uri="{FF2B5EF4-FFF2-40B4-BE49-F238E27FC236}">
                      <a16:creationId xmlns:a16="http://schemas.microsoft.com/office/drawing/2014/main" id="{7A1CB877-2120-C24B-8E36-5D4F8BBF786C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9" name="Овал 68">
                <a:extLst>
                  <a:ext uri="{FF2B5EF4-FFF2-40B4-BE49-F238E27FC236}">
                    <a16:creationId xmlns:a16="http://schemas.microsoft.com/office/drawing/2014/main" id="{5B4C1176-4443-CB45-B97B-8FB6618E8416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8A9D952B-7547-C948-BCA1-02B7CF3D4226}"/>
                </a:ext>
              </a:extLst>
            </p:cNvPr>
            <p:cNvGrpSpPr/>
            <p:nvPr/>
          </p:nvGrpSpPr>
          <p:grpSpPr>
            <a:xfrm>
              <a:off x="10239258" y="5406705"/>
              <a:ext cx="428134" cy="117136"/>
              <a:chOff x="1996452" y="2021825"/>
              <a:chExt cx="394081" cy="107819"/>
            </a:xfrm>
          </p:grpSpPr>
          <p:grpSp>
            <p:nvGrpSpPr>
              <p:cNvPr id="75" name="Группа 74">
                <a:extLst>
                  <a:ext uri="{FF2B5EF4-FFF2-40B4-BE49-F238E27FC236}">
                    <a16:creationId xmlns:a16="http://schemas.microsoft.com/office/drawing/2014/main" id="{3E0A9E64-2EC0-9944-9A49-724B6F08A417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77" name="Овал 76">
                  <a:extLst>
                    <a:ext uri="{FF2B5EF4-FFF2-40B4-BE49-F238E27FC236}">
                      <a16:creationId xmlns:a16="http://schemas.microsoft.com/office/drawing/2014/main" id="{47DF36F8-9D85-4A4A-8FA4-E6A3E11A1774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Овал 77">
                  <a:extLst>
                    <a:ext uri="{FF2B5EF4-FFF2-40B4-BE49-F238E27FC236}">
                      <a16:creationId xmlns:a16="http://schemas.microsoft.com/office/drawing/2014/main" id="{923B6367-0F0B-DF45-9018-E0BB496FE3DB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Овал 78">
                  <a:extLst>
                    <a:ext uri="{FF2B5EF4-FFF2-40B4-BE49-F238E27FC236}">
                      <a16:creationId xmlns:a16="http://schemas.microsoft.com/office/drawing/2014/main" id="{7A94DB54-2789-B541-8764-792078AF807E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Треугольник 79">
                  <a:extLst>
                    <a:ext uri="{FF2B5EF4-FFF2-40B4-BE49-F238E27FC236}">
                      <a16:creationId xmlns:a16="http://schemas.microsoft.com/office/drawing/2014/main" id="{15273B2A-8F85-AF45-BECD-9EAF64A86AA0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6" name="Овал 75">
                <a:extLst>
                  <a:ext uri="{FF2B5EF4-FFF2-40B4-BE49-F238E27FC236}">
                    <a16:creationId xmlns:a16="http://schemas.microsoft.com/office/drawing/2014/main" id="{28B2F151-8552-3B4B-998F-1E09408681BC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12E7AC59-691B-C74D-9574-AB0A286B1F31}"/>
                </a:ext>
              </a:extLst>
            </p:cNvPr>
            <p:cNvGrpSpPr/>
            <p:nvPr/>
          </p:nvGrpSpPr>
          <p:grpSpPr>
            <a:xfrm rot="5400000">
              <a:off x="7536970" y="4414365"/>
              <a:ext cx="428134" cy="117136"/>
              <a:chOff x="1996452" y="2021825"/>
              <a:chExt cx="394081" cy="107819"/>
            </a:xfrm>
          </p:grpSpPr>
          <p:grpSp>
            <p:nvGrpSpPr>
              <p:cNvPr id="86" name="Группа 85">
                <a:extLst>
                  <a:ext uri="{FF2B5EF4-FFF2-40B4-BE49-F238E27FC236}">
                    <a16:creationId xmlns:a16="http://schemas.microsoft.com/office/drawing/2014/main" id="{5BBCF799-A1AC-D643-BE5E-389EBE10263B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88" name="Овал 87">
                  <a:extLst>
                    <a:ext uri="{FF2B5EF4-FFF2-40B4-BE49-F238E27FC236}">
                      <a16:creationId xmlns:a16="http://schemas.microsoft.com/office/drawing/2014/main" id="{61FAB996-7EFC-5645-B068-62638F9C4418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Овал 88">
                  <a:extLst>
                    <a:ext uri="{FF2B5EF4-FFF2-40B4-BE49-F238E27FC236}">
                      <a16:creationId xmlns:a16="http://schemas.microsoft.com/office/drawing/2014/main" id="{C991CCED-3BDF-4E46-94E1-CC4B1ED40EC9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Овал 89">
                  <a:extLst>
                    <a:ext uri="{FF2B5EF4-FFF2-40B4-BE49-F238E27FC236}">
                      <a16:creationId xmlns:a16="http://schemas.microsoft.com/office/drawing/2014/main" id="{98498CF5-A587-B246-9B4E-A400E6630915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Треугольник 90">
                  <a:extLst>
                    <a:ext uri="{FF2B5EF4-FFF2-40B4-BE49-F238E27FC236}">
                      <a16:creationId xmlns:a16="http://schemas.microsoft.com/office/drawing/2014/main" id="{3A3B611D-CD5C-4047-9B9F-8F1BE2B733DD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7" name="Овал 86">
                <a:extLst>
                  <a:ext uri="{FF2B5EF4-FFF2-40B4-BE49-F238E27FC236}">
                    <a16:creationId xmlns:a16="http://schemas.microsoft.com/office/drawing/2014/main" id="{9DD0028E-1799-3D4F-8475-9B31B8A83EBC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Группа 91">
              <a:extLst>
                <a:ext uri="{FF2B5EF4-FFF2-40B4-BE49-F238E27FC236}">
                  <a16:creationId xmlns:a16="http://schemas.microsoft.com/office/drawing/2014/main" id="{AE206FBA-F749-6648-91BB-9C3848026B1F}"/>
                </a:ext>
              </a:extLst>
            </p:cNvPr>
            <p:cNvGrpSpPr/>
            <p:nvPr/>
          </p:nvGrpSpPr>
          <p:grpSpPr>
            <a:xfrm rot="5400000">
              <a:off x="8480867" y="4414365"/>
              <a:ext cx="428134" cy="117136"/>
              <a:chOff x="1996452" y="2021825"/>
              <a:chExt cx="394081" cy="107819"/>
            </a:xfrm>
          </p:grpSpPr>
          <p:grpSp>
            <p:nvGrpSpPr>
              <p:cNvPr id="93" name="Группа 92">
                <a:extLst>
                  <a:ext uri="{FF2B5EF4-FFF2-40B4-BE49-F238E27FC236}">
                    <a16:creationId xmlns:a16="http://schemas.microsoft.com/office/drawing/2014/main" id="{33FA5204-CC71-6B49-8D1A-FBE91D6B84FD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95" name="Овал 94">
                  <a:extLst>
                    <a:ext uri="{FF2B5EF4-FFF2-40B4-BE49-F238E27FC236}">
                      <a16:creationId xmlns:a16="http://schemas.microsoft.com/office/drawing/2014/main" id="{63330DD5-F5AE-9A4B-84DF-B76F0679FE60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Овал 95">
                  <a:extLst>
                    <a:ext uri="{FF2B5EF4-FFF2-40B4-BE49-F238E27FC236}">
                      <a16:creationId xmlns:a16="http://schemas.microsoft.com/office/drawing/2014/main" id="{F65B86BE-63BC-CE45-BA7F-C61F940A47AE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Овал 96">
                  <a:extLst>
                    <a:ext uri="{FF2B5EF4-FFF2-40B4-BE49-F238E27FC236}">
                      <a16:creationId xmlns:a16="http://schemas.microsoft.com/office/drawing/2014/main" id="{4104401D-1CB9-314E-A84B-B3205B4B38E3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Треугольник 97">
                  <a:extLst>
                    <a:ext uri="{FF2B5EF4-FFF2-40B4-BE49-F238E27FC236}">
                      <a16:creationId xmlns:a16="http://schemas.microsoft.com/office/drawing/2014/main" id="{7BC7CB96-4AAF-4241-BBB9-B6BD272B10F4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4" name="Овал 93">
                <a:extLst>
                  <a:ext uri="{FF2B5EF4-FFF2-40B4-BE49-F238E27FC236}">
                    <a16:creationId xmlns:a16="http://schemas.microsoft.com/office/drawing/2014/main" id="{EFB399DC-75E1-8241-BB59-2F1644CA967E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9" name="Группа 98">
              <a:extLst>
                <a:ext uri="{FF2B5EF4-FFF2-40B4-BE49-F238E27FC236}">
                  <a16:creationId xmlns:a16="http://schemas.microsoft.com/office/drawing/2014/main" id="{5218C99B-19C6-004F-B17F-797DD824CA00}"/>
                </a:ext>
              </a:extLst>
            </p:cNvPr>
            <p:cNvGrpSpPr/>
            <p:nvPr/>
          </p:nvGrpSpPr>
          <p:grpSpPr>
            <a:xfrm rot="5400000">
              <a:off x="9641073" y="4414365"/>
              <a:ext cx="428134" cy="117136"/>
              <a:chOff x="1996452" y="2021825"/>
              <a:chExt cx="394081" cy="107819"/>
            </a:xfrm>
          </p:grpSpPr>
          <p:grpSp>
            <p:nvGrpSpPr>
              <p:cNvPr id="100" name="Группа 99">
                <a:extLst>
                  <a:ext uri="{FF2B5EF4-FFF2-40B4-BE49-F238E27FC236}">
                    <a16:creationId xmlns:a16="http://schemas.microsoft.com/office/drawing/2014/main" id="{951DEDDC-1035-8F46-AEBD-55606CE5CAB1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102" name="Овал 101">
                  <a:extLst>
                    <a:ext uri="{FF2B5EF4-FFF2-40B4-BE49-F238E27FC236}">
                      <a16:creationId xmlns:a16="http://schemas.microsoft.com/office/drawing/2014/main" id="{FA4B129B-BCEA-EA43-ADD9-98072DE9D955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Овал 102">
                  <a:extLst>
                    <a:ext uri="{FF2B5EF4-FFF2-40B4-BE49-F238E27FC236}">
                      <a16:creationId xmlns:a16="http://schemas.microsoft.com/office/drawing/2014/main" id="{41836B4A-31AB-9648-ADAB-56623393291D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Овал 103">
                  <a:extLst>
                    <a:ext uri="{FF2B5EF4-FFF2-40B4-BE49-F238E27FC236}">
                      <a16:creationId xmlns:a16="http://schemas.microsoft.com/office/drawing/2014/main" id="{01EF3AB2-68BC-C944-A670-616D0A38579A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Треугольник 104">
                  <a:extLst>
                    <a:ext uri="{FF2B5EF4-FFF2-40B4-BE49-F238E27FC236}">
                      <a16:creationId xmlns:a16="http://schemas.microsoft.com/office/drawing/2014/main" id="{C44010B0-4E43-0A4F-9740-54AEB04337C2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1" name="Овал 100">
                <a:extLst>
                  <a:ext uri="{FF2B5EF4-FFF2-40B4-BE49-F238E27FC236}">
                    <a16:creationId xmlns:a16="http://schemas.microsoft.com/office/drawing/2014/main" id="{3E533A9C-9E63-CB4E-B84A-35FEC79E6AA9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6" name="Группа 105">
              <a:extLst>
                <a:ext uri="{FF2B5EF4-FFF2-40B4-BE49-F238E27FC236}">
                  <a16:creationId xmlns:a16="http://schemas.microsoft.com/office/drawing/2014/main" id="{802ED76F-AB79-FA4F-AAB6-DAFE64C21B00}"/>
                </a:ext>
              </a:extLst>
            </p:cNvPr>
            <p:cNvGrpSpPr/>
            <p:nvPr/>
          </p:nvGrpSpPr>
          <p:grpSpPr>
            <a:xfrm rot="5400000">
              <a:off x="10545640" y="4414365"/>
              <a:ext cx="428134" cy="117136"/>
              <a:chOff x="1996452" y="2021825"/>
              <a:chExt cx="394081" cy="107819"/>
            </a:xfrm>
          </p:grpSpPr>
          <p:grpSp>
            <p:nvGrpSpPr>
              <p:cNvPr id="107" name="Группа 106">
                <a:extLst>
                  <a:ext uri="{FF2B5EF4-FFF2-40B4-BE49-F238E27FC236}">
                    <a16:creationId xmlns:a16="http://schemas.microsoft.com/office/drawing/2014/main" id="{0E63A8A6-A3BE-1F42-86CC-641649E7F2A6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109" name="Овал 108">
                  <a:extLst>
                    <a:ext uri="{FF2B5EF4-FFF2-40B4-BE49-F238E27FC236}">
                      <a16:creationId xmlns:a16="http://schemas.microsoft.com/office/drawing/2014/main" id="{66DC3595-59CE-EA43-83E0-65DC13E0C335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Овал 109">
                  <a:extLst>
                    <a:ext uri="{FF2B5EF4-FFF2-40B4-BE49-F238E27FC236}">
                      <a16:creationId xmlns:a16="http://schemas.microsoft.com/office/drawing/2014/main" id="{B7CED8CA-4B46-834F-8E94-152BFA5926D2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Овал 110">
                  <a:extLst>
                    <a:ext uri="{FF2B5EF4-FFF2-40B4-BE49-F238E27FC236}">
                      <a16:creationId xmlns:a16="http://schemas.microsoft.com/office/drawing/2014/main" id="{479CC8E5-444A-9249-AA43-D292575A4D04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Треугольник 111">
                  <a:extLst>
                    <a:ext uri="{FF2B5EF4-FFF2-40B4-BE49-F238E27FC236}">
                      <a16:creationId xmlns:a16="http://schemas.microsoft.com/office/drawing/2014/main" id="{7C0C6EC0-A373-A742-93ED-B9E5AF1511B7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8" name="Овал 107">
                <a:extLst>
                  <a:ext uri="{FF2B5EF4-FFF2-40B4-BE49-F238E27FC236}">
                    <a16:creationId xmlns:a16="http://schemas.microsoft.com/office/drawing/2014/main" id="{7B467BE2-6F18-074B-A4FC-82D8133E1332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0" name="Группа 129">
              <a:extLst>
                <a:ext uri="{FF2B5EF4-FFF2-40B4-BE49-F238E27FC236}">
                  <a16:creationId xmlns:a16="http://schemas.microsoft.com/office/drawing/2014/main" id="{5DD12EB5-676F-1940-BDBC-68211251BB01}"/>
                </a:ext>
              </a:extLst>
            </p:cNvPr>
            <p:cNvGrpSpPr/>
            <p:nvPr/>
          </p:nvGrpSpPr>
          <p:grpSpPr>
            <a:xfrm>
              <a:off x="8878649" y="2793829"/>
              <a:ext cx="657911" cy="349509"/>
              <a:chOff x="8986801" y="2744669"/>
              <a:chExt cx="657911" cy="349509"/>
            </a:xfrm>
          </p:grpSpPr>
          <p:grpSp>
            <p:nvGrpSpPr>
              <p:cNvPr id="114" name="Группа 113">
                <a:extLst>
                  <a:ext uri="{FF2B5EF4-FFF2-40B4-BE49-F238E27FC236}">
                    <a16:creationId xmlns:a16="http://schemas.microsoft.com/office/drawing/2014/main" id="{BEF49529-819E-9445-B18F-9FCC296D5A13}"/>
                  </a:ext>
                </a:extLst>
              </p:cNvPr>
              <p:cNvGrpSpPr/>
              <p:nvPr/>
            </p:nvGrpSpPr>
            <p:grpSpPr>
              <a:xfrm rot="5400000">
                <a:off x="9145918" y="2860855"/>
                <a:ext cx="349507" cy="117136"/>
                <a:chOff x="1860251" y="2011577"/>
                <a:chExt cx="501307" cy="168011"/>
              </a:xfrm>
            </p:grpSpPr>
            <p:sp>
              <p:nvSpPr>
                <p:cNvPr id="116" name="Овал 115">
                  <a:extLst>
                    <a:ext uri="{FF2B5EF4-FFF2-40B4-BE49-F238E27FC236}">
                      <a16:creationId xmlns:a16="http://schemas.microsoft.com/office/drawing/2014/main" id="{E7862188-2085-3D40-B450-DC71F9E61BF8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Овал 116">
                  <a:extLst>
                    <a:ext uri="{FF2B5EF4-FFF2-40B4-BE49-F238E27FC236}">
                      <a16:creationId xmlns:a16="http://schemas.microsoft.com/office/drawing/2014/main" id="{A4E59DD8-EEB7-DA49-966E-23D7139A2856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Овал 117">
                  <a:extLst>
                    <a:ext uri="{FF2B5EF4-FFF2-40B4-BE49-F238E27FC236}">
                      <a16:creationId xmlns:a16="http://schemas.microsoft.com/office/drawing/2014/main" id="{F9313E5A-55BA-214B-B966-A24A3A2BCC95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Треугольник 118">
                  <a:extLst>
                    <a:ext uri="{FF2B5EF4-FFF2-40B4-BE49-F238E27FC236}">
                      <a16:creationId xmlns:a16="http://schemas.microsoft.com/office/drawing/2014/main" id="{12B413A5-F86C-9B45-8411-62FE47AB4F00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" name="Группа 119">
                <a:extLst>
                  <a:ext uri="{FF2B5EF4-FFF2-40B4-BE49-F238E27FC236}">
                    <a16:creationId xmlns:a16="http://schemas.microsoft.com/office/drawing/2014/main" id="{18103C50-95FE-3847-AFC0-499748FF8821}"/>
                  </a:ext>
                </a:extLst>
              </p:cNvPr>
              <p:cNvGrpSpPr/>
              <p:nvPr/>
            </p:nvGrpSpPr>
            <p:grpSpPr>
              <a:xfrm rot="5400000">
                <a:off x="8870615" y="2860856"/>
                <a:ext cx="349507" cy="117136"/>
                <a:chOff x="1860251" y="2011577"/>
                <a:chExt cx="501307" cy="168011"/>
              </a:xfrm>
            </p:grpSpPr>
            <p:sp>
              <p:nvSpPr>
                <p:cNvPr id="121" name="Овал 120">
                  <a:extLst>
                    <a:ext uri="{FF2B5EF4-FFF2-40B4-BE49-F238E27FC236}">
                      <a16:creationId xmlns:a16="http://schemas.microsoft.com/office/drawing/2014/main" id="{D8B19D11-2FEA-7040-A063-85B1916B13C6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Овал 121">
                  <a:extLst>
                    <a:ext uri="{FF2B5EF4-FFF2-40B4-BE49-F238E27FC236}">
                      <a16:creationId xmlns:a16="http://schemas.microsoft.com/office/drawing/2014/main" id="{396396C0-E556-4B43-B178-FCFFA9DFC4CE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Овал 122">
                  <a:extLst>
                    <a:ext uri="{FF2B5EF4-FFF2-40B4-BE49-F238E27FC236}">
                      <a16:creationId xmlns:a16="http://schemas.microsoft.com/office/drawing/2014/main" id="{81D07D5E-6537-FD44-9A1D-7FC55FBB71A3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Треугольник 123">
                  <a:extLst>
                    <a:ext uri="{FF2B5EF4-FFF2-40B4-BE49-F238E27FC236}">
                      <a16:creationId xmlns:a16="http://schemas.microsoft.com/office/drawing/2014/main" id="{75F1BACF-E331-5444-840A-1D09BC30AC46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5" name="Группа 124">
                <a:extLst>
                  <a:ext uri="{FF2B5EF4-FFF2-40B4-BE49-F238E27FC236}">
                    <a16:creationId xmlns:a16="http://schemas.microsoft.com/office/drawing/2014/main" id="{4B7EAF62-900F-8040-8D4D-BD155E17D11D}"/>
                  </a:ext>
                </a:extLst>
              </p:cNvPr>
              <p:cNvGrpSpPr/>
              <p:nvPr/>
            </p:nvGrpSpPr>
            <p:grpSpPr>
              <a:xfrm rot="5400000">
                <a:off x="9411390" y="2860857"/>
                <a:ext cx="349507" cy="117136"/>
                <a:chOff x="1860251" y="2011577"/>
                <a:chExt cx="501307" cy="168011"/>
              </a:xfrm>
            </p:grpSpPr>
            <p:sp>
              <p:nvSpPr>
                <p:cNvPr id="126" name="Овал 125">
                  <a:extLst>
                    <a:ext uri="{FF2B5EF4-FFF2-40B4-BE49-F238E27FC236}">
                      <a16:creationId xmlns:a16="http://schemas.microsoft.com/office/drawing/2014/main" id="{4A7328A8-5235-FF41-9933-BEDFA870E464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Овал 126">
                  <a:extLst>
                    <a:ext uri="{FF2B5EF4-FFF2-40B4-BE49-F238E27FC236}">
                      <a16:creationId xmlns:a16="http://schemas.microsoft.com/office/drawing/2014/main" id="{BF57147D-57B1-E244-8881-8C2F52821560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Овал 127">
                  <a:extLst>
                    <a:ext uri="{FF2B5EF4-FFF2-40B4-BE49-F238E27FC236}">
                      <a16:creationId xmlns:a16="http://schemas.microsoft.com/office/drawing/2014/main" id="{D721B42D-A3ED-C74D-A63B-157007CC72ED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Треугольник 128">
                  <a:extLst>
                    <a:ext uri="{FF2B5EF4-FFF2-40B4-BE49-F238E27FC236}">
                      <a16:creationId xmlns:a16="http://schemas.microsoft.com/office/drawing/2014/main" id="{5AA4C697-14F0-9841-A69F-E45FC8017161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31" name="Группа 130">
              <a:extLst>
                <a:ext uri="{FF2B5EF4-FFF2-40B4-BE49-F238E27FC236}">
                  <a16:creationId xmlns:a16="http://schemas.microsoft.com/office/drawing/2014/main" id="{41F5E189-E52B-9F47-92DC-AF19350076BC}"/>
                </a:ext>
              </a:extLst>
            </p:cNvPr>
            <p:cNvGrpSpPr/>
            <p:nvPr/>
          </p:nvGrpSpPr>
          <p:grpSpPr>
            <a:xfrm>
              <a:off x="8878649" y="1318991"/>
              <a:ext cx="657911" cy="349509"/>
              <a:chOff x="8986801" y="2744669"/>
              <a:chExt cx="657911" cy="349509"/>
            </a:xfrm>
          </p:grpSpPr>
          <p:grpSp>
            <p:nvGrpSpPr>
              <p:cNvPr id="132" name="Группа 131">
                <a:extLst>
                  <a:ext uri="{FF2B5EF4-FFF2-40B4-BE49-F238E27FC236}">
                    <a16:creationId xmlns:a16="http://schemas.microsoft.com/office/drawing/2014/main" id="{AE085169-C238-BD43-9959-CB2BD4F044C0}"/>
                  </a:ext>
                </a:extLst>
              </p:cNvPr>
              <p:cNvGrpSpPr/>
              <p:nvPr/>
            </p:nvGrpSpPr>
            <p:grpSpPr>
              <a:xfrm rot="5400000">
                <a:off x="9145918" y="2860855"/>
                <a:ext cx="349507" cy="117136"/>
                <a:chOff x="1860251" y="2011577"/>
                <a:chExt cx="501307" cy="168011"/>
              </a:xfrm>
            </p:grpSpPr>
            <p:sp>
              <p:nvSpPr>
                <p:cNvPr id="143" name="Овал 142">
                  <a:extLst>
                    <a:ext uri="{FF2B5EF4-FFF2-40B4-BE49-F238E27FC236}">
                      <a16:creationId xmlns:a16="http://schemas.microsoft.com/office/drawing/2014/main" id="{629750E7-A79D-0A48-825F-D068E8EFFC16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Овал 143">
                  <a:extLst>
                    <a:ext uri="{FF2B5EF4-FFF2-40B4-BE49-F238E27FC236}">
                      <a16:creationId xmlns:a16="http://schemas.microsoft.com/office/drawing/2014/main" id="{8B2D20DD-3685-FF48-A175-FC8A326AE98E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Овал 144">
                  <a:extLst>
                    <a:ext uri="{FF2B5EF4-FFF2-40B4-BE49-F238E27FC236}">
                      <a16:creationId xmlns:a16="http://schemas.microsoft.com/office/drawing/2014/main" id="{5FCAC861-3DD8-DF42-ADC2-7398973FD62A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Треугольник 145">
                  <a:extLst>
                    <a:ext uri="{FF2B5EF4-FFF2-40B4-BE49-F238E27FC236}">
                      <a16:creationId xmlns:a16="http://schemas.microsoft.com/office/drawing/2014/main" id="{AFEB20AE-4753-8F47-ABF3-86085B883681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3" name="Группа 132">
                <a:extLst>
                  <a:ext uri="{FF2B5EF4-FFF2-40B4-BE49-F238E27FC236}">
                    <a16:creationId xmlns:a16="http://schemas.microsoft.com/office/drawing/2014/main" id="{9BF4B8CC-C36E-4244-B6FD-02640E75344A}"/>
                  </a:ext>
                </a:extLst>
              </p:cNvPr>
              <p:cNvGrpSpPr/>
              <p:nvPr/>
            </p:nvGrpSpPr>
            <p:grpSpPr>
              <a:xfrm rot="5400000">
                <a:off x="8870615" y="2860856"/>
                <a:ext cx="349507" cy="117136"/>
                <a:chOff x="1860251" y="2011577"/>
                <a:chExt cx="501307" cy="168011"/>
              </a:xfrm>
            </p:grpSpPr>
            <p:sp>
              <p:nvSpPr>
                <p:cNvPr id="139" name="Овал 138">
                  <a:extLst>
                    <a:ext uri="{FF2B5EF4-FFF2-40B4-BE49-F238E27FC236}">
                      <a16:creationId xmlns:a16="http://schemas.microsoft.com/office/drawing/2014/main" id="{7688BB4A-E74E-AA46-BC32-CE0BD75ADB5C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Овал 139">
                  <a:extLst>
                    <a:ext uri="{FF2B5EF4-FFF2-40B4-BE49-F238E27FC236}">
                      <a16:creationId xmlns:a16="http://schemas.microsoft.com/office/drawing/2014/main" id="{C1ED0000-9B33-C64A-A3CB-48FC6D4060A2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Овал 140">
                  <a:extLst>
                    <a:ext uri="{FF2B5EF4-FFF2-40B4-BE49-F238E27FC236}">
                      <a16:creationId xmlns:a16="http://schemas.microsoft.com/office/drawing/2014/main" id="{F5341F33-F8F6-B84E-9B8D-72A58495C49E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Треугольник 141">
                  <a:extLst>
                    <a:ext uri="{FF2B5EF4-FFF2-40B4-BE49-F238E27FC236}">
                      <a16:creationId xmlns:a16="http://schemas.microsoft.com/office/drawing/2014/main" id="{E0063429-B813-D644-A4D4-3B3CF6182B58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4" name="Группа 133">
                <a:extLst>
                  <a:ext uri="{FF2B5EF4-FFF2-40B4-BE49-F238E27FC236}">
                    <a16:creationId xmlns:a16="http://schemas.microsoft.com/office/drawing/2014/main" id="{A177EE0E-0C6B-174A-90A9-99ECDC618FC5}"/>
                  </a:ext>
                </a:extLst>
              </p:cNvPr>
              <p:cNvGrpSpPr/>
              <p:nvPr/>
            </p:nvGrpSpPr>
            <p:grpSpPr>
              <a:xfrm rot="5400000">
                <a:off x="9411390" y="2860857"/>
                <a:ext cx="349507" cy="117136"/>
                <a:chOff x="1860251" y="2011577"/>
                <a:chExt cx="501307" cy="168011"/>
              </a:xfrm>
            </p:grpSpPr>
            <p:sp>
              <p:nvSpPr>
                <p:cNvPr id="135" name="Овал 134">
                  <a:extLst>
                    <a:ext uri="{FF2B5EF4-FFF2-40B4-BE49-F238E27FC236}">
                      <a16:creationId xmlns:a16="http://schemas.microsoft.com/office/drawing/2014/main" id="{2874E579-10B6-4145-8944-3B53FA6E0EA8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Овал 135">
                  <a:extLst>
                    <a:ext uri="{FF2B5EF4-FFF2-40B4-BE49-F238E27FC236}">
                      <a16:creationId xmlns:a16="http://schemas.microsoft.com/office/drawing/2014/main" id="{A6613E30-A598-6142-A1D4-64BCE7617A95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Овал 136">
                  <a:extLst>
                    <a:ext uri="{FF2B5EF4-FFF2-40B4-BE49-F238E27FC236}">
                      <a16:creationId xmlns:a16="http://schemas.microsoft.com/office/drawing/2014/main" id="{F98BCC6D-9DB3-CE4D-876B-3BF2BE5B6CDF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Треугольник 137">
                  <a:extLst>
                    <a:ext uri="{FF2B5EF4-FFF2-40B4-BE49-F238E27FC236}">
                      <a16:creationId xmlns:a16="http://schemas.microsoft.com/office/drawing/2014/main" id="{22E1D6D8-EC53-424E-A605-5529A14A55F9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47" name="Заголовок текста (Helvetica Neue bold 22)…">
            <a:extLst>
              <a:ext uri="{FF2B5EF4-FFF2-40B4-BE49-F238E27FC236}">
                <a16:creationId xmlns:a16="http://schemas.microsoft.com/office/drawing/2014/main" id="{98731547-8A6C-8741-AD25-5AE8D98AB559}"/>
              </a:ext>
            </a:extLst>
          </p:cNvPr>
          <p:cNvSpPr txBox="1"/>
          <p:nvPr/>
        </p:nvSpPr>
        <p:spPr>
          <a:xfrm>
            <a:off x="874241" y="3588562"/>
            <a:ext cx="5432045" cy="293926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Преимущества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>
                <a:tab pos="108000" algn="l"/>
              </a:tabLst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Единый номер дозвона для всех клиентов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>
                <a:tab pos="108000" algn="l"/>
              </a:tabLst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Голосовое приветствие с информацией о компании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>
                <a:tab pos="108000" algn="l"/>
              </a:tabLst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Нет привязки к офису, все звонки приходят на мобильные телефоны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>
                <a:tab pos="108000" algn="l"/>
              </a:tabLst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Звонок придёт на первого свободного сотрудника, либо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  <a:p>
            <a:pPr marL="324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Tx/>
              <a:buNone/>
              <a:tabLst>
                <a:tab pos="1080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на голосовую почту</a:t>
            </a:r>
          </a:p>
          <a:p>
            <a:pPr marL="571500" marR="0" lvl="0" indent="-247500" algn="l" defTabSz="51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>
                <a:tab pos="108000" algn="l"/>
              </a:tabLst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Сотрудник принявший звонок на мобильном телефоне может легко перенаправить звонок другому сотруднику</a:t>
            </a:r>
          </a:p>
          <a:p>
            <a:pPr marL="571500" marR="0" lvl="0" indent="-247500" algn="l" defTabSz="51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>
                <a:tab pos="108000" algn="l"/>
              </a:tabLst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Не требуется оборудование и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IT-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сотрудники – доступно и легко управлять через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Web-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интерфейс</a:t>
            </a:r>
          </a:p>
          <a:p>
            <a:pPr marL="571500" marR="0" lvl="0" indent="-571500" algn="l" defTabSz="518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>
                <a:tab pos="108000" algn="l"/>
              </a:tabLst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  <a:p>
            <a:pPr marL="571500" marR="0" lvl="0" indent="-571500" algn="l" defTabSz="518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>
                <a:tab pos="108000" algn="l"/>
              </a:tabLst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</p:txBody>
      </p:sp>
      <p:pic>
        <p:nvPicPr>
          <p:cNvPr id="148" name="Изображение">
            <a:extLst>
              <a:ext uri="{FF2B5EF4-FFF2-40B4-BE49-F238E27FC236}">
                <a16:creationId xmlns:a16="http://schemas.microsoft.com/office/drawing/2014/main" id="{C8B67B5B-6E6F-9147-B181-4BC4EBEB49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8673" y="6522849"/>
            <a:ext cx="659229" cy="220842"/>
          </a:xfrm>
          <a:prstGeom prst="rect">
            <a:avLst/>
          </a:prstGeom>
        </p:spPr>
      </p:pic>
      <p:sp>
        <p:nvSpPr>
          <p:cNvPr id="149" name="Заголовок слайда">
            <a:extLst>
              <a:ext uri="{FF2B5EF4-FFF2-40B4-BE49-F238E27FC236}">
                <a16:creationId xmlns:a16="http://schemas.microsoft.com/office/drawing/2014/main" id="{65B96ACA-3DD5-864F-B6D5-7741D3D0422E}"/>
              </a:ext>
            </a:extLst>
          </p:cNvPr>
          <p:cNvSpPr txBox="1"/>
          <p:nvPr/>
        </p:nvSpPr>
        <p:spPr>
          <a:xfrm>
            <a:off x="871957" y="467474"/>
            <a:ext cx="7293343" cy="53860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800100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6A2E92"/>
                </a:solidFill>
              </a:defRPr>
            </a:lvl1pPr>
          </a:lstStyle>
          <a:p>
            <a:pPr marL="0" marR="0" lvl="0" indent="0" algn="l" defTabSz="800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500" b="1" i="0" u="none" strike="noStrike" kern="1200" cap="none" spc="0" normalizeH="0" baseline="0" noProof="0" dirty="0">
                <a:ln>
                  <a:noFill/>
                </a:ln>
                <a:solidFill>
                  <a:srgbClr val="6A2E92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Варианты использования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6A2E92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989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19E13DC-8374-7D49-8402-A7CE92E5D1AF}"/>
              </a:ext>
            </a:extLst>
          </p:cNvPr>
          <p:cNvSpPr txBox="1">
            <a:spLocks/>
          </p:cNvSpPr>
          <p:nvPr/>
        </p:nvSpPr>
        <p:spPr>
          <a:xfrm>
            <a:off x="11731889" y="6497815"/>
            <a:ext cx="361667" cy="3606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defPPr>
              <a:defRPr lang="ru-K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ru-K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K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+mn-cs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18D4E09-DDA8-C54F-9BE6-C82372AB8ECD}"/>
              </a:ext>
            </a:extLst>
          </p:cNvPr>
          <p:cNvGrpSpPr/>
          <p:nvPr/>
        </p:nvGrpSpPr>
        <p:grpSpPr>
          <a:xfrm>
            <a:off x="6056424" y="579234"/>
            <a:ext cx="5778205" cy="5209468"/>
            <a:chOff x="5953684" y="867146"/>
            <a:chExt cx="6041392" cy="5446750"/>
          </a:xfrm>
        </p:grpSpPr>
        <p:grpSp>
          <p:nvGrpSpPr>
            <p:cNvPr id="152" name="Группа 151">
              <a:extLst>
                <a:ext uri="{FF2B5EF4-FFF2-40B4-BE49-F238E27FC236}">
                  <a16:creationId xmlns:a16="http://schemas.microsoft.com/office/drawing/2014/main" id="{4CB90690-8A64-7241-B9E8-BD7594A3185E}"/>
                </a:ext>
              </a:extLst>
            </p:cNvPr>
            <p:cNvGrpSpPr/>
            <p:nvPr/>
          </p:nvGrpSpPr>
          <p:grpSpPr>
            <a:xfrm>
              <a:off x="9399619" y="2965075"/>
              <a:ext cx="2511848" cy="1077533"/>
              <a:chOff x="8140949" y="3265833"/>
              <a:chExt cx="2928396" cy="1256224"/>
            </a:xfrm>
          </p:grpSpPr>
          <p:sp>
            <p:nvSpPr>
              <p:cNvPr id="153" name="Скругленный прямоугольник 152">
                <a:extLst>
                  <a:ext uri="{FF2B5EF4-FFF2-40B4-BE49-F238E27FC236}">
                    <a16:creationId xmlns:a16="http://schemas.microsoft.com/office/drawing/2014/main" id="{6118D26D-4654-3240-B075-42731BC24D27}"/>
                  </a:ext>
                </a:extLst>
              </p:cNvPr>
              <p:cNvSpPr/>
              <p:nvPr/>
            </p:nvSpPr>
            <p:spPr>
              <a:xfrm>
                <a:off x="8140949" y="3267521"/>
                <a:ext cx="2928396" cy="1254536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4" name="Скругленный прямоугольник 153">
                <a:extLst>
                  <a:ext uri="{FF2B5EF4-FFF2-40B4-BE49-F238E27FC236}">
                    <a16:creationId xmlns:a16="http://schemas.microsoft.com/office/drawing/2014/main" id="{D0401122-B9AC-6841-8256-9B3B797B0704}"/>
                  </a:ext>
                </a:extLst>
              </p:cNvPr>
              <p:cNvSpPr/>
              <p:nvPr/>
            </p:nvSpPr>
            <p:spPr>
              <a:xfrm>
                <a:off x="8140949" y="3265833"/>
                <a:ext cx="2928396" cy="295053"/>
              </a:xfrm>
              <a:prstGeom prst="roundRect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KZ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Заголовок текста (Helvetica Neue bold 22)…">
                <a:extLst>
                  <a:ext uri="{FF2B5EF4-FFF2-40B4-BE49-F238E27FC236}">
                    <a16:creationId xmlns:a16="http://schemas.microsoft.com/office/drawing/2014/main" id="{81C47178-01AA-B045-BC01-07F315DECAD6}"/>
                  </a:ext>
                </a:extLst>
              </p:cNvPr>
              <p:cNvSpPr txBox="1"/>
              <p:nvPr/>
            </p:nvSpPr>
            <p:spPr>
              <a:xfrm>
                <a:off x="8313465" y="3290500"/>
                <a:ext cx="2605551" cy="251172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Голосовое приветствие</a:t>
                </a:r>
                <a:endPara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2392C85E-49F8-2F45-A50E-1CC74431CEF5}"/>
                  </a:ext>
                </a:extLst>
              </p:cNvPr>
              <p:cNvSpPr txBox="1"/>
              <p:nvPr/>
            </p:nvSpPr>
            <p:spPr>
              <a:xfrm>
                <a:off x="8140950" y="3620071"/>
                <a:ext cx="2928395" cy="825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Здравствуйте! Вы позвонили в компанию…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К сожалению, в данный момент мы не можем принять ваш звонок. Пожалуйста, оставьте сообщение после сигнала, и наш менеджер обязательно вам перезвонит.</a:t>
                </a:r>
              </a:p>
            </p:txBody>
          </p:sp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66760C47-B677-C64C-A346-89D7694661CE}"/>
                </a:ext>
              </a:extLst>
            </p:cNvPr>
            <p:cNvGrpSpPr/>
            <p:nvPr/>
          </p:nvGrpSpPr>
          <p:grpSpPr>
            <a:xfrm>
              <a:off x="5953684" y="867146"/>
              <a:ext cx="6041392" cy="5446750"/>
              <a:chOff x="5953684" y="867146"/>
              <a:chExt cx="6041392" cy="5446750"/>
            </a:xfrm>
          </p:grpSpPr>
          <p:sp>
            <p:nvSpPr>
              <p:cNvPr id="17" name="Овал 16">
                <a:extLst>
                  <a:ext uri="{FF2B5EF4-FFF2-40B4-BE49-F238E27FC236}">
                    <a16:creationId xmlns:a16="http://schemas.microsoft.com/office/drawing/2014/main" id="{6710C9CC-F1F9-B74B-8968-AEADF74A2AF7}"/>
                  </a:ext>
                </a:extLst>
              </p:cNvPr>
              <p:cNvSpPr/>
              <p:nvPr/>
            </p:nvSpPr>
            <p:spPr>
              <a:xfrm>
                <a:off x="6460557" y="4107039"/>
                <a:ext cx="214578" cy="21457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6F3D9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1</a:t>
                </a:r>
                <a:endParaRPr kumimoji="0" lang="ru-KZ" sz="900" b="0" i="0" u="none" strike="noStrike" kern="1200" cap="none" spc="0" normalizeH="0" baseline="0" noProof="0">
                  <a:ln>
                    <a:noFill/>
                  </a:ln>
                  <a:solidFill>
                    <a:srgbClr val="6F3D94"/>
                  </a:solidFill>
                  <a:effectLst/>
                  <a:uLnTx/>
                  <a:uFillTx/>
                  <a:latin typeface="Helvetica Neue Light" panose="02000403000000020004" pitchFamily="2" charset="0"/>
                  <a:ea typeface="Helvetica Neue Light" panose="02000403000000020004" pitchFamily="2" charset="0"/>
                  <a:cs typeface="+mn-cs"/>
                </a:endParaRPr>
              </a:p>
            </p:txBody>
          </p:sp>
          <p:grpSp>
            <p:nvGrpSpPr>
              <p:cNvPr id="39" name="Группа 38">
                <a:extLst>
                  <a:ext uri="{FF2B5EF4-FFF2-40B4-BE49-F238E27FC236}">
                    <a16:creationId xmlns:a16="http://schemas.microsoft.com/office/drawing/2014/main" id="{BE638289-15ED-2444-9B76-63B265D2EA9D}"/>
                  </a:ext>
                </a:extLst>
              </p:cNvPr>
              <p:cNvGrpSpPr/>
              <p:nvPr/>
            </p:nvGrpSpPr>
            <p:grpSpPr>
              <a:xfrm>
                <a:off x="8011544" y="867146"/>
                <a:ext cx="2163097" cy="372021"/>
                <a:chOff x="8436077" y="1084760"/>
                <a:chExt cx="2163097" cy="372021"/>
              </a:xfrm>
            </p:grpSpPr>
            <p:sp>
              <p:nvSpPr>
                <p:cNvPr id="2" name="Скругленный прямоугольник 1">
                  <a:extLst>
                    <a:ext uri="{FF2B5EF4-FFF2-40B4-BE49-F238E27FC236}">
                      <a16:creationId xmlns:a16="http://schemas.microsoft.com/office/drawing/2014/main" id="{CCA2E33A-5CC7-8743-9498-7CEE0DF1490A}"/>
                    </a:ext>
                  </a:extLst>
                </p:cNvPr>
                <p:cNvSpPr/>
                <p:nvPr/>
              </p:nvSpPr>
              <p:spPr>
                <a:xfrm>
                  <a:off x="8436077" y="1084760"/>
                  <a:ext cx="2163097" cy="372021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0285FCEA-6059-E34C-9CDE-C738ECBCFBF1}"/>
                    </a:ext>
                  </a:extLst>
                </p:cNvPr>
                <p:cNvSpPr txBox="1"/>
                <p:nvPr/>
              </p:nvSpPr>
              <p:spPr>
                <a:xfrm>
                  <a:off x="8514733" y="1120790"/>
                  <a:ext cx="2013580" cy="276999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+7 701 123 45 67</a:t>
                  </a: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pic>
            <p:nvPicPr>
              <p:cNvPr id="3" name="Рисунок 2">
                <a:extLst>
                  <a:ext uri="{FF2B5EF4-FFF2-40B4-BE49-F238E27FC236}">
                    <a16:creationId xmlns:a16="http://schemas.microsoft.com/office/drawing/2014/main" id="{0ADDDE67-E95D-1D49-8E05-59E384E3F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828311" y="1666667"/>
                <a:ext cx="647545" cy="647545"/>
              </a:xfrm>
              <a:prstGeom prst="rect">
                <a:avLst/>
              </a:prstGeom>
            </p:spPr>
          </p:pic>
          <p:sp>
            <p:nvSpPr>
              <p:cNvPr id="22" name="Заголовок текста (Helvetica Neue bold 22)…">
                <a:extLst>
                  <a:ext uri="{FF2B5EF4-FFF2-40B4-BE49-F238E27FC236}">
                    <a16:creationId xmlns:a16="http://schemas.microsoft.com/office/drawing/2014/main" id="{AE1C837E-4FFE-9C42-8AC6-6E3D006ABE80}"/>
                  </a:ext>
                </a:extLst>
              </p:cNvPr>
              <p:cNvSpPr txBox="1"/>
              <p:nvPr/>
            </p:nvSpPr>
            <p:spPr>
              <a:xfrm>
                <a:off x="7830006" y="2294928"/>
                <a:ext cx="2565498" cy="276999"/>
              </a:xfrm>
              <a:prstGeom prst="rect">
                <a:avLst/>
              </a:prstGeom>
              <a:ln w="3175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Виртуальная АТС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6F3D94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grpSp>
            <p:nvGrpSpPr>
              <p:cNvPr id="38" name="Группа 37">
                <a:extLst>
                  <a:ext uri="{FF2B5EF4-FFF2-40B4-BE49-F238E27FC236}">
                    <a16:creationId xmlns:a16="http://schemas.microsoft.com/office/drawing/2014/main" id="{29AE3497-DFE9-9849-8FE7-3758DD10098A}"/>
                  </a:ext>
                </a:extLst>
              </p:cNvPr>
              <p:cNvGrpSpPr/>
              <p:nvPr/>
            </p:nvGrpSpPr>
            <p:grpSpPr>
              <a:xfrm>
                <a:off x="6358545" y="2965075"/>
                <a:ext cx="2612237" cy="1077533"/>
                <a:chOff x="8086461" y="3265833"/>
                <a:chExt cx="3045433" cy="1256224"/>
              </a:xfrm>
            </p:grpSpPr>
            <p:sp>
              <p:nvSpPr>
                <p:cNvPr id="24" name="Скругленный прямоугольник 23">
                  <a:extLst>
                    <a:ext uri="{FF2B5EF4-FFF2-40B4-BE49-F238E27FC236}">
                      <a16:creationId xmlns:a16="http://schemas.microsoft.com/office/drawing/2014/main" id="{BDB2A50C-77D4-924D-8253-9F336D4F1C1D}"/>
                    </a:ext>
                  </a:extLst>
                </p:cNvPr>
                <p:cNvSpPr/>
                <p:nvPr/>
              </p:nvSpPr>
              <p:spPr>
                <a:xfrm>
                  <a:off x="8140949" y="3267521"/>
                  <a:ext cx="2928396" cy="1254536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Скругленный прямоугольник 26">
                  <a:extLst>
                    <a:ext uri="{FF2B5EF4-FFF2-40B4-BE49-F238E27FC236}">
                      <a16:creationId xmlns:a16="http://schemas.microsoft.com/office/drawing/2014/main" id="{059C943A-6FE0-174C-9365-0B1EBD412EDB}"/>
                    </a:ext>
                  </a:extLst>
                </p:cNvPr>
                <p:cNvSpPr/>
                <p:nvPr/>
              </p:nvSpPr>
              <p:spPr>
                <a:xfrm>
                  <a:off x="8140949" y="3265833"/>
                  <a:ext cx="2928396" cy="295053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62C953F6-04AB-C546-A001-CBC85129D161}"/>
                    </a:ext>
                  </a:extLst>
                </p:cNvPr>
                <p:cNvSpPr txBox="1"/>
                <p:nvPr/>
              </p:nvSpPr>
              <p:spPr>
                <a:xfrm>
                  <a:off x="8313465" y="3290500"/>
                  <a:ext cx="2605551" cy="251172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Голосовое меню</a:t>
                  </a:r>
                  <a:endPara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3F229D7-EEE5-2F45-AE80-6BE8FF7D6B9F}"/>
                    </a:ext>
                  </a:extLst>
                </p:cNvPr>
                <p:cNvSpPr txBox="1"/>
                <p:nvPr/>
              </p:nvSpPr>
              <p:spPr>
                <a:xfrm>
                  <a:off x="8086461" y="3620073"/>
                  <a:ext cx="3045433" cy="8628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Здравствуйте! Вы позвонили в компанию…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Наберите «1» для соединения с отделом продаж,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Наберите «2» для соединения с техническим отделом, либо наберите внутренний номер сотрудника.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endParaRPr>
                </a:p>
              </p:txBody>
            </p:sp>
          </p:grpSp>
          <p:grpSp>
            <p:nvGrpSpPr>
              <p:cNvPr id="131" name="Группа 130">
                <a:extLst>
                  <a:ext uri="{FF2B5EF4-FFF2-40B4-BE49-F238E27FC236}">
                    <a16:creationId xmlns:a16="http://schemas.microsoft.com/office/drawing/2014/main" id="{41F5E189-E52B-9F47-92DC-AF19350076BC}"/>
                  </a:ext>
                </a:extLst>
              </p:cNvPr>
              <p:cNvGrpSpPr/>
              <p:nvPr/>
            </p:nvGrpSpPr>
            <p:grpSpPr>
              <a:xfrm>
                <a:off x="8825897" y="1311641"/>
                <a:ext cx="657911" cy="268373"/>
                <a:chOff x="8986801" y="2825807"/>
                <a:chExt cx="657911" cy="268373"/>
              </a:xfrm>
            </p:grpSpPr>
            <p:grpSp>
              <p:nvGrpSpPr>
                <p:cNvPr id="132" name="Группа 131">
                  <a:extLst>
                    <a:ext uri="{FF2B5EF4-FFF2-40B4-BE49-F238E27FC236}">
                      <a16:creationId xmlns:a16="http://schemas.microsoft.com/office/drawing/2014/main" id="{AE085169-C238-BD43-9959-CB2BD4F044C0}"/>
                    </a:ext>
                  </a:extLst>
                </p:cNvPr>
                <p:cNvGrpSpPr/>
                <p:nvPr/>
              </p:nvGrpSpPr>
              <p:grpSpPr>
                <a:xfrm rot="5400000">
                  <a:off x="9186486" y="2901425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144" name="Овал 143">
                    <a:extLst>
                      <a:ext uri="{FF2B5EF4-FFF2-40B4-BE49-F238E27FC236}">
                        <a16:creationId xmlns:a16="http://schemas.microsoft.com/office/drawing/2014/main" id="{8B2D20DD-3685-FF48-A175-FC8A326AE98E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5" name="Овал 144">
                    <a:extLst>
                      <a:ext uri="{FF2B5EF4-FFF2-40B4-BE49-F238E27FC236}">
                        <a16:creationId xmlns:a16="http://schemas.microsoft.com/office/drawing/2014/main" id="{5FCAC861-3DD8-DF42-ADC2-7398973FD62A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6" name="Треугольник 145">
                    <a:extLst>
                      <a:ext uri="{FF2B5EF4-FFF2-40B4-BE49-F238E27FC236}">
                        <a16:creationId xmlns:a16="http://schemas.microsoft.com/office/drawing/2014/main" id="{AFEB20AE-4753-8F47-ABF3-86085B88368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33" name="Группа 132">
                  <a:extLst>
                    <a:ext uri="{FF2B5EF4-FFF2-40B4-BE49-F238E27FC236}">
                      <a16:creationId xmlns:a16="http://schemas.microsoft.com/office/drawing/2014/main" id="{9BF4B8CC-C36E-4244-B6FD-02640E75344A}"/>
                    </a:ext>
                  </a:extLst>
                </p:cNvPr>
                <p:cNvGrpSpPr/>
                <p:nvPr/>
              </p:nvGrpSpPr>
              <p:grpSpPr>
                <a:xfrm rot="5400000">
                  <a:off x="8911183" y="2901426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140" name="Овал 139">
                    <a:extLst>
                      <a:ext uri="{FF2B5EF4-FFF2-40B4-BE49-F238E27FC236}">
                        <a16:creationId xmlns:a16="http://schemas.microsoft.com/office/drawing/2014/main" id="{C1ED0000-9B33-C64A-A3CB-48FC6D4060A2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1" name="Овал 140">
                    <a:extLst>
                      <a:ext uri="{FF2B5EF4-FFF2-40B4-BE49-F238E27FC236}">
                        <a16:creationId xmlns:a16="http://schemas.microsoft.com/office/drawing/2014/main" id="{F5341F33-F8F6-B84E-9B8D-72A58495C49E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2" name="Треугольник 141">
                    <a:extLst>
                      <a:ext uri="{FF2B5EF4-FFF2-40B4-BE49-F238E27FC236}">
                        <a16:creationId xmlns:a16="http://schemas.microsoft.com/office/drawing/2014/main" id="{E0063429-B813-D644-A4D4-3B3CF6182B5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34" name="Группа 133">
                  <a:extLst>
                    <a:ext uri="{FF2B5EF4-FFF2-40B4-BE49-F238E27FC236}">
                      <a16:creationId xmlns:a16="http://schemas.microsoft.com/office/drawing/2014/main" id="{A177EE0E-0C6B-174A-90A9-99ECDC618FC5}"/>
                    </a:ext>
                  </a:extLst>
                </p:cNvPr>
                <p:cNvGrpSpPr/>
                <p:nvPr/>
              </p:nvGrpSpPr>
              <p:grpSpPr>
                <a:xfrm rot="5400000">
                  <a:off x="9451958" y="2901427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136" name="Овал 135">
                    <a:extLst>
                      <a:ext uri="{FF2B5EF4-FFF2-40B4-BE49-F238E27FC236}">
                        <a16:creationId xmlns:a16="http://schemas.microsoft.com/office/drawing/2014/main" id="{A6613E30-A598-6142-A1D4-64BCE7617A95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7" name="Овал 136">
                    <a:extLst>
                      <a:ext uri="{FF2B5EF4-FFF2-40B4-BE49-F238E27FC236}">
                        <a16:creationId xmlns:a16="http://schemas.microsoft.com/office/drawing/2014/main" id="{F98BCC6D-9DB3-CE4D-876B-3BF2BE5B6CDF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8" name="Треугольник 137">
                    <a:extLst>
                      <a:ext uri="{FF2B5EF4-FFF2-40B4-BE49-F238E27FC236}">
                        <a16:creationId xmlns:a16="http://schemas.microsoft.com/office/drawing/2014/main" id="{22E1D6D8-EC53-424E-A605-5529A14A55F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57" name="Группа 156">
                <a:extLst>
                  <a:ext uri="{FF2B5EF4-FFF2-40B4-BE49-F238E27FC236}">
                    <a16:creationId xmlns:a16="http://schemas.microsoft.com/office/drawing/2014/main" id="{1BB7A16B-087B-4C49-98CB-F745E46C69F2}"/>
                  </a:ext>
                </a:extLst>
              </p:cNvPr>
              <p:cNvGrpSpPr/>
              <p:nvPr/>
            </p:nvGrpSpPr>
            <p:grpSpPr>
              <a:xfrm>
                <a:off x="8825897" y="2629164"/>
                <a:ext cx="657911" cy="268373"/>
                <a:chOff x="8986801" y="2825807"/>
                <a:chExt cx="657911" cy="268373"/>
              </a:xfrm>
            </p:grpSpPr>
            <p:grpSp>
              <p:nvGrpSpPr>
                <p:cNvPr id="158" name="Группа 157">
                  <a:extLst>
                    <a:ext uri="{FF2B5EF4-FFF2-40B4-BE49-F238E27FC236}">
                      <a16:creationId xmlns:a16="http://schemas.microsoft.com/office/drawing/2014/main" id="{4B139777-3EE9-1E4A-8EE5-679F12EC83C4}"/>
                    </a:ext>
                  </a:extLst>
                </p:cNvPr>
                <p:cNvGrpSpPr/>
                <p:nvPr/>
              </p:nvGrpSpPr>
              <p:grpSpPr>
                <a:xfrm rot="5400000">
                  <a:off x="9186486" y="2901425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167" name="Овал 166">
                    <a:extLst>
                      <a:ext uri="{FF2B5EF4-FFF2-40B4-BE49-F238E27FC236}">
                        <a16:creationId xmlns:a16="http://schemas.microsoft.com/office/drawing/2014/main" id="{F7268968-B1B9-1148-A2D8-A0742A6FFBA0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8" name="Овал 167">
                    <a:extLst>
                      <a:ext uri="{FF2B5EF4-FFF2-40B4-BE49-F238E27FC236}">
                        <a16:creationId xmlns:a16="http://schemas.microsoft.com/office/drawing/2014/main" id="{9958C40E-0AC7-4244-896E-B5595BCA5A20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9" name="Треугольник 168">
                    <a:extLst>
                      <a:ext uri="{FF2B5EF4-FFF2-40B4-BE49-F238E27FC236}">
                        <a16:creationId xmlns:a16="http://schemas.microsoft.com/office/drawing/2014/main" id="{EE8EFEEE-1139-CE4C-B40C-DD964AF9228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59" name="Группа 158">
                  <a:extLst>
                    <a:ext uri="{FF2B5EF4-FFF2-40B4-BE49-F238E27FC236}">
                      <a16:creationId xmlns:a16="http://schemas.microsoft.com/office/drawing/2014/main" id="{105C96D4-543C-6342-B856-DBA87C2AF1BE}"/>
                    </a:ext>
                  </a:extLst>
                </p:cNvPr>
                <p:cNvGrpSpPr/>
                <p:nvPr/>
              </p:nvGrpSpPr>
              <p:grpSpPr>
                <a:xfrm rot="5400000">
                  <a:off x="8911183" y="2901426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164" name="Овал 163">
                    <a:extLst>
                      <a:ext uri="{FF2B5EF4-FFF2-40B4-BE49-F238E27FC236}">
                        <a16:creationId xmlns:a16="http://schemas.microsoft.com/office/drawing/2014/main" id="{BE048A9F-774C-CB46-B6B5-A78ACFDDF36D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5" name="Овал 164">
                    <a:extLst>
                      <a:ext uri="{FF2B5EF4-FFF2-40B4-BE49-F238E27FC236}">
                        <a16:creationId xmlns:a16="http://schemas.microsoft.com/office/drawing/2014/main" id="{5122D15D-B504-5D44-B6E3-C66808C96360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6" name="Треугольник 165">
                    <a:extLst>
                      <a:ext uri="{FF2B5EF4-FFF2-40B4-BE49-F238E27FC236}">
                        <a16:creationId xmlns:a16="http://schemas.microsoft.com/office/drawing/2014/main" id="{0AC60025-1B34-E64E-93E3-82F5A0890E8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60" name="Группа 159">
                  <a:extLst>
                    <a:ext uri="{FF2B5EF4-FFF2-40B4-BE49-F238E27FC236}">
                      <a16:creationId xmlns:a16="http://schemas.microsoft.com/office/drawing/2014/main" id="{A6981C11-7922-164D-BD47-45462029F800}"/>
                    </a:ext>
                  </a:extLst>
                </p:cNvPr>
                <p:cNvGrpSpPr/>
                <p:nvPr/>
              </p:nvGrpSpPr>
              <p:grpSpPr>
                <a:xfrm rot="5400000">
                  <a:off x="9451958" y="2901427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161" name="Овал 160">
                    <a:extLst>
                      <a:ext uri="{FF2B5EF4-FFF2-40B4-BE49-F238E27FC236}">
                        <a16:creationId xmlns:a16="http://schemas.microsoft.com/office/drawing/2014/main" id="{891D225E-9562-8740-99BC-6D0914B0E2CD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2" name="Овал 161">
                    <a:extLst>
                      <a:ext uri="{FF2B5EF4-FFF2-40B4-BE49-F238E27FC236}">
                        <a16:creationId xmlns:a16="http://schemas.microsoft.com/office/drawing/2014/main" id="{84BAF6BD-7278-C747-8D4E-C1737AEA1709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Треугольник 162">
                    <a:extLst>
                      <a:ext uri="{FF2B5EF4-FFF2-40B4-BE49-F238E27FC236}">
                        <a16:creationId xmlns:a16="http://schemas.microsoft.com/office/drawing/2014/main" id="{6364A27B-2210-D947-A354-32FF2400A98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74" name="Группа 173">
                <a:extLst>
                  <a:ext uri="{FF2B5EF4-FFF2-40B4-BE49-F238E27FC236}">
                    <a16:creationId xmlns:a16="http://schemas.microsoft.com/office/drawing/2014/main" id="{B13D04E0-E746-4349-BC30-AC97BCEE05C5}"/>
                  </a:ext>
                </a:extLst>
              </p:cNvPr>
              <p:cNvGrpSpPr/>
              <p:nvPr/>
            </p:nvGrpSpPr>
            <p:grpSpPr>
              <a:xfrm>
                <a:off x="10113982" y="4401416"/>
                <a:ext cx="1125010" cy="374212"/>
                <a:chOff x="7521891" y="5094635"/>
                <a:chExt cx="1125010" cy="374212"/>
              </a:xfrm>
            </p:grpSpPr>
            <p:sp>
              <p:nvSpPr>
                <p:cNvPr id="175" name="Скругленный прямоугольник 174">
                  <a:extLst>
                    <a:ext uri="{FF2B5EF4-FFF2-40B4-BE49-F238E27FC236}">
                      <a16:creationId xmlns:a16="http://schemas.microsoft.com/office/drawing/2014/main" id="{951CF3A9-6B6E-4940-A874-E2E96AA1F25B}"/>
                    </a:ext>
                  </a:extLst>
                </p:cNvPr>
                <p:cNvSpPr/>
                <p:nvPr/>
              </p:nvSpPr>
              <p:spPr>
                <a:xfrm>
                  <a:off x="7521891" y="5094635"/>
                  <a:ext cx="1125010" cy="374212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AB778320-EC99-014C-B40D-97D9A8E7BBDA}"/>
                    </a:ext>
                  </a:extLst>
                </p:cNvPr>
                <p:cNvSpPr txBox="1"/>
                <p:nvPr/>
              </p:nvSpPr>
              <p:spPr>
                <a:xfrm>
                  <a:off x="7600545" y="5165392"/>
                  <a:ext cx="967393" cy="256480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Дежурный сотрудник</a:t>
                  </a:r>
                  <a:endPara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13" name="Группа 12">
                <a:extLst>
                  <a:ext uri="{FF2B5EF4-FFF2-40B4-BE49-F238E27FC236}">
                    <a16:creationId xmlns:a16="http://schemas.microsoft.com/office/drawing/2014/main" id="{274CCAB9-95EB-4E47-9254-C740E6BD1181}"/>
                  </a:ext>
                </a:extLst>
              </p:cNvPr>
              <p:cNvGrpSpPr/>
              <p:nvPr/>
            </p:nvGrpSpPr>
            <p:grpSpPr>
              <a:xfrm>
                <a:off x="5953684" y="4403305"/>
                <a:ext cx="1997674" cy="1910591"/>
                <a:chOff x="6009190" y="4342923"/>
                <a:chExt cx="1997674" cy="1910591"/>
              </a:xfrm>
            </p:grpSpPr>
            <p:grpSp>
              <p:nvGrpSpPr>
                <p:cNvPr id="9" name="Группа 8">
                  <a:extLst>
                    <a:ext uri="{FF2B5EF4-FFF2-40B4-BE49-F238E27FC236}">
                      <a16:creationId xmlns:a16="http://schemas.microsoft.com/office/drawing/2014/main" id="{BDDBA24F-CFBD-7A4B-BFC3-4579085AFE27}"/>
                    </a:ext>
                  </a:extLst>
                </p:cNvPr>
                <p:cNvGrpSpPr/>
                <p:nvPr/>
              </p:nvGrpSpPr>
              <p:grpSpPr>
                <a:xfrm>
                  <a:off x="6205625" y="4342923"/>
                  <a:ext cx="1125010" cy="372324"/>
                  <a:chOff x="7521891" y="5094634"/>
                  <a:chExt cx="1125010" cy="372324"/>
                </a:xfrm>
              </p:grpSpPr>
              <p:sp>
                <p:nvSpPr>
                  <p:cNvPr id="29" name="Скругленный прямоугольник 28">
                    <a:extLst>
                      <a:ext uri="{FF2B5EF4-FFF2-40B4-BE49-F238E27FC236}">
                        <a16:creationId xmlns:a16="http://schemas.microsoft.com/office/drawing/2014/main" id="{DC0F2177-6CD6-2B4F-A188-B84D87247B69}"/>
                      </a:ext>
                    </a:extLst>
                  </p:cNvPr>
                  <p:cNvSpPr/>
                  <p:nvPr/>
                </p:nvSpPr>
                <p:spPr>
                  <a:xfrm>
                    <a:off x="7521891" y="5094634"/>
                    <a:ext cx="1125010" cy="372324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8D5E6DA8-1A0C-8C4E-9CC4-BE72C3EB39DB}"/>
                      </a:ext>
                    </a:extLst>
                  </p:cNvPr>
                  <p:cNvSpPr txBox="1"/>
                  <p:nvPr/>
                </p:nvSpPr>
                <p:spPr>
                  <a:xfrm>
                    <a:off x="7600546" y="5156436"/>
                    <a:ext cx="967393" cy="268162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Отдел продаж</a:t>
                    </a:r>
                    <a:endPara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81" name="Группа 80">
                  <a:extLst>
                    <a:ext uri="{FF2B5EF4-FFF2-40B4-BE49-F238E27FC236}">
                      <a16:creationId xmlns:a16="http://schemas.microsoft.com/office/drawing/2014/main" id="{9C3B3C07-B2F0-BD44-A767-983446B71CD9}"/>
                    </a:ext>
                  </a:extLst>
                </p:cNvPr>
                <p:cNvGrpSpPr/>
                <p:nvPr/>
              </p:nvGrpSpPr>
              <p:grpSpPr>
                <a:xfrm>
                  <a:off x="6607484" y="5104117"/>
                  <a:ext cx="748000" cy="762489"/>
                  <a:chOff x="7118324" y="4975438"/>
                  <a:chExt cx="967393" cy="986133"/>
                </a:xfrm>
              </p:grpSpPr>
              <p:pic>
                <p:nvPicPr>
                  <p:cNvPr id="51" name="Рисунок 50">
                    <a:extLst>
                      <a:ext uri="{FF2B5EF4-FFF2-40B4-BE49-F238E27FC236}">
                        <a16:creationId xmlns:a16="http://schemas.microsoft.com/office/drawing/2014/main" id="{7FFBB124-2635-FB47-842F-90B665C949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429784" y="4975438"/>
                    <a:ext cx="472108" cy="531870"/>
                  </a:xfrm>
                  <a:prstGeom prst="rect">
                    <a:avLst/>
                  </a:prstGeom>
                  <a:ln w="3175">
                    <a:miter lim="400000"/>
                  </a:ln>
                </p:spPr>
              </p:pic>
              <p:sp>
                <p:nvSpPr>
                  <p:cNvPr id="56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AABF0BD3-6509-0042-B25C-0917C0E55AD3}"/>
                      </a:ext>
                    </a:extLst>
                  </p:cNvPr>
                  <p:cNvSpPr txBox="1"/>
                  <p:nvPr/>
                </p:nvSpPr>
                <p:spPr>
                  <a:xfrm>
                    <a:off x="7118324" y="5663034"/>
                    <a:ext cx="967393" cy="298537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Мобильный телефон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84" name="Группа 83">
                  <a:extLst>
                    <a:ext uri="{FF2B5EF4-FFF2-40B4-BE49-F238E27FC236}">
                      <a16:creationId xmlns:a16="http://schemas.microsoft.com/office/drawing/2014/main" id="{0A172E53-F538-E04D-BF11-F1FF46933864}"/>
                    </a:ext>
                  </a:extLst>
                </p:cNvPr>
                <p:cNvGrpSpPr/>
                <p:nvPr/>
              </p:nvGrpSpPr>
              <p:grpSpPr>
                <a:xfrm>
                  <a:off x="7286058" y="5681286"/>
                  <a:ext cx="720806" cy="572228"/>
                  <a:chOff x="10703030" y="5086668"/>
                  <a:chExt cx="967393" cy="767985"/>
                </a:xfrm>
              </p:grpSpPr>
              <p:pic>
                <p:nvPicPr>
                  <p:cNvPr id="55" name="Рисунок 54">
                    <a:extLst>
                      <a:ext uri="{FF2B5EF4-FFF2-40B4-BE49-F238E27FC236}">
                        <a16:creationId xmlns:a16="http://schemas.microsoft.com/office/drawing/2014/main" id="{A19408E0-5CAC-E947-9BC0-F7C0905242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0949734" y="5086668"/>
                    <a:ext cx="417257" cy="354036"/>
                  </a:xfrm>
                  <a:prstGeom prst="rect">
                    <a:avLst/>
                  </a:prstGeom>
                </p:spPr>
              </p:pic>
              <p:sp>
                <p:nvSpPr>
                  <p:cNvPr id="59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E89783AE-37A8-CB4B-8B33-DEE27301F9A2}"/>
                      </a:ext>
                    </a:extLst>
                  </p:cNvPr>
                  <p:cNvSpPr txBox="1"/>
                  <p:nvPr/>
                </p:nvSpPr>
                <p:spPr>
                  <a:xfrm>
                    <a:off x="10703030" y="5544853"/>
                    <a:ext cx="967393" cy="309800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Голосовая почта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pic>
              <p:nvPicPr>
                <p:cNvPr id="8" name="Рисунок 7">
                  <a:extLst>
                    <a:ext uri="{FF2B5EF4-FFF2-40B4-BE49-F238E27FC236}">
                      <a16:creationId xmlns:a16="http://schemas.microsoft.com/office/drawing/2014/main" id="{9B72DB93-3DEE-D64F-9DDD-A85BDFAD2C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09190" y="4795669"/>
                  <a:ext cx="550178" cy="420136"/>
                </a:xfrm>
                <a:prstGeom prst="rect">
                  <a:avLst/>
                </a:prstGeom>
              </p:spPr>
            </p:pic>
            <p:grpSp>
              <p:nvGrpSpPr>
                <p:cNvPr id="11" name="Группа 10">
                  <a:extLst>
                    <a:ext uri="{FF2B5EF4-FFF2-40B4-BE49-F238E27FC236}">
                      <a16:creationId xmlns:a16="http://schemas.microsoft.com/office/drawing/2014/main" id="{713E9803-8A2A-224F-80DE-41A114911BBF}"/>
                    </a:ext>
                  </a:extLst>
                </p:cNvPr>
                <p:cNvGrpSpPr/>
                <p:nvPr/>
              </p:nvGrpSpPr>
              <p:grpSpPr>
                <a:xfrm>
                  <a:off x="6502096" y="5081351"/>
                  <a:ext cx="265883" cy="159952"/>
                  <a:chOff x="5870006" y="5593138"/>
                  <a:chExt cx="313018" cy="188308"/>
                </a:xfrm>
              </p:grpSpPr>
              <p:grpSp>
                <p:nvGrpSpPr>
                  <p:cNvPr id="61" name="Группа 60">
                    <a:extLst>
                      <a:ext uri="{FF2B5EF4-FFF2-40B4-BE49-F238E27FC236}">
                        <a16:creationId xmlns:a16="http://schemas.microsoft.com/office/drawing/2014/main" id="{D22B5467-7498-C644-A3FF-461A04581410}"/>
                      </a:ext>
                    </a:extLst>
                  </p:cNvPr>
                  <p:cNvGrpSpPr/>
                  <p:nvPr/>
                </p:nvGrpSpPr>
                <p:grpSpPr>
                  <a:xfrm rot="2340277">
                    <a:off x="5914650" y="5664310"/>
                    <a:ext cx="268374" cy="117136"/>
                    <a:chOff x="1976627" y="2011584"/>
                    <a:chExt cx="384935" cy="168011"/>
                  </a:xfrm>
                </p:grpSpPr>
                <p:sp>
                  <p:nvSpPr>
                    <p:cNvPr id="64" name="Овал 63">
                      <a:extLst>
                        <a:ext uri="{FF2B5EF4-FFF2-40B4-BE49-F238E27FC236}">
                          <a16:creationId xmlns:a16="http://schemas.microsoft.com/office/drawing/2014/main" id="{3CEF249C-4094-A749-8470-8A5267C17632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5" name="Овал 64">
                      <a:extLst>
                        <a:ext uri="{FF2B5EF4-FFF2-40B4-BE49-F238E27FC236}">
                          <a16:creationId xmlns:a16="http://schemas.microsoft.com/office/drawing/2014/main" id="{8A22B66A-4E54-1B4E-BAF5-CAB215731BA3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66" name="Треугольник 65">
                      <a:extLst>
                        <a:ext uri="{FF2B5EF4-FFF2-40B4-BE49-F238E27FC236}">
                          <a16:creationId xmlns:a16="http://schemas.microsoft.com/office/drawing/2014/main" id="{46053304-7410-9D41-B482-02571ADD05A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6" y="2023169"/>
                      <a:ext cx="168011" cy="144841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181" name="Овал 180">
                    <a:extLst>
                      <a:ext uri="{FF2B5EF4-FFF2-40B4-BE49-F238E27FC236}">
                        <a16:creationId xmlns:a16="http://schemas.microsoft.com/office/drawing/2014/main" id="{E18D2B66-BD04-5F4B-9501-7AF538DF72CA}"/>
                      </a:ext>
                    </a:extLst>
                  </p:cNvPr>
                  <p:cNvSpPr/>
                  <p:nvPr/>
                </p:nvSpPr>
                <p:spPr>
                  <a:xfrm rot="4793021">
                    <a:off x="5870006" y="5593138"/>
                    <a:ext cx="31876" cy="31876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82" name="Группа 181">
                  <a:extLst>
                    <a:ext uri="{FF2B5EF4-FFF2-40B4-BE49-F238E27FC236}">
                      <a16:creationId xmlns:a16="http://schemas.microsoft.com/office/drawing/2014/main" id="{62A393F7-76EB-AD42-8BE6-58E6FC8BA45E}"/>
                    </a:ext>
                  </a:extLst>
                </p:cNvPr>
                <p:cNvGrpSpPr/>
                <p:nvPr/>
              </p:nvGrpSpPr>
              <p:grpSpPr>
                <a:xfrm>
                  <a:off x="7203559" y="5415619"/>
                  <a:ext cx="265883" cy="159952"/>
                  <a:chOff x="5870006" y="5593138"/>
                  <a:chExt cx="313018" cy="188308"/>
                </a:xfrm>
              </p:grpSpPr>
              <p:grpSp>
                <p:nvGrpSpPr>
                  <p:cNvPr id="183" name="Группа 182">
                    <a:extLst>
                      <a:ext uri="{FF2B5EF4-FFF2-40B4-BE49-F238E27FC236}">
                        <a16:creationId xmlns:a16="http://schemas.microsoft.com/office/drawing/2014/main" id="{405BB35E-1D2A-304B-BBFD-60C6BFABF6BC}"/>
                      </a:ext>
                    </a:extLst>
                  </p:cNvPr>
                  <p:cNvGrpSpPr/>
                  <p:nvPr/>
                </p:nvGrpSpPr>
                <p:grpSpPr>
                  <a:xfrm rot="2340277">
                    <a:off x="5914650" y="5664310"/>
                    <a:ext cx="268374" cy="117136"/>
                    <a:chOff x="1976627" y="2011584"/>
                    <a:chExt cx="384935" cy="168011"/>
                  </a:xfrm>
                </p:grpSpPr>
                <p:sp>
                  <p:nvSpPr>
                    <p:cNvPr id="185" name="Овал 184">
                      <a:extLst>
                        <a:ext uri="{FF2B5EF4-FFF2-40B4-BE49-F238E27FC236}">
                          <a16:creationId xmlns:a16="http://schemas.microsoft.com/office/drawing/2014/main" id="{DFD22994-9A94-504E-B938-8A32CA57ED1D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86" name="Овал 185">
                      <a:extLst>
                        <a:ext uri="{FF2B5EF4-FFF2-40B4-BE49-F238E27FC236}">
                          <a16:creationId xmlns:a16="http://schemas.microsoft.com/office/drawing/2014/main" id="{BFB657BA-78B1-5748-80DE-C0714BC504A9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87" name="Треугольник 186">
                      <a:extLst>
                        <a:ext uri="{FF2B5EF4-FFF2-40B4-BE49-F238E27FC236}">
                          <a16:creationId xmlns:a16="http://schemas.microsoft.com/office/drawing/2014/main" id="{BAAA20A4-29CD-5F4F-B580-AF8845BB8BA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6" y="2023169"/>
                      <a:ext cx="168011" cy="144841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184" name="Овал 183">
                    <a:extLst>
                      <a:ext uri="{FF2B5EF4-FFF2-40B4-BE49-F238E27FC236}">
                        <a16:creationId xmlns:a16="http://schemas.microsoft.com/office/drawing/2014/main" id="{1E61E276-0CF0-0E40-AE72-7046774AAEEB}"/>
                      </a:ext>
                    </a:extLst>
                  </p:cNvPr>
                  <p:cNvSpPr/>
                  <p:nvPr/>
                </p:nvSpPr>
                <p:spPr>
                  <a:xfrm rot="4793021">
                    <a:off x="5870006" y="5593138"/>
                    <a:ext cx="31876" cy="31876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4" name="Группа 13">
                <a:extLst>
                  <a:ext uri="{FF2B5EF4-FFF2-40B4-BE49-F238E27FC236}">
                    <a16:creationId xmlns:a16="http://schemas.microsoft.com/office/drawing/2014/main" id="{B2523B7E-F990-1D42-A77F-5711A6D46C38}"/>
                  </a:ext>
                </a:extLst>
              </p:cNvPr>
              <p:cNvGrpSpPr/>
              <p:nvPr/>
            </p:nvGrpSpPr>
            <p:grpSpPr>
              <a:xfrm>
                <a:off x="7897106" y="4401416"/>
                <a:ext cx="1911308" cy="1912478"/>
                <a:chOff x="7786333" y="4341034"/>
                <a:chExt cx="1911308" cy="1912478"/>
              </a:xfrm>
            </p:grpSpPr>
            <p:grpSp>
              <p:nvGrpSpPr>
                <p:cNvPr id="170" name="Группа 169">
                  <a:extLst>
                    <a:ext uri="{FF2B5EF4-FFF2-40B4-BE49-F238E27FC236}">
                      <a16:creationId xmlns:a16="http://schemas.microsoft.com/office/drawing/2014/main" id="{BEEB9567-94EA-7A46-A992-8F0422A526E4}"/>
                    </a:ext>
                  </a:extLst>
                </p:cNvPr>
                <p:cNvGrpSpPr/>
                <p:nvPr/>
              </p:nvGrpSpPr>
              <p:grpSpPr>
                <a:xfrm>
                  <a:off x="7904262" y="4341034"/>
                  <a:ext cx="1125010" cy="374212"/>
                  <a:chOff x="7521891" y="5094635"/>
                  <a:chExt cx="1125010" cy="374212"/>
                </a:xfrm>
              </p:grpSpPr>
              <p:sp>
                <p:nvSpPr>
                  <p:cNvPr id="171" name="Скругленный прямоугольник 170">
                    <a:extLst>
                      <a:ext uri="{FF2B5EF4-FFF2-40B4-BE49-F238E27FC236}">
                        <a16:creationId xmlns:a16="http://schemas.microsoft.com/office/drawing/2014/main" id="{CF1F17DD-8653-B84A-885D-1BA41E4F25DB}"/>
                      </a:ext>
                    </a:extLst>
                  </p:cNvPr>
                  <p:cNvSpPr/>
                  <p:nvPr/>
                </p:nvSpPr>
                <p:spPr>
                  <a:xfrm>
                    <a:off x="7521891" y="5094635"/>
                    <a:ext cx="1125010" cy="374212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2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55363838-F561-2D4D-B6E3-0105138DC2BF}"/>
                      </a:ext>
                    </a:extLst>
                  </p:cNvPr>
                  <p:cNvSpPr txBox="1"/>
                  <p:nvPr/>
                </p:nvSpPr>
                <p:spPr>
                  <a:xfrm>
                    <a:off x="7600545" y="5165392"/>
                    <a:ext cx="967393" cy="256480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Отдел по тех поддержке</a:t>
                    </a:r>
                    <a:endPara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188" name="Группа 187">
                  <a:extLst>
                    <a:ext uri="{FF2B5EF4-FFF2-40B4-BE49-F238E27FC236}">
                      <a16:creationId xmlns:a16="http://schemas.microsoft.com/office/drawing/2014/main" id="{AE65C052-E7B4-3B49-924F-AE3D2D9C4B9F}"/>
                    </a:ext>
                  </a:extLst>
                </p:cNvPr>
                <p:cNvGrpSpPr/>
                <p:nvPr/>
              </p:nvGrpSpPr>
              <p:grpSpPr>
                <a:xfrm>
                  <a:off x="8298261" y="5104115"/>
                  <a:ext cx="748000" cy="762488"/>
                  <a:chOff x="7118324" y="4975441"/>
                  <a:chExt cx="967393" cy="986133"/>
                </a:xfrm>
              </p:grpSpPr>
              <p:pic>
                <p:nvPicPr>
                  <p:cNvPr id="189" name="Рисунок 188">
                    <a:extLst>
                      <a:ext uri="{FF2B5EF4-FFF2-40B4-BE49-F238E27FC236}">
                        <a16:creationId xmlns:a16="http://schemas.microsoft.com/office/drawing/2014/main" id="{F97446F9-AB8F-E642-B37B-18E2BDEEF3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429784" y="4975441"/>
                    <a:ext cx="472108" cy="531869"/>
                  </a:xfrm>
                  <a:prstGeom prst="rect">
                    <a:avLst/>
                  </a:prstGeom>
                  <a:ln w="3175">
                    <a:miter lim="400000"/>
                  </a:ln>
                </p:spPr>
              </p:pic>
              <p:sp>
                <p:nvSpPr>
                  <p:cNvPr id="190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71991038-00F4-7D4B-A0CA-AA9CCBCE7525}"/>
                      </a:ext>
                    </a:extLst>
                  </p:cNvPr>
                  <p:cNvSpPr txBox="1"/>
                  <p:nvPr/>
                </p:nvSpPr>
                <p:spPr>
                  <a:xfrm>
                    <a:off x="7118324" y="5663037"/>
                    <a:ext cx="967393" cy="298537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Мобильный телефон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191" name="Группа 190">
                  <a:extLst>
                    <a:ext uri="{FF2B5EF4-FFF2-40B4-BE49-F238E27FC236}">
                      <a16:creationId xmlns:a16="http://schemas.microsoft.com/office/drawing/2014/main" id="{8D762E1D-DA55-7042-BB55-84A6DB665FF7}"/>
                    </a:ext>
                  </a:extLst>
                </p:cNvPr>
                <p:cNvGrpSpPr/>
                <p:nvPr/>
              </p:nvGrpSpPr>
              <p:grpSpPr>
                <a:xfrm>
                  <a:off x="8976835" y="5681283"/>
                  <a:ext cx="720806" cy="572229"/>
                  <a:chOff x="10703030" y="5086669"/>
                  <a:chExt cx="967393" cy="767987"/>
                </a:xfrm>
              </p:grpSpPr>
              <p:pic>
                <p:nvPicPr>
                  <p:cNvPr id="192" name="Рисунок 191">
                    <a:extLst>
                      <a:ext uri="{FF2B5EF4-FFF2-40B4-BE49-F238E27FC236}">
                        <a16:creationId xmlns:a16="http://schemas.microsoft.com/office/drawing/2014/main" id="{85E84E95-FC8A-EE45-8A47-7CF4B16A2D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0949734" y="5086669"/>
                    <a:ext cx="417257" cy="354036"/>
                  </a:xfrm>
                  <a:prstGeom prst="rect">
                    <a:avLst/>
                  </a:prstGeom>
                </p:spPr>
              </p:pic>
              <p:sp>
                <p:nvSpPr>
                  <p:cNvPr id="193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DB53EEA9-B386-C746-A455-15A709D8FD66}"/>
                      </a:ext>
                    </a:extLst>
                  </p:cNvPr>
                  <p:cNvSpPr txBox="1"/>
                  <p:nvPr/>
                </p:nvSpPr>
                <p:spPr>
                  <a:xfrm>
                    <a:off x="10703030" y="5544857"/>
                    <a:ext cx="967393" cy="309799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Голосовая почта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195" name="Группа 194">
                  <a:extLst>
                    <a:ext uri="{FF2B5EF4-FFF2-40B4-BE49-F238E27FC236}">
                      <a16:creationId xmlns:a16="http://schemas.microsoft.com/office/drawing/2014/main" id="{BD82D747-B211-544C-AE52-784F0BE2739E}"/>
                    </a:ext>
                  </a:extLst>
                </p:cNvPr>
                <p:cNvGrpSpPr/>
                <p:nvPr/>
              </p:nvGrpSpPr>
              <p:grpSpPr>
                <a:xfrm>
                  <a:off x="8192870" y="5081358"/>
                  <a:ext cx="265882" cy="159948"/>
                  <a:chOff x="5870006" y="5593138"/>
                  <a:chExt cx="313017" cy="188303"/>
                </a:xfrm>
              </p:grpSpPr>
              <p:grpSp>
                <p:nvGrpSpPr>
                  <p:cNvPr id="196" name="Группа 195">
                    <a:extLst>
                      <a:ext uri="{FF2B5EF4-FFF2-40B4-BE49-F238E27FC236}">
                        <a16:creationId xmlns:a16="http://schemas.microsoft.com/office/drawing/2014/main" id="{E03D80FA-2B6B-4544-9BEC-3C04019D4E1D}"/>
                      </a:ext>
                    </a:extLst>
                  </p:cNvPr>
                  <p:cNvGrpSpPr/>
                  <p:nvPr/>
                </p:nvGrpSpPr>
                <p:grpSpPr>
                  <a:xfrm rot="2340277">
                    <a:off x="5914652" y="5664305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198" name="Овал 197">
                      <a:extLst>
                        <a:ext uri="{FF2B5EF4-FFF2-40B4-BE49-F238E27FC236}">
                          <a16:creationId xmlns:a16="http://schemas.microsoft.com/office/drawing/2014/main" id="{59907088-DFE0-0249-A9FB-17C375FB3FE5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9" name="Овал 198">
                      <a:extLst>
                        <a:ext uri="{FF2B5EF4-FFF2-40B4-BE49-F238E27FC236}">
                          <a16:creationId xmlns:a16="http://schemas.microsoft.com/office/drawing/2014/main" id="{64B6B17B-E46C-274C-83C3-1D778C8E530A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0" name="Треугольник 199">
                      <a:extLst>
                        <a:ext uri="{FF2B5EF4-FFF2-40B4-BE49-F238E27FC236}">
                          <a16:creationId xmlns:a16="http://schemas.microsoft.com/office/drawing/2014/main" id="{696669DC-B0B8-EF4C-B833-C4C1BD2FF30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197" name="Овал 196">
                    <a:extLst>
                      <a:ext uri="{FF2B5EF4-FFF2-40B4-BE49-F238E27FC236}">
                        <a16:creationId xmlns:a16="http://schemas.microsoft.com/office/drawing/2014/main" id="{B7695723-05A9-0E4A-8A94-C513628CEC52}"/>
                      </a:ext>
                    </a:extLst>
                  </p:cNvPr>
                  <p:cNvSpPr/>
                  <p:nvPr/>
                </p:nvSpPr>
                <p:spPr>
                  <a:xfrm rot="4793021">
                    <a:off x="5870006" y="5593138"/>
                    <a:ext cx="31876" cy="31876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01" name="Группа 200">
                  <a:extLst>
                    <a:ext uri="{FF2B5EF4-FFF2-40B4-BE49-F238E27FC236}">
                      <a16:creationId xmlns:a16="http://schemas.microsoft.com/office/drawing/2014/main" id="{D83BDA58-FDCD-3E40-B947-70F4E3BC7DF5}"/>
                    </a:ext>
                  </a:extLst>
                </p:cNvPr>
                <p:cNvGrpSpPr/>
                <p:nvPr/>
              </p:nvGrpSpPr>
              <p:grpSpPr>
                <a:xfrm>
                  <a:off x="8894330" y="5415614"/>
                  <a:ext cx="265881" cy="159951"/>
                  <a:chOff x="5870006" y="5593138"/>
                  <a:chExt cx="313016" cy="188307"/>
                </a:xfrm>
              </p:grpSpPr>
              <p:grpSp>
                <p:nvGrpSpPr>
                  <p:cNvPr id="202" name="Группа 201">
                    <a:extLst>
                      <a:ext uri="{FF2B5EF4-FFF2-40B4-BE49-F238E27FC236}">
                        <a16:creationId xmlns:a16="http://schemas.microsoft.com/office/drawing/2014/main" id="{763E20F2-5CFB-3A4B-9F9C-B4337950F97A}"/>
                      </a:ext>
                    </a:extLst>
                  </p:cNvPr>
                  <p:cNvGrpSpPr/>
                  <p:nvPr/>
                </p:nvGrpSpPr>
                <p:grpSpPr>
                  <a:xfrm rot="2340277">
                    <a:off x="5914649" y="5664309"/>
                    <a:ext cx="268373" cy="117136"/>
                    <a:chOff x="1976627" y="2011583"/>
                    <a:chExt cx="384934" cy="168011"/>
                  </a:xfrm>
                </p:grpSpPr>
                <p:sp>
                  <p:nvSpPr>
                    <p:cNvPr id="204" name="Овал 203">
                      <a:extLst>
                        <a:ext uri="{FF2B5EF4-FFF2-40B4-BE49-F238E27FC236}">
                          <a16:creationId xmlns:a16="http://schemas.microsoft.com/office/drawing/2014/main" id="{CD370EB2-C50B-2342-A2AE-B8FA2A84869C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5" name="Овал 204">
                      <a:extLst>
                        <a:ext uri="{FF2B5EF4-FFF2-40B4-BE49-F238E27FC236}">
                          <a16:creationId xmlns:a16="http://schemas.microsoft.com/office/drawing/2014/main" id="{6C71D938-5EA7-764F-B804-521330ABBEDB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6" name="Треугольник 205">
                      <a:extLst>
                        <a:ext uri="{FF2B5EF4-FFF2-40B4-BE49-F238E27FC236}">
                          <a16:creationId xmlns:a16="http://schemas.microsoft.com/office/drawing/2014/main" id="{C8D7174F-E539-C34C-900E-05C1E45DB2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5" y="2023168"/>
                      <a:ext cx="168011" cy="144841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203" name="Овал 202">
                    <a:extLst>
                      <a:ext uri="{FF2B5EF4-FFF2-40B4-BE49-F238E27FC236}">
                        <a16:creationId xmlns:a16="http://schemas.microsoft.com/office/drawing/2014/main" id="{8CF58193-A074-EF44-A727-D46BFE5BCB98}"/>
                      </a:ext>
                    </a:extLst>
                  </p:cNvPr>
                  <p:cNvSpPr/>
                  <p:nvPr/>
                </p:nvSpPr>
                <p:spPr>
                  <a:xfrm rot="4793021">
                    <a:off x="5870006" y="5593138"/>
                    <a:ext cx="31876" cy="31876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12" name="Рисунок 11">
                  <a:extLst>
                    <a:ext uri="{FF2B5EF4-FFF2-40B4-BE49-F238E27FC236}">
                      <a16:creationId xmlns:a16="http://schemas.microsoft.com/office/drawing/2014/main" id="{58FC0855-11E0-3143-988B-3BEB9F2338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86333" y="4794400"/>
                  <a:ext cx="526251" cy="372973"/>
                </a:xfrm>
                <a:prstGeom prst="rect">
                  <a:avLst/>
                </a:prstGeom>
              </p:spPr>
            </p:pic>
          </p:grpSp>
          <p:grpSp>
            <p:nvGrpSpPr>
              <p:cNvPr id="207" name="Группа 206">
                <a:extLst>
                  <a:ext uri="{FF2B5EF4-FFF2-40B4-BE49-F238E27FC236}">
                    <a16:creationId xmlns:a16="http://schemas.microsoft.com/office/drawing/2014/main" id="{7942D669-F403-864B-A2B4-F741EEE72525}"/>
                  </a:ext>
                </a:extLst>
              </p:cNvPr>
              <p:cNvGrpSpPr/>
              <p:nvPr/>
            </p:nvGrpSpPr>
            <p:grpSpPr>
              <a:xfrm>
                <a:off x="10207151" y="4959990"/>
                <a:ext cx="748000" cy="762494"/>
                <a:chOff x="7118324" y="4975431"/>
                <a:chExt cx="967393" cy="986138"/>
              </a:xfrm>
            </p:grpSpPr>
            <p:pic>
              <p:nvPicPr>
                <p:cNvPr id="208" name="Рисунок 207">
                  <a:extLst>
                    <a:ext uri="{FF2B5EF4-FFF2-40B4-BE49-F238E27FC236}">
                      <a16:creationId xmlns:a16="http://schemas.microsoft.com/office/drawing/2014/main" id="{592C18B0-61CC-AC44-8AE8-99D1CA01B0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29784" y="4975431"/>
                  <a:ext cx="472108" cy="531869"/>
                </a:xfrm>
                <a:prstGeom prst="rect">
                  <a:avLst/>
                </a:prstGeom>
                <a:ln w="3175">
                  <a:miter lim="400000"/>
                </a:ln>
              </p:spPr>
            </p:pic>
            <p:sp>
              <p:nvSpPr>
                <p:cNvPr id="209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ED162887-E90A-064C-9CAE-D6DEEA573F0D}"/>
                    </a:ext>
                  </a:extLst>
                </p:cNvPr>
                <p:cNvSpPr txBox="1"/>
                <p:nvPr/>
              </p:nvSpPr>
              <p:spPr>
                <a:xfrm>
                  <a:off x="7118324" y="5663033"/>
                  <a:ext cx="967393" cy="298536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9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Мобильный телефон</a:t>
                  </a: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210" name="Группа 209">
                <a:extLst>
                  <a:ext uri="{FF2B5EF4-FFF2-40B4-BE49-F238E27FC236}">
                    <a16:creationId xmlns:a16="http://schemas.microsoft.com/office/drawing/2014/main" id="{A78D9E8D-7D28-A44A-A792-48DF29C77857}"/>
                  </a:ext>
                </a:extLst>
              </p:cNvPr>
              <p:cNvGrpSpPr/>
              <p:nvPr/>
            </p:nvGrpSpPr>
            <p:grpSpPr>
              <a:xfrm>
                <a:off x="10928855" y="5580285"/>
                <a:ext cx="720806" cy="572225"/>
                <a:chOff x="10703030" y="5086676"/>
                <a:chExt cx="967393" cy="767983"/>
              </a:xfrm>
            </p:grpSpPr>
            <p:pic>
              <p:nvPicPr>
                <p:cNvPr id="211" name="Рисунок 210">
                  <a:extLst>
                    <a:ext uri="{FF2B5EF4-FFF2-40B4-BE49-F238E27FC236}">
                      <a16:creationId xmlns:a16="http://schemas.microsoft.com/office/drawing/2014/main" id="{07ABA195-4119-8644-A594-869F6BDD61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949734" y="5086676"/>
                  <a:ext cx="417257" cy="354037"/>
                </a:xfrm>
                <a:prstGeom prst="rect">
                  <a:avLst/>
                </a:prstGeom>
              </p:spPr>
            </p:pic>
            <p:sp>
              <p:nvSpPr>
                <p:cNvPr id="212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2A68AF03-C4D6-454D-8B1B-EBDA4CEB41DE}"/>
                    </a:ext>
                  </a:extLst>
                </p:cNvPr>
                <p:cNvSpPr txBox="1"/>
                <p:nvPr/>
              </p:nvSpPr>
              <p:spPr>
                <a:xfrm>
                  <a:off x="10703030" y="5544861"/>
                  <a:ext cx="967393" cy="309798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9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Голосовая почта</a:t>
                  </a: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213" name="Группа 212">
                <a:extLst>
                  <a:ext uri="{FF2B5EF4-FFF2-40B4-BE49-F238E27FC236}">
                    <a16:creationId xmlns:a16="http://schemas.microsoft.com/office/drawing/2014/main" id="{4869E6F2-909A-4142-BC52-AFE8F7E87718}"/>
                  </a:ext>
                </a:extLst>
              </p:cNvPr>
              <p:cNvGrpSpPr/>
              <p:nvPr/>
            </p:nvGrpSpPr>
            <p:grpSpPr>
              <a:xfrm>
                <a:off x="10854987" y="5297383"/>
                <a:ext cx="265879" cy="159955"/>
                <a:chOff x="5870006" y="5593138"/>
                <a:chExt cx="313013" cy="188311"/>
              </a:xfrm>
            </p:grpSpPr>
            <p:grpSp>
              <p:nvGrpSpPr>
                <p:cNvPr id="214" name="Группа 213">
                  <a:extLst>
                    <a:ext uri="{FF2B5EF4-FFF2-40B4-BE49-F238E27FC236}">
                      <a16:creationId xmlns:a16="http://schemas.microsoft.com/office/drawing/2014/main" id="{00FEF969-3DC1-614F-9B53-2D463F0C77E1}"/>
                    </a:ext>
                  </a:extLst>
                </p:cNvPr>
                <p:cNvGrpSpPr/>
                <p:nvPr/>
              </p:nvGrpSpPr>
              <p:grpSpPr>
                <a:xfrm rot="2340277">
                  <a:off x="5914644" y="5664312"/>
                  <a:ext cx="268375" cy="117137"/>
                  <a:chOff x="1976627" y="2011585"/>
                  <a:chExt cx="384937" cy="168012"/>
                </a:xfrm>
              </p:grpSpPr>
              <p:sp>
                <p:nvSpPr>
                  <p:cNvPr id="216" name="Овал 215">
                    <a:extLst>
                      <a:ext uri="{FF2B5EF4-FFF2-40B4-BE49-F238E27FC236}">
                        <a16:creationId xmlns:a16="http://schemas.microsoft.com/office/drawing/2014/main" id="{E87524E8-6AEA-3C47-A39A-E8E3A89C9CC8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7" name="Овал 216">
                    <a:extLst>
                      <a:ext uri="{FF2B5EF4-FFF2-40B4-BE49-F238E27FC236}">
                        <a16:creationId xmlns:a16="http://schemas.microsoft.com/office/drawing/2014/main" id="{D9428081-783B-0D44-9955-E50CBF4E20D4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8" name="Треугольник 217">
                    <a:extLst>
                      <a:ext uri="{FF2B5EF4-FFF2-40B4-BE49-F238E27FC236}">
                        <a16:creationId xmlns:a16="http://schemas.microsoft.com/office/drawing/2014/main" id="{66862871-5621-4F45-8B7D-E516A9CA2F7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8" y="2023170"/>
                    <a:ext cx="168012" cy="144841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" name="Овал 214">
                  <a:extLst>
                    <a:ext uri="{FF2B5EF4-FFF2-40B4-BE49-F238E27FC236}">
                      <a16:creationId xmlns:a16="http://schemas.microsoft.com/office/drawing/2014/main" id="{A843A028-28CF-504D-AA76-72E556D00636}"/>
                    </a:ext>
                  </a:extLst>
                </p:cNvPr>
                <p:cNvSpPr/>
                <p:nvPr/>
              </p:nvSpPr>
              <p:spPr>
                <a:xfrm rot="4793021">
                  <a:off x="5870006" y="5593138"/>
                  <a:ext cx="31876" cy="31876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1" name="Группа 220">
                <a:extLst>
                  <a:ext uri="{FF2B5EF4-FFF2-40B4-BE49-F238E27FC236}">
                    <a16:creationId xmlns:a16="http://schemas.microsoft.com/office/drawing/2014/main" id="{9C700504-40EF-D348-B800-FD67C86F3105}"/>
                  </a:ext>
                </a:extLst>
              </p:cNvPr>
              <p:cNvGrpSpPr/>
              <p:nvPr/>
            </p:nvGrpSpPr>
            <p:grpSpPr>
              <a:xfrm rot="5400000">
                <a:off x="6641733" y="4170728"/>
                <a:ext cx="268371" cy="117136"/>
                <a:chOff x="1976627" y="2011577"/>
                <a:chExt cx="384931" cy="168011"/>
              </a:xfrm>
            </p:grpSpPr>
            <p:sp>
              <p:nvSpPr>
                <p:cNvPr id="226" name="Овал 225">
                  <a:extLst>
                    <a:ext uri="{FF2B5EF4-FFF2-40B4-BE49-F238E27FC236}">
                      <a16:creationId xmlns:a16="http://schemas.microsoft.com/office/drawing/2014/main" id="{1244F3EA-ED2B-124F-A190-F1CA6654FA4C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Овал 226">
                  <a:extLst>
                    <a:ext uri="{FF2B5EF4-FFF2-40B4-BE49-F238E27FC236}">
                      <a16:creationId xmlns:a16="http://schemas.microsoft.com/office/drawing/2014/main" id="{21862825-E2A4-A84A-A0BE-A7DACB5BB843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Треугольник 227">
                  <a:extLst>
                    <a:ext uri="{FF2B5EF4-FFF2-40B4-BE49-F238E27FC236}">
                      <a16:creationId xmlns:a16="http://schemas.microsoft.com/office/drawing/2014/main" id="{BA62D7FB-7CBC-4944-A6C5-EAD9E0127F2D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2" name="Группа 231">
                <a:extLst>
                  <a:ext uri="{FF2B5EF4-FFF2-40B4-BE49-F238E27FC236}">
                    <a16:creationId xmlns:a16="http://schemas.microsoft.com/office/drawing/2014/main" id="{AF43A7EB-1CA0-204B-8E63-DE1636C30C27}"/>
                  </a:ext>
                </a:extLst>
              </p:cNvPr>
              <p:cNvGrpSpPr/>
              <p:nvPr/>
            </p:nvGrpSpPr>
            <p:grpSpPr>
              <a:xfrm rot="5400000">
                <a:off x="8410149" y="4170729"/>
                <a:ext cx="268371" cy="117136"/>
                <a:chOff x="1976627" y="2011577"/>
                <a:chExt cx="384931" cy="168011"/>
              </a:xfrm>
            </p:grpSpPr>
            <p:sp>
              <p:nvSpPr>
                <p:cNvPr id="233" name="Овал 232">
                  <a:extLst>
                    <a:ext uri="{FF2B5EF4-FFF2-40B4-BE49-F238E27FC236}">
                      <a16:creationId xmlns:a16="http://schemas.microsoft.com/office/drawing/2014/main" id="{01F0C229-E861-7A4F-AC0D-993D54A1813F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Овал 233">
                  <a:extLst>
                    <a:ext uri="{FF2B5EF4-FFF2-40B4-BE49-F238E27FC236}">
                      <a16:creationId xmlns:a16="http://schemas.microsoft.com/office/drawing/2014/main" id="{56780318-A821-1448-B7D9-56E94CE643BA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Треугольник 234">
                  <a:extLst>
                    <a:ext uri="{FF2B5EF4-FFF2-40B4-BE49-F238E27FC236}">
                      <a16:creationId xmlns:a16="http://schemas.microsoft.com/office/drawing/2014/main" id="{AC174C54-3265-9F43-87FB-52A272C9DE03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6" name="Группа 235">
                <a:extLst>
                  <a:ext uri="{FF2B5EF4-FFF2-40B4-BE49-F238E27FC236}">
                    <a16:creationId xmlns:a16="http://schemas.microsoft.com/office/drawing/2014/main" id="{8B29158A-5B62-264B-8390-6F150BACE097}"/>
                  </a:ext>
                </a:extLst>
              </p:cNvPr>
              <p:cNvGrpSpPr/>
              <p:nvPr/>
            </p:nvGrpSpPr>
            <p:grpSpPr>
              <a:xfrm rot="5400000">
                <a:off x="10575384" y="4170730"/>
                <a:ext cx="268371" cy="117136"/>
                <a:chOff x="1976627" y="2011577"/>
                <a:chExt cx="384931" cy="168011"/>
              </a:xfrm>
            </p:grpSpPr>
            <p:sp>
              <p:nvSpPr>
                <p:cNvPr id="237" name="Овал 236">
                  <a:extLst>
                    <a:ext uri="{FF2B5EF4-FFF2-40B4-BE49-F238E27FC236}">
                      <a16:creationId xmlns:a16="http://schemas.microsoft.com/office/drawing/2014/main" id="{13C385FC-ED84-194D-8BF2-753AE385C801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Овал 237">
                  <a:extLst>
                    <a:ext uri="{FF2B5EF4-FFF2-40B4-BE49-F238E27FC236}">
                      <a16:creationId xmlns:a16="http://schemas.microsoft.com/office/drawing/2014/main" id="{3DAB6694-D61F-8742-8A77-9DE2B65E7602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Треугольник 238">
                  <a:extLst>
                    <a:ext uri="{FF2B5EF4-FFF2-40B4-BE49-F238E27FC236}">
                      <a16:creationId xmlns:a16="http://schemas.microsoft.com/office/drawing/2014/main" id="{07289DEA-C025-7241-968B-D3861C260243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7A580F4F-CF56-8A49-BFEE-17A0AA66A885}"/>
                  </a:ext>
                </a:extLst>
              </p:cNvPr>
              <p:cNvSpPr txBox="1"/>
              <p:nvPr/>
            </p:nvSpPr>
            <p:spPr>
              <a:xfrm>
                <a:off x="6314851" y="2649175"/>
                <a:ext cx="90281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52D86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9:00-18:00</a:t>
                </a:r>
              </a:p>
            </p:txBody>
          </p:sp>
          <p:pic>
            <p:nvPicPr>
              <p:cNvPr id="16" name="Рисунок 15">
                <a:extLst>
                  <a:ext uri="{FF2B5EF4-FFF2-40B4-BE49-F238E27FC236}">
                    <a16:creationId xmlns:a16="http://schemas.microsoft.com/office/drawing/2014/main" id="{D620AABF-5ED4-0F43-9339-73FA95471F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63777" y="2626967"/>
                <a:ext cx="250595" cy="250595"/>
              </a:xfrm>
              <a:prstGeom prst="rect">
                <a:avLst/>
              </a:prstGeom>
            </p:spPr>
          </p:pic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A3C7153C-EFC3-8B45-AE8C-FA7621CA04C1}"/>
                  </a:ext>
                </a:extLst>
              </p:cNvPr>
              <p:cNvSpPr txBox="1"/>
              <p:nvPr/>
            </p:nvSpPr>
            <p:spPr>
              <a:xfrm>
                <a:off x="11092262" y="2649175"/>
                <a:ext cx="90281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52D86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18</a:t>
                </a:r>
                <a:r>
                  <a:rPr kumimoji="0" lang="ru-RU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52D86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:00-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52D86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9</a:t>
                </a:r>
                <a:r>
                  <a:rPr kumimoji="0" lang="ru-RU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52D86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:00</a:t>
                </a:r>
              </a:p>
            </p:txBody>
          </p:sp>
          <p:pic>
            <p:nvPicPr>
              <p:cNvPr id="242" name="Рисунок 241">
                <a:extLst>
                  <a:ext uri="{FF2B5EF4-FFF2-40B4-BE49-F238E27FC236}">
                    <a16:creationId xmlns:a16="http://schemas.microsoft.com/office/drawing/2014/main" id="{5DCF55C7-C040-7645-9EE6-DF2B64D81B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84217" y="2626967"/>
                <a:ext cx="250595" cy="250595"/>
              </a:xfrm>
              <a:prstGeom prst="rect">
                <a:avLst/>
              </a:prstGeom>
            </p:spPr>
          </p:pic>
          <p:sp>
            <p:nvSpPr>
              <p:cNvPr id="244" name="Овал 243">
                <a:extLst>
                  <a:ext uri="{FF2B5EF4-FFF2-40B4-BE49-F238E27FC236}">
                    <a16:creationId xmlns:a16="http://schemas.microsoft.com/office/drawing/2014/main" id="{ED38BDBE-E19B-9442-9FA9-8C58C79BDFCE}"/>
                  </a:ext>
                </a:extLst>
              </p:cNvPr>
              <p:cNvSpPr/>
              <p:nvPr/>
            </p:nvSpPr>
            <p:spPr>
              <a:xfrm>
                <a:off x="8632257" y="4107039"/>
                <a:ext cx="214578" cy="21457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6F3D9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rPr>
                  <a:t>2</a:t>
                </a:r>
                <a:endParaRPr kumimoji="0" lang="ru-KZ" sz="900" b="0" i="0" u="none" strike="noStrike" kern="1200" cap="none" spc="0" normalizeH="0" baseline="0" noProof="0">
                  <a:ln>
                    <a:noFill/>
                  </a:ln>
                  <a:solidFill>
                    <a:srgbClr val="6F3D94"/>
                  </a:solidFill>
                  <a:effectLst/>
                  <a:uLnTx/>
                  <a:uFillTx/>
                  <a:latin typeface="Helvetica Neue Light" panose="02000403000000020004" pitchFamily="2" charset="0"/>
                  <a:ea typeface="Helvetica Neue Light" panose="02000403000000020004" pitchFamily="2" charset="0"/>
                  <a:cs typeface="+mn-cs"/>
                </a:endParaRPr>
              </a:p>
            </p:txBody>
          </p:sp>
        </p:grpSp>
      </p:grpSp>
      <p:pic>
        <p:nvPicPr>
          <p:cNvPr id="129" name="Изображение">
            <a:extLst>
              <a:ext uri="{FF2B5EF4-FFF2-40B4-BE49-F238E27FC236}">
                <a16:creationId xmlns:a16="http://schemas.microsoft.com/office/drawing/2014/main" id="{A2043507-5E2D-1449-B981-D4EA4FD297D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38673" y="6522849"/>
            <a:ext cx="659229" cy="220842"/>
          </a:xfrm>
          <a:prstGeom prst="rect">
            <a:avLst/>
          </a:prstGeom>
        </p:spPr>
      </p:pic>
      <p:sp>
        <p:nvSpPr>
          <p:cNvPr id="139" name="Заголовок текста (Helvetica Neue bold 22)…">
            <a:extLst>
              <a:ext uri="{FF2B5EF4-FFF2-40B4-BE49-F238E27FC236}">
                <a16:creationId xmlns:a16="http://schemas.microsoft.com/office/drawing/2014/main" id="{69DCBC4F-F2DA-49BA-9BE3-86F72D651079}"/>
              </a:ext>
            </a:extLst>
          </p:cNvPr>
          <p:cNvSpPr txBox="1"/>
          <p:nvPr/>
        </p:nvSpPr>
        <p:spPr>
          <a:xfrm>
            <a:off x="900002" y="1224000"/>
            <a:ext cx="6162522" cy="143116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Для кого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Медицинские учреждения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Финансовые организации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Справочные службы, Центры обслуживания по различным услугам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Туризм, Строительные компании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Логистические, курьерские службы</a:t>
            </a:r>
          </a:p>
        </p:txBody>
      </p:sp>
      <p:sp>
        <p:nvSpPr>
          <p:cNvPr id="143" name="Заголовок текста (Helvetica Neue bold 22)…">
            <a:extLst>
              <a:ext uri="{FF2B5EF4-FFF2-40B4-BE49-F238E27FC236}">
                <a16:creationId xmlns:a16="http://schemas.microsoft.com/office/drawing/2014/main" id="{5A0CD6BF-E8C7-49BB-A137-456DE571F025}"/>
              </a:ext>
            </a:extLst>
          </p:cNvPr>
          <p:cNvSpPr txBox="1"/>
          <p:nvPr/>
        </p:nvSpPr>
        <p:spPr>
          <a:xfrm>
            <a:off x="895106" y="2901263"/>
            <a:ext cx="4778340" cy="404982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Преимущества</a:t>
            </a:r>
          </a:p>
          <a:p>
            <a:pPr marL="0" marR="0" lvl="0" indent="0" algn="l" defTabSz="914400" rtl="0" eaLnBrk="1" fontAlgn="auto" latinLnBrk="0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>
                <a:srgbClr val="A9C139"/>
              </a:buClr>
              <a:buSzPct val="120000"/>
              <a:buFontTx/>
              <a:buNone/>
              <a:tabLst/>
              <a:defRPr sz="2200"/>
            </a:pP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Единый номер дозвона для всех клиентов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Звонки распределяются в зависимости от графика работы компании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Голосовое меню с донабором номера отдела                                                 или внутреннего номера сотрудника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Если стационарный телефон не отвечает, звонок будет переадресован на мобильный телефон, в случае неответа, звонок попадает на голосовую почту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Сотрудник, начав разговор на стационарном телефоне,                                    может перевести его на свой мобильный телефон,                                              либо перенаправить звонок другому сотруднику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Аналитика обслуживания и запись разговоров                                           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c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отрудников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с клиентами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Клиентам, которые не хотят ожидать на линии, вы можете                 предложить заказать обратный звонок – оператор                                            свяжется с Клиентом сам</a:t>
            </a:r>
          </a:p>
          <a:p>
            <a:pPr marL="571500" marR="0" lvl="0" indent="-24750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endParaRPr kumimoji="0" lang="ru-RU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  <a:p>
            <a:pPr marL="571500" marR="0" lvl="0" indent="-57150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endParaRPr kumimoji="0" lang="ru-RU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</p:txBody>
      </p:sp>
      <p:sp>
        <p:nvSpPr>
          <p:cNvPr id="130" name="Заголовок слайда">
            <a:extLst>
              <a:ext uri="{FF2B5EF4-FFF2-40B4-BE49-F238E27FC236}">
                <a16:creationId xmlns:a16="http://schemas.microsoft.com/office/drawing/2014/main" id="{42C95FE7-2439-AD44-8FC2-1DEEB80597D5}"/>
              </a:ext>
            </a:extLst>
          </p:cNvPr>
          <p:cNvSpPr txBox="1"/>
          <p:nvPr/>
        </p:nvSpPr>
        <p:spPr>
          <a:xfrm>
            <a:off x="871957" y="467474"/>
            <a:ext cx="7293343" cy="53860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800100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6A2E92"/>
                </a:solidFill>
              </a:defRPr>
            </a:lvl1pPr>
          </a:lstStyle>
          <a:p>
            <a:pPr marL="0" marR="0" lvl="0" indent="0" algn="l" defTabSz="800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500" b="1" i="0" u="none" strike="noStrike" kern="1200" cap="none" spc="0" normalizeH="0" baseline="0" noProof="0" dirty="0">
                <a:ln>
                  <a:noFill/>
                </a:ln>
                <a:solidFill>
                  <a:srgbClr val="6A2E92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Варианты использования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6A2E92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016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19E13DC-8374-7D49-8402-A7CE92E5D1AF}"/>
              </a:ext>
            </a:extLst>
          </p:cNvPr>
          <p:cNvSpPr txBox="1">
            <a:spLocks/>
          </p:cNvSpPr>
          <p:nvPr/>
        </p:nvSpPr>
        <p:spPr>
          <a:xfrm>
            <a:off x="11731889" y="6497815"/>
            <a:ext cx="3616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defPPr>
              <a:defRPr lang="ru-K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ru-K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K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+mn-cs"/>
            </a:endParaRPr>
          </a:p>
        </p:txBody>
      </p:sp>
      <p:sp>
        <p:nvSpPr>
          <p:cNvPr id="181" name="Овал 180">
            <a:extLst>
              <a:ext uri="{FF2B5EF4-FFF2-40B4-BE49-F238E27FC236}">
                <a16:creationId xmlns:a16="http://schemas.microsoft.com/office/drawing/2014/main" id="{E18D2B66-BD04-5F4B-9501-7AF538DF72CA}"/>
              </a:ext>
            </a:extLst>
          </p:cNvPr>
          <p:cNvSpPr/>
          <p:nvPr/>
        </p:nvSpPr>
        <p:spPr>
          <a:xfrm rot="4793021">
            <a:off x="6527854" y="5410208"/>
            <a:ext cx="25897" cy="2589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KZ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Овал 183">
            <a:extLst>
              <a:ext uri="{FF2B5EF4-FFF2-40B4-BE49-F238E27FC236}">
                <a16:creationId xmlns:a16="http://schemas.microsoft.com/office/drawing/2014/main" id="{1E61E276-0CF0-0E40-AE72-7046774AAEEB}"/>
              </a:ext>
            </a:extLst>
          </p:cNvPr>
          <p:cNvSpPr/>
          <p:nvPr/>
        </p:nvSpPr>
        <p:spPr>
          <a:xfrm rot="4793021">
            <a:off x="7198758" y="5729914"/>
            <a:ext cx="25897" cy="2589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KZ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Заголовок текста (Helvetica Neue bold 22)…">
            <a:extLst>
              <a:ext uri="{FF2B5EF4-FFF2-40B4-BE49-F238E27FC236}">
                <a16:creationId xmlns:a16="http://schemas.microsoft.com/office/drawing/2014/main" id="{F7483CD6-23A5-DA4E-8CB9-44171F4845BA}"/>
              </a:ext>
            </a:extLst>
          </p:cNvPr>
          <p:cNvSpPr txBox="1"/>
          <p:nvPr/>
        </p:nvSpPr>
        <p:spPr>
          <a:xfrm>
            <a:off x="900002" y="1095457"/>
            <a:ext cx="3607668" cy="159787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Для кого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Медицинские учреждения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Финансовые организации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Справочные службы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Туризм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Рестораны, кафе 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И другие виды деятельности</a:t>
            </a:r>
          </a:p>
        </p:txBody>
      </p:sp>
      <p:sp>
        <p:nvSpPr>
          <p:cNvPr id="128" name="Заголовок текста (Helvetica Neue bold 22)…">
            <a:extLst>
              <a:ext uri="{FF2B5EF4-FFF2-40B4-BE49-F238E27FC236}">
                <a16:creationId xmlns:a16="http://schemas.microsoft.com/office/drawing/2014/main" id="{0E8E4D25-4E25-A249-8A4A-8346D5DBC738}"/>
              </a:ext>
            </a:extLst>
          </p:cNvPr>
          <p:cNvSpPr txBox="1"/>
          <p:nvPr/>
        </p:nvSpPr>
        <p:spPr>
          <a:xfrm>
            <a:off x="895106" y="2847384"/>
            <a:ext cx="5321120" cy="15850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Преимущества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Единый номер дозвона для всех клиентов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Звонки распределяются в зависимости от графика работы компании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Голосовое меню с донабором номера отдела или внутреннего номера сотрудника</a:t>
            </a:r>
          </a:p>
          <a:p>
            <a:pPr marL="571500" marR="0" lvl="0" indent="-24750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5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Многоуровневое голосовое меню</a:t>
            </a:r>
          </a:p>
          <a:p>
            <a:pPr marL="571500" marR="0" lvl="0" indent="-57150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endParaRPr kumimoji="0" lang="ru-RU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</p:txBody>
      </p:sp>
      <p:pic>
        <p:nvPicPr>
          <p:cNvPr id="129" name="Изображение">
            <a:extLst>
              <a:ext uri="{FF2B5EF4-FFF2-40B4-BE49-F238E27FC236}">
                <a16:creationId xmlns:a16="http://schemas.microsoft.com/office/drawing/2014/main" id="{A2043507-5E2D-1449-B981-D4EA4FD29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8673" y="6522849"/>
            <a:ext cx="659229" cy="220842"/>
          </a:xfrm>
          <a:prstGeom prst="rect">
            <a:avLst/>
          </a:prstGeom>
        </p:spPr>
      </p:pic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C6B402AB-FE81-CE42-822B-080F82A16C21}"/>
              </a:ext>
            </a:extLst>
          </p:cNvPr>
          <p:cNvGrpSpPr/>
          <p:nvPr/>
        </p:nvGrpSpPr>
        <p:grpSpPr>
          <a:xfrm>
            <a:off x="5806776" y="1095457"/>
            <a:ext cx="6286780" cy="5435840"/>
            <a:chOff x="5703167" y="655082"/>
            <a:chExt cx="6287482" cy="5876215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328F789E-924A-DA43-BEAC-F5CAD8122D63}"/>
                </a:ext>
              </a:extLst>
            </p:cNvPr>
            <p:cNvGrpSpPr/>
            <p:nvPr/>
          </p:nvGrpSpPr>
          <p:grpSpPr>
            <a:xfrm>
              <a:off x="6401857" y="655082"/>
              <a:ext cx="5432772" cy="3062382"/>
              <a:chOff x="6401857" y="655082"/>
              <a:chExt cx="5432772" cy="3062382"/>
            </a:xfrm>
          </p:grpSpPr>
          <p:grpSp>
            <p:nvGrpSpPr>
              <p:cNvPr id="152" name="Группа 151">
                <a:extLst>
                  <a:ext uri="{FF2B5EF4-FFF2-40B4-BE49-F238E27FC236}">
                    <a16:creationId xmlns:a16="http://schemas.microsoft.com/office/drawing/2014/main" id="{4CB90690-8A64-7241-B9E8-BD7594A3185E}"/>
                  </a:ext>
                </a:extLst>
              </p:cNvPr>
              <p:cNvGrpSpPr/>
              <p:nvPr/>
            </p:nvGrpSpPr>
            <p:grpSpPr>
              <a:xfrm>
                <a:off x="9352240" y="2661617"/>
                <a:ext cx="2402422" cy="1030591"/>
                <a:chOff x="8140949" y="3265833"/>
                <a:chExt cx="2928396" cy="1256224"/>
              </a:xfrm>
            </p:grpSpPr>
            <p:sp>
              <p:nvSpPr>
                <p:cNvPr id="153" name="Скругленный прямоугольник 152">
                  <a:extLst>
                    <a:ext uri="{FF2B5EF4-FFF2-40B4-BE49-F238E27FC236}">
                      <a16:creationId xmlns:a16="http://schemas.microsoft.com/office/drawing/2014/main" id="{6118D26D-4654-3240-B075-42731BC24D27}"/>
                    </a:ext>
                  </a:extLst>
                </p:cNvPr>
                <p:cNvSpPr/>
                <p:nvPr/>
              </p:nvSpPr>
              <p:spPr>
                <a:xfrm>
                  <a:off x="8140949" y="3267521"/>
                  <a:ext cx="2928396" cy="1254536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Скругленный прямоугольник 153">
                  <a:extLst>
                    <a:ext uri="{FF2B5EF4-FFF2-40B4-BE49-F238E27FC236}">
                      <a16:creationId xmlns:a16="http://schemas.microsoft.com/office/drawing/2014/main" id="{D0401122-B9AC-6841-8256-9B3B797B0704}"/>
                    </a:ext>
                  </a:extLst>
                </p:cNvPr>
                <p:cNvSpPr/>
                <p:nvPr/>
              </p:nvSpPr>
              <p:spPr>
                <a:xfrm>
                  <a:off x="8140949" y="3265833"/>
                  <a:ext cx="2928396" cy="295053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81C47178-01AA-B045-BC01-07F315DECAD6}"/>
                    </a:ext>
                  </a:extLst>
                </p:cNvPr>
                <p:cNvSpPr txBox="1"/>
                <p:nvPr/>
              </p:nvSpPr>
              <p:spPr>
                <a:xfrm>
                  <a:off x="8313465" y="3290500"/>
                  <a:ext cx="2605551" cy="251172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Голосовое приветствие</a:t>
                  </a:r>
                  <a:endPara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2392C85E-49F8-2F45-A50E-1CC74431CEF5}"/>
                    </a:ext>
                  </a:extLst>
                </p:cNvPr>
                <p:cNvSpPr txBox="1"/>
                <p:nvPr/>
              </p:nvSpPr>
              <p:spPr>
                <a:xfrm>
                  <a:off x="8140950" y="3620071"/>
                  <a:ext cx="2928395" cy="8252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Здравствуйте! Вы позвонили в компанию…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К сожалению, в данный момент мы не можем принять ваш звонок. Пожалуйста, оставьте сообщение после сигнала, и наш менеджер обязательно вам перезвонит.</a:t>
                  </a:r>
                </a:p>
              </p:txBody>
            </p:sp>
          </p:grpSp>
          <p:grpSp>
            <p:nvGrpSpPr>
              <p:cNvPr id="38" name="Группа 37">
                <a:extLst>
                  <a:ext uri="{FF2B5EF4-FFF2-40B4-BE49-F238E27FC236}">
                    <a16:creationId xmlns:a16="http://schemas.microsoft.com/office/drawing/2014/main" id="{29AE3497-DFE9-9849-8FE7-3758DD10098A}"/>
                  </a:ext>
                </a:extLst>
              </p:cNvPr>
              <p:cNvGrpSpPr/>
              <p:nvPr/>
            </p:nvGrpSpPr>
            <p:grpSpPr>
              <a:xfrm>
                <a:off x="6437587" y="2661616"/>
                <a:ext cx="2504501" cy="1055848"/>
                <a:chOff x="8079070" y="3265833"/>
                <a:chExt cx="3052823" cy="1287011"/>
              </a:xfrm>
            </p:grpSpPr>
            <p:sp>
              <p:nvSpPr>
                <p:cNvPr id="24" name="Скругленный прямоугольник 23">
                  <a:extLst>
                    <a:ext uri="{FF2B5EF4-FFF2-40B4-BE49-F238E27FC236}">
                      <a16:creationId xmlns:a16="http://schemas.microsoft.com/office/drawing/2014/main" id="{BDB2A50C-77D4-924D-8253-9F336D4F1C1D}"/>
                    </a:ext>
                  </a:extLst>
                </p:cNvPr>
                <p:cNvSpPr/>
                <p:nvPr/>
              </p:nvSpPr>
              <p:spPr>
                <a:xfrm>
                  <a:off x="8140949" y="3267521"/>
                  <a:ext cx="2928396" cy="1254536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Скругленный прямоугольник 26">
                  <a:extLst>
                    <a:ext uri="{FF2B5EF4-FFF2-40B4-BE49-F238E27FC236}">
                      <a16:creationId xmlns:a16="http://schemas.microsoft.com/office/drawing/2014/main" id="{059C943A-6FE0-174C-9365-0B1EBD412EDB}"/>
                    </a:ext>
                  </a:extLst>
                </p:cNvPr>
                <p:cNvSpPr/>
                <p:nvPr/>
              </p:nvSpPr>
              <p:spPr>
                <a:xfrm>
                  <a:off x="8140949" y="3265833"/>
                  <a:ext cx="2928396" cy="295053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62C953F6-04AB-C546-A001-CBC85129D161}"/>
                    </a:ext>
                  </a:extLst>
                </p:cNvPr>
                <p:cNvSpPr txBox="1"/>
                <p:nvPr/>
              </p:nvSpPr>
              <p:spPr>
                <a:xfrm>
                  <a:off x="8313465" y="3290500"/>
                  <a:ext cx="2605551" cy="251172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Голосовое меню</a:t>
                  </a:r>
                  <a:endPara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3F229D7-EEE5-2F45-AE80-6BE8FF7D6B9F}"/>
                    </a:ext>
                  </a:extLst>
                </p:cNvPr>
                <p:cNvSpPr txBox="1"/>
                <p:nvPr/>
              </p:nvSpPr>
              <p:spPr>
                <a:xfrm>
                  <a:off x="8079070" y="3620073"/>
                  <a:ext cx="3052823" cy="93277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Здравствуйте! Вы позвонили в компанию…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Наберите «1» для соединения с отделом продаж,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Наберите «2» для соединения с техническим отделом, либо наберите внутренний номер сотрудника.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endParaRPr>
                </a:p>
              </p:txBody>
            </p:sp>
          </p:grpSp>
          <p:grpSp>
            <p:nvGrpSpPr>
              <p:cNvPr id="32" name="Группа 31">
                <a:extLst>
                  <a:ext uri="{FF2B5EF4-FFF2-40B4-BE49-F238E27FC236}">
                    <a16:creationId xmlns:a16="http://schemas.microsoft.com/office/drawing/2014/main" id="{6DA2FA1F-0DF6-E346-AA73-2B4C21DEE4EF}"/>
                  </a:ext>
                </a:extLst>
              </p:cNvPr>
              <p:cNvGrpSpPr/>
              <p:nvPr/>
            </p:nvGrpSpPr>
            <p:grpSpPr>
              <a:xfrm>
                <a:off x="7851006" y="655082"/>
                <a:ext cx="2453735" cy="1941939"/>
                <a:chOff x="7851006" y="655082"/>
                <a:chExt cx="2453735" cy="1941939"/>
              </a:xfrm>
            </p:grpSpPr>
            <p:grpSp>
              <p:nvGrpSpPr>
                <p:cNvPr id="39" name="Группа 38">
                  <a:extLst>
                    <a:ext uri="{FF2B5EF4-FFF2-40B4-BE49-F238E27FC236}">
                      <a16:creationId xmlns:a16="http://schemas.microsoft.com/office/drawing/2014/main" id="{BE638289-15ED-2444-9B76-63B265D2EA9D}"/>
                    </a:ext>
                  </a:extLst>
                </p:cNvPr>
                <p:cNvGrpSpPr/>
                <p:nvPr/>
              </p:nvGrpSpPr>
              <p:grpSpPr>
                <a:xfrm>
                  <a:off x="8024635" y="655082"/>
                  <a:ext cx="2068864" cy="355814"/>
                  <a:chOff x="8436077" y="1084760"/>
                  <a:chExt cx="2163097" cy="372021"/>
                </a:xfrm>
              </p:grpSpPr>
              <p:sp>
                <p:nvSpPr>
                  <p:cNvPr id="2" name="Скругленный прямоугольник 1">
                    <a:extLst>
                      <a:ext uri="{FF2B5EF4-FFF2-40B4-BE49-F238E27FC236}">
                        <a16:creationId xmlns:a16="http://schemas.microsoft.com/office/drawing/2014/main" id="{CCA2E33A-5CC7-8743-9498-7CEE0DF1490A}"/>
                      </a:ext>
                    </a:extLst>
                  </p:cNvPr>
                  <p:cNvSpPr/>
                  <p:nvPr/>
                </p:nvSpPr>
                <p:spPr>
                  <a:xfrm>
                    <a:off x="8436077" y="1084760"/>
                    <a:ext cx="2163097" cy="372021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0285FCEA-6059-E34C-9CDE-C738ECBCFBF1}"/>
                      </a:ext>
                    </a:extLst>
                  </p:cNvPr>
                  <p:cNvSpPr txBox="1"/>
                  <p:nvPr/>
                </p:nvSpPr>
                <p:spPr>
                  <a:xfrm>
                    <a:off x="8514733" y="1120790"/>
                    <a:ext cx="2013580" cy="289616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+7 775 007 00 00</a:t>
                    </a:r>
                    <a:endPara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pic>
              <p:nvPicPr>
                <p:cNvPr id="3" name="Рисунок 2">
                  <a:extLst>
                    <a:ext uri="{FF2B5EF4-FFF2-40B4-BE49-F238E27FC236}">
                      <a16:creationId xmlns:a16="http://schemas.microsoft.com/office/drawing/2014/main" id="{0ADDDE67-E95D-1D49-8E05-59E384E3FD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05821" y="1419773"/>
                  <a:ext cx="619335" cy="619335"/>
                </a:xfrm>
                <a:prstGeom prst="rect">
                  <a:avLst/>
                </a:prstGeom>
              </p:spPr>
            </p:pic>
            <p:sp>
              <p:nvSpPr>
                <p:cNvPr id="22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AE1C837E-4FFE-9C42-8AC6-6E3D006ABE80}"/>
                    </a:ext>
                  </a:extLst>
                </p:cNvPr>
                <p:cNvSpPr txBox="1"/>
                <p:nvPr/>
              </p:nvSpPr>
              <p:spPr>
                <a:xfrm>
                  <a:off x="7851006" y="2020664"/>
                  <a:ext cx="2453735" cy="264932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Виртуальная АТС</a:t>
                  </a: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131" name="Группа 130">
                  <a:extLst>
                    <a:ext uri="{FF2B5EF4-FFF2-40B4-BE49-F238E27FC236}">
                      <a16:creationId xmlns:a16="http://schemas.microsoft.com/office/drawing/2014/main" id="{41F5E189-E52B-9F47-92DC-AF19350076BC}"/>
                    </a:ext>
                  </a:extLst>
                </p:cNvPr>
                <p:cNvGrpSpPr/>
                <p:nvPr/>
              </p:nvGrpSpPr>
              <p:grpSpPr>
                <a:xfrm>
                  <a:off x="8803512" y="1080213"/>
                  <a:ext cx="629250" cy="256682"/>
                  <a:chOff x="8986801" y="2825807"/>
                  <a:chExt cx="657911" cy="268373"/>
                </a:xfrm>
              </p:grpSpPr>
              <p:grpSp>
                <p:nvGrpSpPr>
                  <p:cNvPr id="132" name="Группа 131">
                    <a:extLst>
                      <a:ext uri="{FF2B5EF4-FFF2-40B4-BE49-F238E27FC236}">
                        <a16:creationId xmlns:a16="http://schemas.microsoft.com/office/drawing/2014/main" id="{AE085169-C238-BD43-9959-CB2BD4F044C0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186486" y="2901425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144" name="Овал 143">
                      <a:extLst>
                        <a:ext uri="{FF2B5EF4-FFF2-40B4-BE49-F238E27FC236}">
                          <a16:creationId xmlns:a16="http://schemas.microsoft.com/office/drawing/2014/main" id="{8B2D20DD-3685-FF48-A175-FC8A326AE98E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5" name="Овал 144">
                      <a:extLst>
                        <a:ext uri="{FF2B5EF4-FFF2-40B4-BE49-F238E27FC236}">
                          <a16:creationId xmlns:a16="http://schemas.microsoft.com/office/drawing/2014/main" id="{5FCAC861-3DD8-DF42-ADC2-7398973FD62A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6" name="Треугольник 145">
                      <a:extLst>
                        <a:ext uri="{FF2B5EF4-FFF2-40B4-BE49-F238E27FC236}">
                          <a16:creationId xmlns:a16="http://schemas.microsoft.com/office/drawing/2014/main" id="{AFEB20AE-4753-8F47-ABF3-86085B8836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3" name="Группа 132">
                    <a:extLst>
                      <a:ext uri="{FF2B5EF4-FFF2-40B4-BE49-F238E27FC236}">
                        <a16:creationId xmlns:a16="http://schemas.microsoft.com/office/drawing/2014/main" id="{9BF4B8CC-C36E-4244-B6FD-02640E75344A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911183" y="2901426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140" name="Овал 139">
                      <a:extLst>
                        <a:ext uri="{FF2B5EF4-FFF2-40B4-BE49-F238E27FC236}">
                          <a16:creationId xmlns:a16="http://schemas.microsoft.com/office/drawing/2014/main" id="{C1ED0000-9B33-C64A-A3CB-48FC6D4060A2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1" name="Овал 140">
                      <a:extLst>
                        <a:ext uri="{FF2B5EF4-FFF2-40B4-BE49-F238E27FC236}">
                          <a16:creationId xmlns:a16="http://schemas.microsoft.com/office/drawing/2014/main" id="{F5341F33-F8F6-B84E-9B8D-72A58495C49E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2" name="Треугольник 141">
                      <a:extLst>
                        <a:ext uri="{FF2B5EF4-FFF2-40B4-BE49-F238E27FC236}">
                          <a16:creationId xmlns:a16="http://schemas.microsoft.com/office/drawing/2014/main" id="{E0063429-B813-D644-A4D4-3B3CF6182B5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4" name="Группа 133">
                    <a:extLst>
                      <a:ext uri="{FF2B5EF4-FFF2-40B4-BE49-F238E27FC236}">
                        <a16:creationId xmlns:a16="http://schemas.microsoft.com/office/drawing/2014/main" id="{A177EE0E-0C6B-174A-90A9-99ECDC618FC5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451958" y="2901427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136" name="Овал 135">
                      <a:extLst>
                        <a:ext uri="{FF2B5EF4-FFF2-40B4-BE49-F238E27FC236}">
                          <a16:creationId xmlns:a16="http://schemas.microsoft.com/office/drawing/2014/main" id="{A6613E30-A598-6142-A1D4-64BCE7617A95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7" name="Овал 136">
                      <a:extLst>
                        <a:ext uri="{FF2B5EF4-FFF2-40B4-BE49-F238E27FC236}">
                          <a16:creationId xmlns:a16="http://schemas.microsoft.com/office/drawing/2014/main" id="{F98BCC6D-9DB3-CE4D-876B-3BF2BE5B6CDF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8" name="Треугольник 137">
                      <a:extLst>
                        <a:ext uri="{FF2B5EF4-FFF2-40B4-BE49-F238E27FC236}">
                          <a16:creationId xmlns:a16="http://schemas.microsoft.com/office/drawing/2014/main" id="{22E1D6D8-EC53-424E-A605-5529A14A55F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157" name="Группа 156">
                  <a:extLst>
                    <a:ext uri="{FF2B5EF4-FFF2-40B4-BE49-F238E27FC236}">
                      <a16:creationId xmlns:a16="http://schemas.microsoft.com/office/drawing/2014/main" id="{1BB7A16B-087B-4C49-98CB-F745E46C69F2}"/>
                    </a:ext>
                  </a:extLst>
                </p:cNvPr>
                <p:cNvGrpSpPr/>
                <p:nvPr/>
              </p:nvGrpSpPr>
              <p:grpSpPr>
                <a:xfrm>
                  <a:off x="8803512" y="2340339"/>
                  <a:ext cx="629250" cy="256682"/>
                  <a:chOff x="8986801" y="2825807"/>
                  <a:chExt cx="657911" cy="268373"/>
                </a:xfrm>
              </p:grpSpPr>
              <p:grpSp>
                <p:nvGrpSpPr>
                  <p:cNvPr id="158" name="Группа 157">
                    <a:extLst>
                      <a:ext uri="{FF2B5EF4-FFF2-40B4-BE49-F238E27FC236}">
                        <a16:creationId xmlns:a16="http://schemas.microsoft.com/office/drawing/2014/main" id="{4B139777-3EE9-1E4A-8EE5-679F12EC83C4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186486" y="2901425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167" name="Овал 166">
                      <a:extLst>
                        <a:ext uri="{FF2B5EF4-FFF2-40B4-BE49-F238E27FC236}">
                          <a16:creationId xmlns:a16="http://schemas.microsoft.com/office/drawing/2014/main" id="{F7268968-B1B9-1148-A2D8-A0742A6FFBA0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68" name="Овал 167">
                      <a:extLst>
                        <a:ext uri="{FF2B5EF4-FFF2-40B4-BE49-F238E27FC236}">
                          <a16:creationId xmlns:a16="http://schemas.microsoft.com/office/drawing/2014/main" id="{9958C40E-0AC7-4244-896E-B5595BCA5A20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69" name="Треугольник 168">
                      <a:extLst>
                        <a:ext uri="{FF2B5EF4-FFF2-40B4-BE49-F238E27FC236}">
                          <a16:creationId xmlns:a16="http://schemas.microsoft.com/office/drawing/2014/main" id="{EE8EFEEE-1139-CE4C-B40C-DD964AF9228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59" name="Группа 158">
                    <a:extLst>
                      <a:ext uri="{FF2B5EF4-FFF2-40B4-BE49-F238E27FC236}">
                        <a16:creationId xmlns:a16="http://schemas.microsoft.com/office/drawing/2014/main" id="{105C96D4-543C-6342-B856-DBA87C2AF1BE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911183" y="2901426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164" name="Овал 163">
                      <a:extLst>
                        <a:ext uri="{FF2B5EF4-FFF2-40B4-BE49-F238E27FC236}">
                          <a16:creationId xmlns:a16="http://schemas.microsoft.com/office/drawing/2014/main" id="{BE048A9F-774C-CB46-B6B5-A78ACFDDF36D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65" name="Овал 164">
                      <a:extLst>
                        <a:ext uri="{FF2B5EF4-FFF2-40B4-BE49-F238E27FC236}">
                          <a16:creationId xmlns:a16="http://schemas.microsoft.com/office/drawing/2014/main" id="{5122D15D-B504-5D44-B6E3-C66808C96360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66" name="Треугольник 165">
                      <a:extLst>
                        <a:ext uri="{FF2B5EF4-FFF2-40B4-BE49-F238E27FC236}">
                          <a16:creationId xmlns:a16="http://schemas.microsoft.com/office/drawing/2014/main" id="{0AC60025-1B34-E64E-93E3-82F5A0890E8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0" name="Группа 159">
                    <a:extLst>
                      <a:ext uri="{FF2B5EF4-FFF2-40B4-BE49-F238E27FC236}">
                        <a16:creationId xmlns:a16="http://schemas.microsoft.com/office/drawing/2014/main" id="{A6981C11-7922-164D-BD47-45462029F800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451958" y="2901427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161" name="Овал 160">
                      <a:extLst>
                        <a:ext uri="{FF2B5EF4-FFF2-40B4-BE49-F238E27FC236}">
                          <a16:creationId xmlns:a16="http://schemas.microsoft.com/office/drawing/2014/main" id="{891D225E-9562-8740-99BC-6D0914B0E2CD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62" name="Овал 161">
                      <a:extLst>
                        <a:ext uri="{FF2B5EF4-FFF2-40B4-BE49-F238E27FC236}">
                          <a16:creationId xmlns:a16="http://schemas.microsoft.com/office/drawing/2014/main" id="{84BAF6BD-7278-C747-8D4E-C1737AEA1709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63" name="Треугольник 162">
                      <a:extLst>
                        <a:ext uri="{FF2B5EF4-FFF2-40B4-BE49-F238E27FC236}">
                          <a16:creationId xmlns:a16="http://schemas.microsoft.com/office/drawing/2014/main" id="{6364A27B-2210-D947-A354-32FF2400A98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  <p:grpSp>
            <p:nvGrpSpPr>
              <p:cNvPr id="26" name="Группа 25">
                <a:extLst>
                  <a:ext uri="{FF2B5EF4-FFF2-40B4-BE49-F238E27FC236}">
                    <a16:creationId xmlns:a16="http://schemas.microsoft.com/office/drawing/2014/main" id="{2AAE0336-A558-A545-8B46-27D255F75E61}"/>
                  </a:ext>
                </a:extLst>
              </p:cNvPr>
              <p:cNvGrpSpPr/>
              <p:nvPr/>
            </p:nvGrpSpPr>
            <p:grpSpPr>
              <a:xfrm>
                <a:off x="6401857" y="2338238"/>
                <a:ext cx="1051622" cy="256736"/>
                <a:chOff x="6401857" y="2338238"/>
                <a:chExt cx="1051622" cy="256736"/>
              </a:xfrm>
            </p:grpSpPr>
            <p:sp>
              <p:nvSpPr>
                <p:cNvPr id="240" name="TextBox 239">
                  <a:extLst>
                    <a:ext uri="{FF2B5EF4-FFF2-40B4-BE49-F238E27FC236}">
                      <a16:creationId xmlns:a16="http://schemas.microsoft.com/office/drawing/2014/main" id="{7A580F4F-CF56-8A49-BFEE-17A0AA66A885}"/>
                    </a:ext>
                  </a:extLst>
                </p:cNvPr>
                <p:cNvSpPr txBox="1"/>
                <p:nvPr/>
              </p:nvSpPr>
              <p:spPr>
                <a:xfrm>
                  <a:off x="6401857" y="2359479"/>
                  <a:ext cx="863484" cy="2354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9:00-18:00</a:t>
                  </a:r>
                </a:p>
              </p:txBody>
            </p:sp>
            <p:pic>
              <p:nvPicPr>
                <p:cNvPr id="16" name="Рисунок 15">
                  <a:extLst>
                    <a:ext uri="{FF2B5EF4-FFF2-40B4-BE49-F238E27FC236}">
                      <a16:creationId xmlns:a16="http://schemas.microsoft.com/office/drawing/2014/main" id="{D620AABF-5ED4-0F43-9339-73FA95471F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13801" y="2338238"/>
                  <a:ext cx="239678" cy="239678"/>
                </a:xfrm>
                <a:prstGeom prst="rect">
                  <a:avLst/>
                </a:prstGeom>
              </p:spPr>
            </p:pic>
          </p:grpSp>
          <p:grpSp>
            <p:nvGrpSpPr>
              <p:cNvPr id="31" name="Группа 30">
                <a:extLst>
                  <a:ext uri="{FF2B5EF4-FFF2-40B4-BE49-F238E27FC236}">
                    <a16:creationId xmlns:a16="http://schemas.microsoft.com/office/drawing/2014/main" id="{03C6986B-20CA-AF47-9DED-826FE8F5A59A}"/>
                  </a:ext>
                </a:extLst>
              </p:cNvPr>
              <p:cNvGrpSpPr/>
              <p:nvPr/>
            </p:nvGrpSpPr>
            <p:grpSpPr>
              <a:xfrm>
                <a:off x="10772163" y="2338238"/>
                <a:ext cx="1062466" cy="256736"/>
                <a:chOff x="10772163" y="2338238"/>
                <a:chExt cx="1062466" cy="256736"/>
              </a:xfrm>
            </p:grpSpPr>
            <p:sp>
              <p:nvSpPr>
                <p:cNvPr id="241" name="TextBox 240">
                  <a:extLst>
                    <a:ext uri="{FF2B5EF4-FFF2-40B4-BE49-F238E27FC236}">
                      <a16:creationId xmlns:a16="http://schemas.microsoft.com/office/drawing/2014/main" id="{A3C7153C-EFC3-8B45-AE8C-FA7621CA04C1}"/>
                    </a:ext>
                  </a:extLst>
                </p:cNvPr>
                <p:cNvSpPr txBox="1"/>
                <p:nvPr/>
              </p:nvSpPr>
              <p:spPr>
                <a:xfrm>
                  <a:off x="10971145" y="2359479"/>
                  <a:ext cx="863484" cy="2354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18</a:t>
                  </a:r>
                  <a:r>
                    <a:rPr kumimoji="0" lang="ru-RU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:00-</a:t>
                  </a: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9</a:t>
                  </a:r>
                  <a:r>
                    <a:rPr kumimoji="0" lang="ru-RU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:00</a:t>
                  </a:r>
                </a:p>
              </p:txBody>
            </p:sp>
            <p:pic>
              <p:nvPicPr>
                <p:cNvPr id="242" name="Рисунок 241">
                  <a:extLst>
                    <a:ext uri="{FF2B5EF4-FFF2-40B4-BE49-F238E27FC236}">
                      <a16:creationId xmlns:a16="http://schemas.microsoft.com/office/drawing/2014/main" id="{5DCF55C7-C040-7645-9EE6-DF2B64D81B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72163" y="2338238"/>
                  <a:ext cx="239678" cy="23967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CB144B50-8FF6-9F4C-9B2F-1BD310696DA4}"/>
                </a:ext>
              </a:extLst>
            </p:cNvPr>
            <p:cNvGrpSpPr/>
            <p:nvPr/>
          </p:nvGrpSpPr>
          <p:grpSpPr>
            <a:xfrm>
              <a:off x="5703167" y="4540265"/>
              <a:ext cx="6287482" cy="1991032"/>
              <a:chOff x="5703167" y="4540265"/>
              <a:chExt cx="6287482" cy="1991032"/>
            </a:xfrm>
          </p:grpSpPr>
          <p:grpSp>
            <p:nvGrpSpPr>
              <p:cNvPr id="14" name="Группа 13">
                <a:extLst>
                  <a:ext uri="{FF2B5EF4-FFF2-40B4-BE49-F238E27FC236}">
                    <a16:creationId xmlns:a16="http://schemas.microsoft.com/office/drawing/2014/main" id="{FADB9E03-5D11-8F4F-9F16-7F51445B3E81}"/>
                  </a:ext>
                </a:extLst>
              </p:cNvPr>
              <p:cNvGrpSpPr/>
              <p:nvPr/>
            </p:nvGrpSpPr>
            <p:grpSpPr>
              <a:xfrm>
                <a:off x="10610980" y="4540265"/>
                <a:ext cx="1379669" cy="1140576"/>
                <a:chOff x="10610980" y="4540265"/>
                <a:chExt cx="1379669" cy="1140576"/>
              </a:xfrm>
            </p:grpSpPr>
            <p:grpSp>
              <p:nvGrpSpPr>
                <p:cNvPr id="207" name="Группа 206">
                  <a:extLst>
                    <a:ext uri="{FF2B5EF4-FFF2-40B4-BE49-F238E27FC236}">
                      <a16:creationId xmlns:a16="http://schemas.microsoft.com/office/drawing/2014/main" id="{7942D669-F403-864B-A2B4-F741EEE72525}"/>
                    </a:ext>
                  </a:extLst>
                </p:cNvPr>
                <p:cNvGrpSpPr/>
                <p:nvPr/>
              </p:nvGrpSpPr>
              <p:grpSpPr>
                <a:xfrm>
                  <a:off x="10610980" y="4540265"/>
                  <a:ext cx="715414" cy="729277"/>
                  <a:chOff x="7118324" y="4975433"/>
                  <a:chExt cx="967393" cy="986139"/>
                </a:xfrm>
              </p:grpSpPr>
              <p:pic>
                <p:nvPicPr>
                  <p:cNvPr id="208" name="Рисунок 207">
                    <a:extLst>
                      <a:ext uri="{FF2B5EF4-FFF2-40B4-BE49-F238E27FC236}">
                        <a16:creationId xmlns:a16="http://schemas.microsoft.com/office/drawing/2014/main" id="{592C18B0-61CC-AC44-8AE8-99D1CA01B0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429784" y="4975433"/>
                    <a:ext cx="472108" cy="531869"/>
                  </a:xfrm>
                  <a:prstGeom prst="rect">
                    <a:avLst/>
                  </a:prstGeom>
                  <a:ln w="3175">
                    <a:miter lim="400000"/>
                  </a:ln>
                </p:spPr>
              </p:pic>
              <p:sp>
                <p:nvSpPr>
                  <p:cNvPr id="209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ED162887-E90A-064C-9CAE-D6DEEA573F0D}"/>
                      </a:ext>
                    </a:extLst>
                  </p:cNvPr>
                  <p:cNvSpPr txBox="1"/>
                  <p:nvPr/>
                </p:nvSpPr>
                <p:spPr>
                  <a:xfrm>
                    <a:off x="7118324" y="5663035"/>
                    <a:ext cx="967393" cy="298537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Мобильный телефон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210" name="Группа 209">
                  <a:extLst>
                    <a:ext uri="{FF2B5EF4-FFF2-40B4-BE49-F238E27FC236}">
                      <a16:creationId xmlns:a16="http://schemas.microsoft.com/office/drawing/2014/main" id="{A78D9E8D-7D28-A44A-A792-48DF29C77857}"/>
                    </a:ext>
                  </a:extLst>
                </p:cNvPr>
                <p:cNvGrpSpPr/>
                <p:nvPr/>
              </p:nvGrpSpPr>
              <p:grpSpPr>
                <a:xfrm>
                  <a:off x="11301244" y="5133541"/>
                  <a:ext cx="689405" cy="547300"/>
                  <a:chOff x="10703030" y="5086674"/>
                  <a:chExt cx="967393" cy="767985"/>
                </a:xfrm>
              </p:grpSpPr>
              <p:pic>
                <p:nvPicPr>
                  <p:cNvPr id="211" name="Рисунок 210">
                    <a:extLst>
                      <a:ext uri="{FF2B5EF4-FFF2-40B4-BE49-F238E27FC236}">
                        <a16:creationId xmlns:a16="http://schemas.microsoft.com/office/drawing/2014/main" id="{07ABA195-4119-8644-A594-869F6BDD61B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0949735" y="5086674"/>
                    <a:ext cx="417257" cy="354036"/>
                  </a:xfrm>
                  <a:prstGeom prst="rect">
                    <a:avLst/>
                  </a:prstGeom>
                </p:spPr>
              </p:pic>
              <p:sp>
                <p:nvSpPr>
                  <p:cNvPr id="212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2A68AF03-C4D6-454D-8B1B-EBDA4CEB41DE}"/>
                      </a:ext>
                    </a:extLst>
                  </p:cNvPr>
                  <p:cNvSpPr txBox="1"/>
                  <p:nvPr/>
                </p:nvSpPr>
                <p:spPr>
                  <a:xfrm>
                    <a:off x="10703030" y="5544860"/>
                    <a:ext cx="967393" cy="309799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Голосовая почта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213" name="Группа 212">
                  <a:extLst>
                    <a:ext uri="{FF2B5EF4-FFF2-40B4-BE49-F238E27FC236}">
                      <a16:creationId xmlns:a16="http://schemas.microsoft.com/office/drawing/2014/main" id="{4869E6F2-909A-4142-BC52-AFE8F7E87718}"/>
                    </a:ext>
                  </a:extLst>
                </p:cNvPr>
                <p:cNvGrpSpPr/>
                <p:nvPr/>
              </p:nvGrpSpPr>
              <p:grpSpPr>
                <a:xfrm>
                  <a:off x="11230586" y="4862956"/>
                  <a:ext cx="254299" cy="152980"/>
                  <a:chOff x="5870006" y="5593138"/>
                  <a:chExt cx="313017" cy="188303"/>
                </a:xfrm>
              </p:grpSpPr>
              <p:grpSp>
                <p:nvGrpSpPr>
                  <p:cNvPr id="214" name="Группа 213">
                    <a:extLst>
                      <a:ext uri="{FF2B5EF4-FFF2-40B4-BE49-F238E27FC236}">
                        <a16:creationId xmlns:a16="http://schemas.microsoft.com/office/drawing/2014/main" id="{00FEF969-3DC1-614F-9B53-2D463F0C77E1}"/>
                      </a:ext>
                    </a:extLst>
                  </p:cNvPr>
                  <p:cNvGrpSpPr/>
                  <p:nvPr/>
                </p:nvGrpSpPr>
                <p:grpSpPr>
                  <a:xfrm rot="2340277">
                    <a:off x="5914652" y="5664305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216" name="Овал 215">
                      <a:extLst>
                        <a:ext uri="{FF2B5EF4-FFF2-40B4-BE49-F238E27FC236}">
                          <a16:creationId xmlns:a16="http://schemas.microsoft.com/office/drawing/2014/main" id="{E87524E8-6AEA-3C47-A39A-E8E3A89C9CC8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17" name="Овал 216">
                      <a:extLst>
                        <a:ext uri="{FF2B5EF4-FFF2-40B4-BE49-F238E27FC236}">
                          <a16:creationId xmlns:a16="http://schemas.microsoft.com/office/drawing/2014/main" id="{D9428081-783B-0D44-9955-E50CBF4E20D4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18" name="Треугольник 217">
                      <a:extLst>
                        <a:ext uri="{FF2B5EF4-FFF2-40B4-BE49-F238E27FC236}">
                          <a16:creationId xmlns:a16="http://schemas.microsoft.com/office/drawing/2014/main" id="{66862871-5621-4F45-8B7D-E516A9CA2F7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215" name="Овал 214">
                    <a:extLst>
                      <a:ext uri="{FF2B5EF4-FFF2-40B4-BE49-F238E27FC236}">
                        <a16:creationId xmlns:a16="http://schemas.microsoft.com/office/drawing/2014/main" id="{A843A028-28CF-504D-AA76-72E556D00636}"/>
                      </a:ext>
                    </a:extLst>
                  </p:cNvPr>
                  <p:cNvSpPr/>
                  <p:nvPr/>
                </p:nvSpPr>
                <p:spPr>
                  <a:xfrm rot="4793021">
                    <a:off x="5870006" y="5593138"/>
                    <a:ext cx="31876" cy="31876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3" name="Группа 12">
                <a:extLst>
                  <a:ext uri="{FF2B5EF4-FFF2-40B4-BE49-F238E27FC236}">
                    <a16:creationId xmlns:a16="http://schemas.microsoft.com/office/drawing/2014/main" id="{BD8B74F7-357E-8F44-86DB-4C0D12F47C8E}"/>
                  </a:ext>
                </a:extLst>
              </p:cNvPr>
              <p:cNvGrpSpPr/>
              <p:nvPr/>
            </p:nvGrpSpPr>
            <p:grpSpPr>
              <a:xfrm>
                <a:off x="8213996" y="5135751"/>
                <a:ext cx="2241683" cy="1395546"/>
                <a:chOff x="8213996" y="5135751"/>
                <a:chExt cx="2241683" cy="1395546"/>
              </a:xfrm>
            </p:grpSpPr>
            <p:grpSp>
              <p:nvGrpSpPr>
                <p:cNvPr id="188" name="Группа 187">
                  <a:extLst>
                    <a:ext uri="{FF2B5EF4-FFF2-40B4-BE49-F238E27FC236}">
                      <a16:creationId xmlns:a16="http://schemas.microsoft.com/office/drawing/2014/main" id="{AE65C052-E7B4-3B49-924F-AE3D2D9C4B9F}"/>
                    </a:ext>
                  </a:extLst>
                </p:cNvPr>
                <p:cNvGrpSpPr/>
                <p:nvPr/>
              </p:nvGrpSpPr>
              <p:grpSpPr>
                <a:xfrm>
                  <a:off x="9117261" y="5431968"/>
                  <a:ext cx="715414" cy="729276"/>
                  <a:chOff x="7118324" y="4975433"/>
                  <a:chExt cx="967393" cy="986139"/>
                </a:xfrm>
              </p:grpSpPr>
              <p:pic>
                <p:nvPicPr>
                  <p:cNvPr id="189" name="Рисунок 188">
                    <a:extLst>
                      <a:ext uri="{FF2B5EF4-FFF2-40B4-BE49-F238E27FC236}">
                        <a16:creationId xmlns:a16="http://schemas.microsoft.com/office/drawing/2014/main" id="{F97446F9-AB8F-E642-B37B-18E2BDEEF3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429784" y="4975433"/>
                    <a:ext cx="472108" cy="531869"/>
                  </a:xfrm>
                  <a:prstGeom prst="rect">
                    <a:avLst/>
                  </a:prstGeom>
                  <a:ln w="3175">
                    <a:miter lim="400000"/>
                  </a:ln>
                </p:spPr>
              </p:pic>
              <p:sp>
                <p:nvSpPr>
                  <p:cNvPr id="190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71991038-00F4-7D4B-A0CA-AA9CCBCE7525}"/>
                      </a:ext>
                    </a:extLst>
                  </p:cNvPr>
                  <p:cNvSpPr txBox="1"/>
                  <p:nvPr/>
                </p:nvSpPr>
                <p:spPr>
                  <a:xfrm>
                    <a:off x="7118324" y="5663035"/>
                    <a:ext cx="967393" cy="298537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Мобильный телефон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191" name="Группа 190">
                  <a:extLst>
                    <a:ext uri="{FF2B5EF4-FFF2-40B4-BE49-F238E27FC236}">
                      <a16:creationId xmlns:a16="http://schemas.microsoft.com/office/drawing/2014/main" id="{8D762E1D-DA55-7042-BB55-84A6DB665FF7}"/>
                    </a:ext>
                  </a:extLst>
                </p:cNvPr>
                <p:cNvGrpSpPr/>
                <p:nvPr/>
              </p:nvGrpSpPr>
              <p:grpSpPr>
                <a:xfrm>
                  <a:off x="9766274" y="5983998"/>
                  <a:ext cx="689405" cy="547299"/>
                  <a:chOff x="10703030" y="5086674"/>
                  <a:chExt cx="967393" cy="767985"/>
                </a:xfrm>
              </p:grpSpPr>
              <p:pic>
                <p:nvPicPr>
                  <p:cNvPr id="192" name="Рисунок 191">
                    <a:extLst>
                      <a:ext uri="{FF2B5EF4-FFF2-40B4-BE49-F238E27FC236}">
                        <a16:creationId xmlns:a16="http://schemas.microsoft.com/office/drawing/2014/main" id="{85E84E95-FC8A-EE45-8A47-7CF4B16A2D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0949735" y="5086674"/>
                    <a:ext cx="417257" cy="354036"/>
                  </a:xfrm>
                  <a:prstGeom prst="rect">
                    <a:avLst/>
                  </a:prstGeom>
                </p:spPr>
              </p:pic>
              <p:sp>
                <p:nvSpPr>
                  <p:cNvPr id="193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DB53EEA9-B386-C746-A455-15A709D8FD66}"/>
                      </a:ext>
                    </a:extLst>
                  </p:cNvPr>
                  <p:cNvSpPr txBox="1"/>
                  <p:nvPr/>
                </p:nvSpPr>
                <p:spPr>
                  <a:xfrm>
                    <a:off x="10703030" y="5544860"/>
                    <a:ext cx="967393" cy="309799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Голосовая почта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195" name="Группа 194">
                  <a:extLst>
                    <a:ext uri="{FF2B5EF4-FFF2-40B4-BE49-F238E27FC236}">
                      <a16:creationId xmlns:a16="http://schemas.microsoft.com/office/drawing/2014/main" id="{BD82D747-B211-544C-AE52-784F0BE2739E}"/>
                    </a:ext>
                  </a:extLst>
                </p:cNvPr>
                <p:cNvGrpSpPr/>
                <p:nvPr/>
              </p:nvGrpSpPr>
              <p:grpSpPr>
                <a:xfrm>
                  <a:off x="9016462" y="5410208"/>
                  <a:ext cx="254299" cy="152980"/>
                  <a:chOff x="5870006" y="5593138"/>
                  <a:chExt cx="313017" cy="188303"/>
                </a:xfrm>
              </p:grpSpPr>
              <p:grpSp>
                <p:nvGrpSpPr>
                  <p:cNvPr id="196" name="Группа 195">
                    <a:extLst>
                      <a:ext uri="{FF2B5EF4-FFF2-40B4-BE49-F238E27FC236}">
                        <a16:creationId xmlns:a16="http://schemas.microsoft.com/office/drawing/2014/main" id="{E03D80FA-2B6B-4544-9BEC-3C04019D4E1D}"/>
                      </a:ext>
                    </a:extLst>
                  </p:cNvPr>
                  <p:cNvGrpSpPr/>
                  <p:nvPr/>
                </p:nvGrpSpPr>
                <p:grpSpPr>
                  <a:xfrm rot="2340277">
                    <a:off x="5914652" y="5664305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198" name="Овал 197">
                      <a:extLst>
                        <a:ext uri="{FF2B5EF4-FFF2-40B4-BE49-F238E27FC236}">
                          <a16:creationId xmlns:a16="http://schemas.microsoft.com/office/drawing/2014/main" id="{59907088-DFE0-0249-A9FB-17C375FB3FE5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99" name="Овал 198">
                      <a:extLst>
                        <a:ext uri="{FF2B5EF4-FFF2-40B4-BE49-F238E27FC236}">
                          <a16:creationId xmlns:a16="http://schemas.microsoft.com/office/drawing/2014/main" id="{64B6B17B-E46C-274C-83C3-1D778C8E530A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0" name="Треугольник 199">
                      <a:extLst>
                        <a:ext uri="{FF2B5EF4-FFF2-40B4-BE49-F238E27FC236}">
                          <a16:creationId xmlns:a16="http://schemas.microsoft.com/office/drawing/2014/main" id="{696669DC-B0B8-EF4C-B833-C4C1BD2FF30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197" name="Овал 196">
                    <a:extLst>
                      <a:ext uri="{FF2B5EF4-FFF2-40B4-BE49-F238E27FC236}">
                        <a16:creationId xmlns:a16="http://schemas.microsoft.com/office/drawing/2014/main" id="{B7695723-05A9-0E4A-8A94-C513628CEC52}"/>
                      </a:ext>
                    </a:extLst>
                  </p:cNvPr>
                  <p:cNvSpPr/>
                  <p:nvPr/>
                </p:nvSpPr>
                <p:spPr>
                  <a:xfrm rot="4793021">
                    <a:off x="5870006" y="5593138"/>
                    <a:ext cx="31876" cy="31876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01" name="Группа 200">
                  <a:extLst>
                    <a:ext uri="{FF2B5EF4-FFF2-40B4-BE49-F238E27FC236}">
                      <a16:creationId xmlns:a16="http://schemas.microsoft.com/office/drawing/2014/main" id="{D83BDA58-FDCD-3E40-B947-70F4E3BC7DF5}"/>
                    </a:ext>
                  </a:extLst>
                </p:cNvPr>
                <p:cNvGrpSpPr/>
                <p:nvPr/>
              </p:nvGrpSpPr>
              <p:grpSpPr>
                <a:xfrm>
                  <a:off x="9687366" y="5729914"/>
                  <a:ext cx="254299" cy="152980"/>
                  <a:chOff x="5870006" y="5593138"/>
                  <a:chExt cx="313017" cy="188303"/>
                </a:xfrm>
              </p:grpSpPr>
              <p:grpSp>
                <p:nvGrpSpPr>
                  <p:cNvPr id="202" name="Группа 201">
                    <a:extLst>
                      <a:ext uri="{FF2B5EF4-FFF2-40B4-BE49-F238E27FC236}">
                        <a16:creationId xmlns:a16="http://schemas.microsoft.com/office/drawing/2014/main" id="{763E20F2-5CFB-3A4B-9F9C-B4337950F97A}"/>
                      </a:ext>
                    </a:extLst>
                  </p:cNvPr>
                  <p:cNvGrpSpPr/>
                  <p:nvPr/>
                </p:nvGrpSpPr>
                <p:grpSpPr>
                  <a:xfrm rot="2340277">
                    <a:off x="5914652" y="5664305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204" name="Овал 203">
                      <a:extLst>
                        <a:ext uri="{FF2B5EF4-FFF2-40B4-BE49-F238E27FC236}">
                          <a16:creationId xmlns:a16="http://schemas.microsoft.com/office/drawing/2014/main" id="{CD370EB2-C50B-2342-A2AE-B8FA2A84869C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5" name="Овал 204">
                      <a:extLst>
                        <a:ext uri="{FF2B5EF4-FFF2-40B4-BE49-F238E27FC236}">
                          <a16:creationId xmlns:a16="http://schemas.microsoft.com/office/drawing/2014/main" id="{6C71D938-5EA7-764F-B804-521330ABBEDB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06" name="Треугольник 205">
                      <a:extLst>
                        <a:ext uri="{FF2B5EF4-FFF2-40B4-BE49-F238E27FC236}">
                          <a16:creationId xmlns:a16="http://schemas.microsoft.com/office/drawing/2014/main" id="{C8D7174F-E539-C34C-900E-05C1E45DB2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203" name="Овал 202">
                    <a:extLst>
                      <a:ext uri="{FF2B5EF4-FFF2-40B4-BE49-F238E27FC236}">
                        <a16:creationId xmlns:a16="http://schemas.microsoft.com/office/drawing/2014/main" id="{8CF58193-A074-EF44-A727-D46BFE5BCB98}"/>
                      </a:ext>
                    </a:extLst>
                  </p:cNvPr>
                  <p:cNvSpPr/>
                  <p:nvPr/>
                </p:nvSpPr>
                <p:spPr>
                  <a:xfrm rot="4793021">
                    <a:off x="5870006" y="5593138"/>
                    <a:ext cx="31876" cy="31876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1" name="Группа 10">
                  <a:extLst>
                    <a:ext uri="{FF2B5EF4-FFF2-40B4-BE49-F238E27FC236}">
                      <a16:creationId xmlns:a16="http://schemas.microsoft.com/office/drawing/2014/main" id="{A5550FAC-4F8A-914B-9E45-85F76DD557BD}"/>
                    </a:ext>
                  </a:extLst>
                </p:cNvPr>
                <p:cNvGrpSpPr/>
                <p:nvPr/>
              </p:nvGrpSpPr>
              <p:grpSpPr>
                <a:xfrm>
                  <a:off x="8213996" y="5135751"/>
                  <a:ext cx="884069" cy="722782"/>
                  <a:chOff x="8213996" y="5135751"/>
                  <a:chExt cx="884069" cy="722782"/>
                </a:xfrm>
              </p:grpSpPr>
              <p:pic>
                <p:nvPicPr>
                  <p:cNvPr id="12" name="Рисунок 11">
                    <a:extLst>
                      <a:ext uri="{FF2B5EF4-FFF2-40B4-BE49-F238E27FC236}">
                        <a16:creationId xmlns:a16="http://schemas.microsoft.com/office/drawing/2014/main" id="{58FC0855-11E0-3143-988B-3BEB9F2338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442578" y="5135751"/>
                    <a:ext cx="503325" cy="356725"/>
                  </a:xfrm>
                  <a:prstGeom prst="rect">
                    <a:avLst/>
                  </a:prstGeom>
                </p:spPr>
              </p:pic>
              <p:sp>
                <p:nvSpPr>
                  <p:cNvPr id="135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188F80EB-9535-4486-A13F-B0080690D424}"/>
                      </a:ext>
                    </a:extLst>
                  </p:cNvPr>
                  <p:cNvSpPr txBox="1"/>
                  <p:nvPr/>
                </p:nvSpPr>
                <p:spPr>
                  <a:xfrm>
                    <a:off x="8213996" y="5609001"/>
                    <a:ext cx="884069" cy="249532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</a:t>
                    </a:r>
                    <a:r>
                      <a:rPr kumimoji="0" lang="kk-KZ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тационарный</a:t>
                    </a: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 телефон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</p:grpSp>
          <p:grpSp>
            <p:nvGrpSpPr>
              <p:cNvPr id="143" name="Группа 142">
                <a:extLst>
                  <a:ext uri="{FF2B5EF4-FFF2-40B4-BE49-F238E27FC236}">
                    <a16:creationId xmlns:a16="http://schemas.microsoft.com/office/drawing/2014/main" id="{C48C2C12-23FC-4B52-8A07-062CE01D7771}"/>
                  </a:ext>
                </a:extLst>
              </p:cNvPr>
              <p:cNvGrpSpPr/>
              <p:nvPr/>
            </p:nvGrpSpPr>
            <p:grpSpPr>
              <a:xfrm>
                <a:off x="5703167" y="4699318"/>
                <a:ext cx="1126033" cy="356104"/>
                <a:chOff x="7521891" y="5094634"/>
                <a:chExt cx="1125010" cy="372324"/>
              </a:xfrm>
            </p:grpSpPr>
            <p:sp>
              <p:nvSpPr>
                <p:cNvPr id="147" name="Скругленный прямоугольник 28">
                  <a:extLst>
                    <a:ext uri="{FF2B5EF4-FFF2-40B4-BE49-F238E27FC236}">
                      <a16:creationId xmlns:a16="http://schemas.microsoft.com/office/drawing/2014/main" id="{467C9DAB-F711-496E-88DB-F3E89E84A8BE}"/>
                    </a:ext>
                  </a:extLst>
                </p:cNvPr>
                <p:cNvSpPr/>
                <p:nvPr/>
              </p:nvSpPr>
              <p:spPr>
                <a:xfrm>
                  <a:off x="7521891" y="5094634"/>
                  <a:ext cx="1125010" cy="372324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132DF226-3E73-4ED5-BDE9-0F23CF98D82A}"/>
                    </a:ext>
                  </a:extLst>
                </p:cNvPr>
                <p:cNvSpPr txBox="1"/>
                <p:nvPr/>
              </p:nvSpPr>
              <p:spPr>
                <a:xfrm>
                  <a:off x="7604939" y="5164276"/>
                  <a:ext cx="967393" cy="289887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k-KZ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Отдел продаж</a:t>
                  </a:r>
                  <a:r>
                    <a: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RUS</a:t>
                  </a:r>
                </a:p>
              </p:txBody>
            </p:sp>
          </p:grpSp>
          <p:grpSp>
            <p:nvGrpSpPr>
              <p:cNvPr id="149" name="Группа 148">
                <a:extLst>
                  <a:ext uri="{FF2B5EF4-FFF2-40B4-BE49-F238E27FC236}">
                    <a16:creationId xmlns:a16="http://schemas.microsoft.com/office/drawing/2014/main" id="{5332069C-E154-4615-B5C2-195682904C88}"/>
                  </a:ext>
                </a:extLst>
              </p:cNvPr>
              <p:cNvGrpSpPr/>
              <p:nvPr/>
            </p:nvGrpSpPr>
            <p:grpSpPr>
              <a:xfrm>
                <a:off x="6871366" y="4691566"/>
                <a:ext cx="1126033" cy="356104"/>
                <a:chOff x="7521891" y="5074184"/>
                <a:chExt cx="1125010" cy="372324"/>
              </a:xfrm>
            </p:grpSpPr>
            <p:sp>
              <p:nvSpPr>
                <p:cNvPr id="150" name="Скругленный прямоугольник 28">
                  <a:extLst>
                    <a:ext uri="{FF2B5EF4-FFF2-40B4-BE49-F238E27FC236}">
                      <a16:creationId xmlns:a16="http://schemas.microsoft.com/office/drawing/2014/main" id="{5BBC8258-25DB-4D30-AACD-01C399C916DD}"/>
                    </a:ext>
                  </a:extLst>
                </p:cNvPr>
                <p:cNvSpPr/>
                <p:nvPr/>
              </p:nvSpPr>
              <p:spPr>
                <a:xfrm>
                  <a:off x="7521891" y="5074184"/>
                  <a:ext cx="1125010" cy="372324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D67F42D2-96B7-42D8-8D0C-3B5E8E37817C}"/>
                    </a:ext>
                  </a:extLst>
                </p:cNvPr>
                <p:cNvSpPr txBox="1"/>
                <p:nvPr/>
              </p:nvSpPr>
              <p:spPr>
                <a:xfrm>
                  <a:off x="7600546" y="5125891"/>
                  <a:ext cx="967393" cy="289887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k-KZ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Отдел по тех. поддержке </a:t>
                  </a:r>
                  <a:r>
                    <a:rPr kumimoji="0" lang="en-US" sz="9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RUS</a:t>
                  </a:r>
                </a:p>
              </p:txBody>
            </p:sp>
          </p:grpSp>
          <p:grpSp>
            <p:nvGrpSpPr>
              <p:cNvPr id="173" name="Группа 172">
                <a:extLst>
                  <a:ext uri="{FF2B5EF4-FFF2-40B4-BE49-F238E27FC236}">
                    <a16:creationId xmlns:a16="http://schemas.microsoft.com/office/drawing/2014/main" id="{28C9A289-A0A0-44F9-B049-69B56BE2887E}"/>
                  </a:ext>
                </a:extLst>
              </p:cNvPr>
              <p:cNvGrpSpPr/>
              <p:nvPr/>
            </p:nvGrpSpPr>
            <p:grpSpPr>
              <a:xfrm>
                <a:off x="8088094" y="4686431"/>
                <a:ext cx="1126033" cy="356104"/>
                <a:chOff x="7521891" y="5094634"/>
                <a:chExt cx="1125010" cy="372324"/>
              </a:xfrm>
            </p:grpSpPr>
            <p:sp>
              <p:nvSpPr>
                <p:cNvPr id="177" name="Скругленный прямоугольник 28">
                  <a:extLst>
                    <a:ext uri="{FF2B5EF4-FFF2-40B4-BE49-F238E27FC236}">
                      <a16:creationId xmlns:a16="http://schemas.microsoft.com/office/drawing/2014/main" id="{51190A81-78E8-4AA4-BD35-EFCCF19D544A}"/>
                    </a:ext>
                  </a:extLst>
                </p:cNvPr>
                <p:cNvSpPr/>
                <p:nvPr/>
              </p:nvSpPr>
              <p:spPr>
                <a:xfrm>
                  <a:off x="7521891" y="5094634"/>
                  <a:ext cx="1125010" cy="372324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16E36D68-2CDD-439D-95F7-9F1054D15744}"/>
                    </a:ext>
                  </a:extLst>
                </p:cNvPr>
                <p:cNvSpPr txBox="1"/>
                <p:nvPr/>
              </p:nvSpPr>
              <p:spPr>
                <a:xfrm>
                  <a:off x="7604939" y="5164276"/>
                  <a:ext cx="967393" cy="289887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k-KZ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Отдел продаж</a:t>
                  </a:r>
                  <a:r>
                    <a: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KAZ</a:t>
                  </a:r>
                </a:p>
              </p:txBody>
            </p:sp>
          </p:grpSp>
          <p:grpSp>
            <p:nvGrpSpPr>
              <p:cNvPr id="179" name="Группа 178">
                <a:extLst>
                  <a:ext uri="{FF2B5EF4-FFF2-40B4-BE49-F238E27FC236}">
                    <a16:creationId xmlns:a16="http://schemas.microsoft.com/office/drawing/2014/main" id="{F2F08C56-3964-4555-81CB-1166B31F3CAC}"/>
                  </a:ext>
                </a:extLst>
              </p:cNvPr>
              <p:cNvGrpSpPr/>
              <p:nvPr/>
            </p:nvGrpSpPr>
            <p:grpSpPr>
              <a:xfrm>
                <a:off x="9256291" y="4678680"/>
                <a:ext cx="1280544" cy="356105"/>
                <a:chOff x="7521891" y="5074184"/>
                <a:chExt cx="1279381" cy="372325"/>
              </a:xfrm>
            </p:grpSpPr>
            <p:sp>
              <p:nvSpPr>
                <p:cNvPr id="180" name="Скругленный прямоугольник 28">
                  <a:extLst>
                    <a:ext uri="{FF2B5EF4-FFF2-40B4-BE49-F238E27FC236}">
                      <a16:creationId xmlns:a16="http://schemas.microsoft.com/office/drawing/2014/main" id="{4FBBF199-3A22-4D4B-8ABD-827AE5DED7C2}"/>
                    </a:ext>
                  </a:extLst>
                </p:cNvPr>
                <p:cNvSpPr/>
                <p:nvPr/>
              </p:nvSpPr>
              <p:spPr>
                <a:xfrm>
                  <a:off x="7521891" y="5074184"/>
                  <a:ext cx="1279381" cy="372325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2B35C6BC-7849-4F10-B4EE-DBE19A27A84B}"/>
                    </a:ext>
                  </a:extLst>
                </p:cNvPr>
                <p:cNvSpPr txBox="1"/>
                <p:nvPr/>
              </p:nvSpPr>
              <p:spPr>
                <a:xfrm>
                  <a:off x="7600545" y="5137272"/>
                  <a:ext cx="1119644" cy="289886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k-KZ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Отдел по тех. поддержке </a:t>
                  </a:r>
                  <a:r>
                    <a: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KAZ</a:t>
                  </a:r>
                </a:p>
              </p:txBody>
            </p:sp>
          </p:grpSp>
          <p:grpSp>
            <p:nvGrpSpPr>
              <p:cNvPr id="7" name="Группа 6">
                <a:extLst>
                  <a:ext uri="{FF2B5EF4-FFF2-40B4-BE49-F238E27FC236}">
                    <a16:creationId xmlns:a16="http://schemas.microsoft.com/office/drawing/2014/main" id="{40825E62-5756-6345-BD33-0C2F188B600A}"/>
                  </a:ext>
                </a:extLst>
              </p:cNvPr>
              <p:cNvGrpSpPr/>
              <p:nvPr/>
            </p:nvGrpSpPr>
            <p:grpSpPr>
              <a:xfrm>
                <a:off x="5894069" y="5136965"/>
                <a:ext cx="2073002" cy="1394332"/>
                <a:chOff x="5894069" y="5136965"/>
                <a:chExt cx="2073002" cy="1394332"/>
              </a:xfrm>
            </p:grpSpPr>
            <p:grpSp>
              <p:nvGrpSpPr>
                <p:cNvPr id="5" name="Группа 4">
                  <a:extLst>
                    <a:ext uri="{FF2B5EF4-FFF2-40B4-BE49-F238E27FC236}">
                      <a16:creationId xmlns:a16="http://schemas.microsoft.com/office/drawing/2014/main" id="{CC09C91C-F43E-744B-B25C-3C645B842A47}"/>
                    </a:ext>
                  </a:extLst>
                </p:cNvPr>
                <p:cNvGrpSpPr/>
                <p:nvPr/>
              </p:nvGrpSpPr>
              <p:grpSpPr>
                <a:xfrm>
                  <a:off x="6628654" y="5431973"/>
                  <a:ext cx="715414" cy="729277"/>
                  <a:chOff x="6628654" y="5431973"/>
                  <a:chExt cx="715414" cy="729277"/>
                </a:xfrm>
              </p:grpSpPr>
              <p:pic>
                <p:nvPicPr>
                  <p:cNvPr id="51" name="Рисунок 50">
                    <a:extLst>
                      <a:ext uri="{FF2B5EF4-FFF2-40B4-BE49-F238E27FC236}">
                        <a16:creationId xmlns:a16="http://schemas.microsoft.com/office/drawing/2014/main" id="{7FFBB124-2635-FB47-842F-90B665C949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858987" y="5431973"/>
                    <a:ext cx="349137" cy="393332"/>
                  </a:xfrm>
                  <a:prstGeom prst="rect">
                    <a:avLst/>
                  </a:prstGeom>
                  <a:ln w="3175">
                    <a:miter lim="400000"/>
                  </a:ln>
                </p:spPr>
              </p:pic>
              <p:sp>
                <p:nvSpPr>
                  <p:cNvPr id="56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AABF0BD3-6509-0042-B25C-0917C0E55AD3}"/>
                      </a:ext>
                    </a:extLst>
                  </p:cNvPr>
                  <p:cNvSpPr txBox="1"/>
                  <p:nvPr/>
                </p:nvSpPr>
                <p:spPr>
                  <a:xfrm>
                    <a:off x="6628654" y="5940474"/>
                    <a:ext cx="715414" cy="220776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Мобильный телефон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pic>
              <p:nvPicPr>
                <p:cNvPr id="55" name="Рисунок 54">
                  <a:extLst>
                    <a:ext uri="{FF2B5EF4-FFF2-40B4-BE49-F238E27FC236}">
                      <a16:creationId xmlns:a16="http://schemas.microsoft.com/office/drawing/2014/main" id="{A19408E0-5CAC-E947-9BC0-F7C0905242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53478" y="5983999"/>
                  <a:ext cx="297355" cy="252301"/>
                </a:xfrm>
                <a:prstGeom prst="rect">
                  <a:avLst/>
                </a:prstGeom>
              </p:spPr>
            </p:pic>
            <p:sp>
              <p:nvSpPr>
                <p:cNvPr id="59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E89783AE-37A8-CB4B-8B33-DEE27301F9A2}"/>
                    </a:ext>
                  </a:extLst>
                </p:cNvPr>
                <p:cNvSpPr txBox="1"/>
                <p:nvPr/>
              </p:nvSpPr>
              <p:spPr>
                <a:xfrm>
                  <a:off x="7277666" y="6310521"/>
                  <a:ext cx="689405" cy="220776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9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Голосовая почта</a:t>
                  </a: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183" name="Группа 182">
                  <a:extLst>
                    <a:ext uri="{FF2B5EF4-FFF2-40B4-BE49-F238E27FC236}">
                      <a16:creationId xmlns:a16="http://schemas.microsoft.com/office/drawing/2014/main" id="{405BB35E-1D2A-304B-BBFD-60C6BFABF6BC}"/>
                    </a:ext>
                  </a:extLst>
                </p:cNvPr>
                <p:cNvGrpSpPr/>
                <p:nvPr/>
              </p:nvGrpSpPr>
              <p:grpSpPr>
                <a:xfrm rot="2340277">
                  <a:off x="7235029" y="5787731"/>
                  <a:ext cx="218028" cy="95163"/>
                  <a:chOff x="1976627" y="2011577"/>
                  <a:chExt cx="384931" cy="168011"/>
                </a:xfrm>
              </p:grpSpPr>
              <p:sp>
                <p:nvSpPr>
                  <p:cNvPr id="185" name="Овал 184">
                    <a:extLst>
                      <a:ext uri="{FF2B5EF4-FFF2-40B4-BE49-F238E27FC236}">
                        <a16:creationId xmlns:a16="http://schemas.microsoft.com/office/drawing/2014/main" id="{DFD22994-9A94-504E-B938-8A32CA57ED1D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6" name="Овал 185">
                    <a:extLst>
                      <a:ext uri="{FF2B5EF4-FFF2-40B4-BE49-F238E27FC236}">
                        <a16:creationId xmlns:a16="http://schemas.microsoft.com/office/drawing/2014/main" id="{BFB657BA-78B1-5748-80DE-C0714BC504A9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7" name="Треугольник 186">
                    <a:extLst>
                      <a:ext uri="{FF2B5EF4-FFF2-40B4-BE49-F238E27FC236}">
                        <a16:creationId xmlns:a16="http://schemas.microsoft.com/office/drawing/2014/main" id="{BAAA20A4-29CD-5F4F-B580-AF8845BB8BA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" name="Группа 5">
                  <a:extLst>
                    <a:ext uri="{FF2B5EF4-FFF2-40B4-BE49-F238E27FC236}">
                      <a16:creationId xmlns:a16="http://schemas.microsoft.com/office/drawing/2014/main" id="{AC362FCA-C3FE-A54E-ACAB-7F95F6E3D7E4}"/>
                    </a:ext>
                  </a:extLst>
                </p:cNvPr>
                <p:cNvGrpSpPr/>
                <p:nvPr/>
              </p:nvGrpSpPr>
              <p:grpSpPr>
                <a:xfrm>
                  <a:off x="5894069" y="5136965"/>
                  <a:ext cx="715414" cy="567642"/>
                  <a:chOff x="5894069" y="5136965"/>
                  <a:chExt cx="715414" cy="567642"/>
                </a:xfrm>
              </p:grpSpPr>
              <p:pic>
                <p:nvPicPr>
                  <p:cNvPr id="8" name="Рисунок 7">
                    <a:extLst>
                      <a:ext uri="{FF2B5EF4-FFF2-40B4-BE49-F238E27FC236}">
                        <a16:creationId xmlns:a16="http://schemas.microsoft.com/office/drawing/2014/main" id="{9B72DB93-3DEE-D64F-9DDD-A85BDFAD2C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6056424" y="5136965"/>
                    <a:ext cx="526210" cy="401833"/>
                  </a:xfrm>
                  <a:prstGeom prst="rect">
                    <a:avLst/>
                  </a:prstGeom>
                </p:spPr>
              </p:pic>
              <p:sp>
                <p:nvSpPr>
                  <p:cNvPr id="139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82CE9982-EFDD-4936-A413-41FAD4D85494}"/>
                      </a:ext>
                    </a:extLst>
                  </p:cNvPr>
                  <p:cNvSpPr txBox="1"/>
                  <p:nvPr/>
                </p:nvSpPr>
                <p:spPr>
                  <a:xfrm>
                    <a:off x="5894069" y="5589191"/>
                    <a:ext cx="715414" cy="115416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Компьютер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224" name="Группа 223">
                  <a:extLst>
                    <a:ext uri="{FF2B5EF4-FFF2-40B4-BE49-F238E27FC236}">
                      <a16:creationId xmlns:a16="http://schemas.microsoft.com/office/drawing/2014/main" id="{F12EF57C-13BF-41B9-AE50-0FBFA9934B07}"/>
                    </a:ext>
                  </a:extLst>
                </p:cNvPr>
                <p:cNvGrpSpPr/>
                <p:nvPr/>
              </p:nvGrpSpPr>
              <p:grpSpPr>
                <a:xfrm rot="2340277">
                  <a:off x="6557534" y="5474399"/>
                  <a:ext cx="218028" cy="95163"/>
                  <a:chOff x="1976627" y="2011577"/>
                  <a:chExt cx="384931" cy="168011"/>
                </a:xfrm>
              </p:grpSpPr>
              <p:sp>
                <p:nvSpPr>
                  <p:cNvPr id="225" name="Овал 224">
                    <a:extLst>
                      <a:ext uri="{FF2B5EF4-FFF2-40B4-BE49-F238E27FC236}">
                        <a16:creationId xmlns:a16="http://schemas.microsoft.com/office/drawing/2014/main" id="{8E76E8BB-73F0-4B19-B1D4-8548938BC8D3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9" name="Овал 228">
                    <a:extLst>
                      <a:ext uri="{FF2B5EF4-FFF2-40B4-BE49-F238E27FC236}">
                        <a16:creationId xmlns:a16="http://schemas.microsoft.com/office/drawing/2014/main" id="{A85421B2-3432-4714-8352-BAC0A0F4C30F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0" name="Треугольник 65">
                    <a:extLst>
                      <a:ext uri="{FF2B5EF4-FFF2-40B4-BE49-F238E27FC236}">
                        <a16:creationId xmlns:a16="http://schemas.microsoft.com/office/drawing/2014/main" id="{F33FC987-04C0-42B9-AEAD-C0826D49891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C4727FDD-9EEB-7F44-B8D1-F6EA36D01A0B}"/>
                </a:ext>
              </a:extLst>
            </p:cNvPr>
            <p:cNvGrpSpPr/>
            <p:nvPr/>
          </p:nvGrpSpPr>
          <p:grpSpPr>
            <a:xfrm>
              <a:off x="6244301" y="3742424"/>
              <a:ext cx="4867182" cy="924913"/>
              <a:chOff x="6244301" y="3742424"/>
              <a:chExt cx="4867182" cy="924913"/>
            </a:xfrm>
          </p:grpSpPr>
          <p:grpSp>
            <p:nvGrpSpPr>
              <p:cNvPr id="174" name="Группа 173">
                <a:extLst>
                  <a:ext uri="{FF2B5EF4-FFF2-40B4-BE49-F238E27FC236}">
                    <a16:creationId xmlns:a16="http://schemas.microsoft.com/office/drawing/2014/main" id="{B13D04E0-E746-4349-BC30-AC97BCEE05C5}"/>
                  </a:ext>
                </a:extLst>
              </p:cNvPr>
              <p:cNvGrpSpPr/>
              <p:nvPr/>
            </p:nvGrpSpPr>
            <p:grpSpPr>
              <a:xfrm>
                <a:off x="10035483" y="4035385"/>
                <a:ext cx="1076000" cy="357910"/>
                <a:chOff x="7521891" y="5094635"/>
                <a:chExt cx="1125010" cy="374212"/>
              </a:xfrm>
            </p:grpSpPr>
            <p:sp>
              <p:nvSpPr>
                <p:cNvPr id="175" name="Скругленный прямоугольник 174">
                  <a:extLst>
                    <a:ext uri="{FF2B5EF4-FFF2-40B4-BE49-F238E27FC236}">
                      <a16:creationId xmlns:a16="http://schemas.microsoft.com/office/drawing/2014/main" id="{951CF3A9-6B6E-4940-A874-E2E96AA1F25B}"/>
                    </a:ext>
                  </a:extLst>
                </p:cNvPr>
                <p:cNvSpPr/>
                <p:nvPr/>
              </p:nvSpPr>
              <p:spPr>
                <a:xfrm>
                  <a:off x="7521891" y="5094635"/>
                  <a:ext cx="1125010" cy="374212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AB778320-EC99-014C-B40D-97D9A8E7BBDA}"/>
                    </a:ext>
                  </a:extLst>
                </p:cNvPr>
                <p:cNvSpPr txBox="1"/>
                <p:nvPr/>
              </p:nvSpPr>
              <p:spPr>
                <a:xfrm>
                  <a:off x="7600545" y="5165392"/>
                  <a:ext cx="967393" cy="256480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Дежурный сотрудник</a:t>
                  </a:r>
                  <a:endPara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</p:grpSp>
          <p:grpSp>
            <p:nvGrpSpPr>
              <p:cNvPr id="20" name="Группа 19">
                <a:extLst>
                  <a:ext uri="{FF2B5EF4-FFF2-40B4-BE49-F238E27FC236}">
                    <a16:creationId xmlns:a16="http://schemas.microsoft.com/office/drawing/2014/main" id="{6B49720B-EC04-F941-930B-CF9D5D218E95}"/>
                  </a:ext>
                </a:extLst>
              </p:cNvPr>
              <p:cNvGrpSpPr/>
              <p:nvPr/>
            </p:nvGrpSpPr>
            <p:grpSpPr>
              <a:xfrm>
                <a:off x="6541216" y="3742424"/>
                <a:ext cx="357639" cy="256680"/>
                <a:chOff x="6541216" y="3742424"/>
                <a:chExt cx="357639" cy="256680"/>
              </a:xfrm>
            </p:grpSpPr>
            <p:sp>
              <p:nvSpPr>
                <p:cNvPr id="17" name="Овал 16">
                  <a:extLst>
                    <a:ext uri="{FF2B5EF4-FFF2-40B4-BE49-F238E27FC236}">
                      <a16:creationId xmlns:a16="http://schemas.microsoft.com/office/drawing/2014/main" id="{6710C9CC-F1F9-B74B-8968-AEADF74A2AF7}"/>
                    </a:ext>
                  </a:extLst>
                </p:cNvPr>
                <p:cNvSpPr/>
                <p:nvPr/>
              </p:nvSpPr>
              <p:spPr>
                <a:xfrm>
                  <a:off x="6541216" y="3753832"/>
                  <a:ext cx="205230" cy="20523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rgbClr val="6F3D9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1</a:t>
                  </a:r>
                  <a:endParaRPr kumimoji="0" lang="ru-KZ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endParaRPr>
                </a:p>
              </p:txBody>
            </p:sp>
            <p:grpSp>
              <p:nvGrpSpPr>
                <p:cNvPr id="221" name="Группа 220">
                  <a:extLst>
                    <a:ext uri="{FF2B5EF4-FFF2-40B4-BE49-F238E27FC236}">
                      <a16:creationId xmlns:a16="http://schemas.microsoft.com/office/drawing/2014/main" id="{9C700504-40EF-D348-B800-FD67C86F3105}"/>
                    </a:ext>
                  </a:extLst>
                </p:cNvPr>
                <p:cNvGrpSpPr/>
                <p:nvPr/>
              </p:nvGrpSpPr>
              <p:grpSpPr>
                <a:xfrm rot="5400000">
                  <a:off x="6714499" y="3814747"/>
                  <a:ext cx="256680" cy="112033"/>
                  <a:chOff x="1976627" y="2011577"/>
                  <a:chExt cx="384931" cy="168011"/>
                </a:xfrm>
              </p:grpSpPr>
              <p:sp>
                <p:nvSpPr>
                  <p:cNvPr id="226" name="Овал 225">
                    <a:extLst>
                      <a:ext uri="{FF2B5EF4-FFF2-40B4-BE49-F238E27FC236}">
                        <a16:creationId xmlns:a16="http://schemas.microsoft.com/office/drawing/2014/main" id="{1244F3EA-ED2B-124F-A190-F1CA6654FA4C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7" name="Овал 226">
                    <a:extLst>
                      <a:ext uri="{FF2B5EF4-FFF2-40B4-BE49-F238E27FC236}">
                        <a16:creationId xmlns:a16="http://schemas.microsoft.com/office/drawing/2014/main" id="{21862825-E2A4-A84A-A0BE-A7DACB5BB843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8" name="Треугольник 227">
                    <a:extLst>
                      <a:ext uri="{FF2B5EF4-FFF2-40B4-BE49-F238E27FC236}">
                        <a16:creationId xmlns:a16="http://schemas.microsoft.com/office/drawing/2014/main" id="{BA62D7FB-7CBC-4944-A6C5-EAD9E0127F2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36" name="Группа 235">
                <a:extLst>
                  <a:ext uri="{FF2B5EF4-FFF2-40B4-BE49-F238E27FC236}">
                    <a16:creationId xmlns:a16="http://schemas.microsoft.com/office/drawing/2014/main" id="{8B29158A-5B62-264B-8390-6F150BACE097}"/>
                  </a:ext>
                </a:extLst>
              </p:cNvPr>
              <p:cNvGrpSpPr/>
              <p:nvPr/>
            </p:nvGrpSpPr>
            <p:grpSpPr>
              <a:xfrm rot="5400000">
                <a:off x="10476784" y="3814749"/>
                <a:ext cx="256680" cy="112033"/>
                <a:chOff x="1976627" y="2011577"/>
                <a:chExt cx="384931" cy="168011"/>
              </a:xfrm>
            </p:grpSpPr>
            <p:sp>
              <p:nvSpPr>
                <p:cNvPr id="237" name="Овал 236">
                  <a:extLst>
                    <a:ext uri="{FF2B5EF4-FFF2-40B4-BE49-F238E27FC236}">
                      <a16:creationId xmlns:a16="http://schemas.microsoft.com/office/drawing/2014/main" id="{13C385FC-ED84-194D-8BF2-753AE385C801}"/>
                    </a:ext>
                  </a:extLst>
                </p:cNvPr>
                <p:cNvSpPr/>
                <p:nvPr/>
              </p:nvSpPr>
              <p:spPr>
                <a:xfrm rot="2452744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Овал 237">
                  <a:extLst>
                    <a:ext uri="{FF2B5EF4-FFF2-40B4-BE49-F238E27FC236}">
                      <a16:creationId xmlns:a16="http://schemas.microsoft.com/office/drawing/2014/main" id="{3DAB6694-D61F-8742-8A77-9DE2B65E7602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Треугольник 238">
                  <a:extLst>
                    <a:ext uri="{FF2B5EF4-FFF2-40B4-BE49-F238E27FC236}">
                      <a16:creationId xmlns:a16="http://schemas.microsoft.com/office/drawing/2014/main" id="{07289DEA-C025-7241-968B-D3861C260243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1A13A59B-AFFE-C24A-B9E6-A55C190B4AB9}"/>
                  </a:ext>
                </a:extLst>
              </p:cNvPr>
              <p:cNvGrpSpPr/>
              <p:nvPr/>
            </p:nvGrpSpPr>
            <p:grpSpPr>
              <a:xfrm>
                <a:off x="8478199" y="3742425"/>
                <a:ext cx="345339" cy="256680"/>
                <a:chOff x="8478199" y="3742425"/>
                <a:chExt cx="345339" cy="256680"/>
              </a:xfrm>
            </p:grpSpPr>
            <p:grpSp>
              <p:nvGrpSpPr>
                <p:cNvPr id="232" name="Группа 231">
                  <a:extLst>
                    <a:ext uri="{FF2B5EF4-FFF2-40B4-BE49-F238E27FC236}">
                      <a16:creationId xmlns:a16="http://schemas.microsoft.com/office/drawing/2014/main" id="{AF43A7EB-1CA0-204B-8E63-DE1636C30C27}"/>
                    </a:ext>
                  </a:extLst>
                </p:cNvPr>
                <p:cNvGrpSpPr/>
                <p:nvPr/>
              </p:nvGrpSpPr>
              <p:grpSpPr>
                <a:xfrm rot="5400000">
                  <a:off x="8405876" y="3814748"/>
                  <a:ext cx="256680" cy="112033"/>
                  <a:chOff x="1976627" y="2011577"/>
                  <a:chExt cx="384931" cy="168011"/>
                </a:xfrm>
              </p:grpSpPr>
              <p:sp>
                <p:nvSpPr>
                  <p:cNvPr id="233" name="Овал 232">
                    <a:extLst>
                      <a:ext uri="{FF2B5EF4-FFF2-40B4-BE49-F238E27FC236}">
                        <a16:creationId xmlns:a16="http://schemas.microsoft.com/office/drawing/2014/main" id="{01F0C229-E861-7A4F-AC0D-993D54A1813F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4" name="Овал 233">
                    <a:extLst>
                      <a:ext uri="{FF2B5EF4-FFF2-40B4-BE49-F238E27FC236}">
                        <a16:creationId xmlns:a16="http://schemas.microsoft.com/office/drawing/2014/main" id="{56780318-A821-1448-B7D9-56E94CE643BA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5" name="Треугольник 234">
                    <a:extLst>
                      <a:ext uri="{FF2B5EF4-FFF2-40B4-BE49-F238E27FC236}">
                        <a16:creationId xmlns:a16="http://schemas.microsoft.com/office/drawing/2014/main" id="{AC174C54-3265-9F43-87FB-52A272C9DE0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44" name="Овал 243">
                  <a:extLst>
                    <a:ext uri="{FF2B5EF4-FFF2-40B4-BE49-F238E27FC236}">
                      <a16:creationId xmlns:a16="http://schemas.microsoft.com/office/drawing/2014/main" id="{ED38BDBE-E19B-9442-9FA9-8C58C79BDFCE}"/>
                    </a:ext>
                  </a:extLst>
                </p:cNvPr>
                <p:cNvSpPr/>
                <p:nvPr/>
              </p:nvSpPr>
              <p:spPr>
                <a:xfrm>
                  <a:off x="8618308" y="3753832"/>
                  <a:ext cx="205230" cy="205230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rgbClr val="6F3D9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2</a:t>
                  </a:r>
                  <a:endParaRPr kumimoji="0" lang="ru-KZ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endParaRPr>
                </a:p>
              </p:txBody>
            </p:sp>
          </p:grpSp>
          <p:grpSp>
            <p:nvGrpSpPr>
              <p:cNvPr id="18" name="Группа 17">
                <a:extLst>
                  <a:ext uri="{FF2B5EF4-FFF2-40B4-BE49-F238E27FC236}">
                    <a16:creationId xmlns:a16="http://schemas.microsoft.com/office/drawing/2014/main" id="{DCB06CEB-C655-4A4D-985D-59EAB932F9D1}"/>
                  </a:ext>
                </a:extLst>
              </p:cNvPr>
              <p:cNvGrpSpPr/>
              <p:nvPr/>
            </p:nvGrpSpPr>
            <p:grpSpPr>
              <a:xfrm>
                <a:off x="6244301" y="4037192"/>
                <a:ext cx="1226373" cy="623778"/>
                <a:chOff x="6244301" y="4037192"/>
                <a:chExt cx="1226373" cy="623778"/>
              </a:xfrm>
            </p:grpSpPr>
            <p:grpSp>
              <p:nvGrpSpPr>
                <p:cNvPr id="9" name="Группа 8">
                  <a:extLst>
                    <a:ext uri="{FF2B5EF4-FFF2-40B4-BE49-F238E27FC236}">
                      <a16:creationId xmlns:a16="http://schemas.microsoft.com/office/drawing/2014/main" id="{BDDBA24F-CFBD-7A4B-BFC3-4579085AFE27}"/>
                    </a:ext>
                  </a:extLst>
                </p:cNvPr>
                <p:cNvGrpSpPr/>
                <p:nvPr/>
              </p:nvGrpSpPr>
              <p:grpSpPr>
                <a:xfrm>
                  <a:off x="6244301" y="4037192"/>
                  <a:ext cx="1076000" cy="356104"/>
                  <a:chOff x="7521891" y="5094634"/>
                  <a:chExt cx="1125010" cy="372324"/>
                </a:xfrm>
              </p:grpSpPr>
              <p:sp>
                <p:nvSpPr>
                  <p:cNvPr id="29" name="Скругленный прямоугольник 28">
                    <a:extLst>
                      <a:ext uri="{FF2B5EF4-FFF2-40B4-BE49-F238E27FC236}">
                        <a16:creationId xmlns:a16="http://schemas.microsoft.com/office/drawing/2014/main" id="{DC0F2177-6CD6-2B4F-A188-B84D87247B69}"/>
                      </a:ext>
                    </a:extLst>
                  </p:cNvPr>
                  <p:cNvSpPr/>
                  <p:nvPr/>
                </p:nvSpPr>
                <p:spPr>
                  <a:xfrm>
                    <a:off x="7521891" y="5094634"/>
                    <a:ext cx="1125010" cy="372324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8D5E6DA8-1A0C-8C4E-9CC4-BE72C3EB39DB}"/>
                      </a:ext>
                    </a:extLst>
                  </p:cNvPr>
                  <p:cNvSpPr txBox="1"/>
                  <p:nvPr/>
                </p:nvSpPr>
                <p:spPr>
                  <a:xfrm>
                    <a:off x="7600546" y="5224728"/>
                    <a:ext cx="967393" cy="134081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Menu RUS</a:t>
                    </a:r>
                  </a:p>
                </p:txBody>
              </p:sp>
            </p:grpSp>
            <p:grpSp>
              <p:nvGrpSpPr>
                <p:cNvPr id="61" name="Группа 60">
                  <a:extLst>
                    <a:ext uri="{FF2B5EF4-FFF2-40B4-BE49-F238E27FC236}">
                      <a16:creationId xmlns:a16="http://schemas.microsoft.com/office/drawing/2014/main" id="{D22B5467-7498-C644-A3FF-461A04581410}"/>
                    </a:ext>
                  </a:extLst>
                </p:cNvPr>
                <p:cNvGrpSpPr/>
                <p:nvPr/>
              </p:nvGrpSpPr>
              <p:grpSpPr>
                <a:xfrm rot="2921052">
                  <a:off x="7314079" y="4504374"/>
                  <a:ext cx="218028" cy="95163"/>
                  <a:chOff x="1976627" y="2011577"/>
                  <a:chExt cx="384931" cy="168011"/>
                </a:xfrm>
              </p:grpSpPr>
              <p:sp>
                <p:nvSpPr>
                  <p:cNvPr id="64" name="Овал 63">
                    <a:extLst>
                      <a:ext uri="{FF2B5EF4-FFF2-40B4-BE49-F238E27FC236}">
                        <a16:creationId xmlns:a16="http://schemas.microsoft.com/office/drawing/2014/main" id="{3CEF249C-4094-A749-8470-8A5267C17632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" name="Овал 64">
                    <a:extLst>
                      <a:ext uri="{FF2B5EF4-FFF2-40B4-BE49-F238E27FC236}">
                        <a16:creationId xmlns:a16="http://schemas.microsoft.com/office/drawing/2014/main" id="{8A22B66A-4E54-1B4E-BAF5-CAB215731BA3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6" name="Треугольник 65">
                    <a:extLst>
                      <a:ext uri="{FF2B5EF4-FFF2-40B4-BE49-F238E27FC236}">
                        <a16:creationId xmlns:a16="http://schemas.microsoft.com/office/drawing/2014/main" id="{46053304-7410-9D41-B482-02571ADD05A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19" name="Группа 218">
                  <a:extLst>
                    <a:ext uri="{FF2B5EF4-FFF2-40B4-BE49-F238E27FC236}">
                      <a16:creationId xmlns:a16="http://schemas.microsoft.com/office/drawing/2014/main" id="{0B388B18-9D15-40AF-A076-2CAE341DFA7C}"/>
                    </a:ext>
                  </a:extLst>
                </p:cNvPr>
                <p:cNvGrpSpPr/>
                <p:nvPr/>
              </p:nvGrpSpPr>
              <p:grpSpPr>
                <a:xfrm rot="5400000">
                  <a:off x="6380653" y="4503980"/>
                  <a:ext cx="202062" cy="88194"/>
                  <a:chOff x="1976627" y="2011577"/>
                  <a:chExt cx="384931" cy="168011"/>
                </a:xfrm>
              </p:grpSpPr>
              <p:sp>
                <p:nvSpPr>
                  <p:cNvPr id="220" name="Овал 219">
                    <a:extLst>
                      <a:ext uri="{FF2B5EF4-FFF2-40B4-BE49-F238E27FC236}">
                        <a16:creationId xmlns:a16="http://schemas.microsoft.com/office/drawing/2014/main" id="{01C69AB7-0F76-4F65-B017-4F9341247460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2" name="Овал 221">
                    <a:extLst>
                      <a:ext uri="{FF2B5EF4-FFF2-40B4-BE49-F238E27FC236}">
                        <a16:creationId xmlns:a16="http://schemas.microsoft.com/office/drawing/2014/main" id="{770A3205-D04B-41A9-810B-31E7C1011FCA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3" name="Треугольник 227">
                    <a:extLst>
                      <a:ext uri="{FF2B5EF4-FFF2-40B4-BE49-F238E27FC236}">
                        <a16:creationId xmlns:a16="http://schemas.microsoft.com/office/drawing/2014/main" id="{5EE590FB-66E1-4F46-AE25-04013F32B01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B5BA1291-BA0E-C142-8158-B8C1EFD41E6A}"/>
                  </a:ext>
                </a:extLst>
              </p:cNvPr>
              <p:cNvGrpSpPr/>
              <p:nvPr/>
            </p:nvGrpSpPr>
            <p:grpSpPr>
              <a:xfrm>
                <a:off x="8027975" y="4035385"/>
                <a:ext cx="1247539" cy="631952"/>
                <a:chOff x="8027975" y="4035385"/>
                <a:chExt cx="1247539" cy="631952"/>
              </a:xfrm>
            </p:grpSpPr>
            <p:grpSp>
              <p:nvGrpSpPr>
                <p:cNvPr id="170" name="Группа 169">
                  <a:extLst>
                    <a:ext uri="{FF2B5EF4-FFF2-40B4-BE49-F238E27FC236}">
                      <a16:creationId xmlns:a16="http://schemas.microsoft.com/office/drawing/2014/main" id="{BEEB9567-94EA-7A46-A992-8F0422A526E4}"/>
                    </a:ext>
                  </a:extLst>
                </p:cNvPr>
                <p:cNvGrpSpPr/>
                <p:nvPr/>
              </p:nvGrpSpPr>
              <p:grpSpPr>
                <a:xfrm>
                  <a:off x="8027975" y="4035385"/>
                  <a:ext cx="1076000" cy="357910"/>
                  <a:chOff x="7521891" y="5094635"/>
                  <a:chExt cx="1125010" cy="374212"/>
                </a:xfrm>
              </p:grpSpPr>
              <p:sp>
                <p:nvSpPr>
                  <p:cNvPr id="171" name="Скругленный прямоугольник 170">
                    <a:extLst>
                      <a:ext uri="{FF2B5EF4-FFF2-40B4-BE49-F238E27FC236}">
                        <a16:creationId xmlns:a16="http://schemas.microsoft.com/office/drawing/2014/main" id="{CF1F17DD-8653-B84A-885D-1BA41E4F25DB}"/>
                      </a:ext>
                    </a:extLst>
                  </p:cNvPr>
                  <p:cNvSpPr/>
                  <p:nvPr/>
                </p:nvSpPr>
                <p:spPr>
                  <a:xfrm>
                    <a:off x="7521891" y="5094635"/>
                    <a:ext cx="1125010" cy="374212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2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55363838-F561-2D4D-B6E3-0105138DC2BF}"/>
                      </a:ext>
                    </a:extLst>
                  </p:cNvPr>
                  <p:cNvSpPr txBox="1"/>
                  <p:nvPr/>
                </p:nvSpPr>
                <p:spPr>
                  <a:xfrm>
                    <a:off x="7600546" y="5233684"/>
                    <a:ext cx="967393" cy="134081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Menu KAZ</a:t>
                    </a:r>
                  </a:p>
                </p:txBody>
              </p:sp>
            </p:grpSp>
            <p:grpSp>
              <p:nvGrpSpPr>
                <p:cNvPr id="251" name="Группа 250">
                  <a:extLst>
                    <a:ext uri="{FF2B5EF4-FFF2-40B4-BE49-F238E27FC236}">
                      <a16:creationId xmlns:a16="http://schemas.microsoft.com/office/drawing/2014/main" id="{10FB47C5-7E6A-4E27-B4EB-0A054AA43CE7}"/>
                    </a:ext>
                  </a:extLst>
                </p:cNvPr>
                <p:cNvGrpSpPr/>
                <p:nvPr/>
              </p:nvGrpSpPr>
              <p:grpSpPr>
                <a:xfrm rot="2921052">
                  <a:off x="9118919" y="4510741"/>
                  <a:ext cx="218028" cy="95163"/>
                  <a:chOff x="1976627" y="2011577"/>
                  <a:chExt cx="384931" cy="168011"/>
                </a:xfrm>
              </p:grpSpPr>
              <p:sp>
                <p:nvSpPr>
                  <p:cNvPr id="252" name="Овал 251">
                    <a:extLst>
                      <a:ext uri="{FF2B5EF4-FFF2-40B4-BE49-F238E27FC236}">
                        <a16:creationId xmlns:a16="http://schemas.microsoft.com/office/drawing/2014/main" id="{4D24276F-B0BC-4422-B371-E3CFBD48051D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3" name="Овал 252">
                    <a:extLst>
                      <a:ext uri="{FF2B5EF4-FFF2-40B4-BE49-F238E27FC236}">
                        <a16:creationId xmlns:a16="http://schemas.microsoft.com/office/drawing/2014/main" id="{E30273B6-6411-4296-9B4C-C1DD89964895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4" name="Треугольник 65">
                    <a:extLst>
                      <a:ext uri="{FF2B5EF4-FFF2-40B4-BE49-F238E27FC236}">
                        <a16:creationId xmlns:a16="http://schemas.microsoft.com/office/drawing/2014/main" id="{134F7576-D461-43A9-BBE4-5929807A0B9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55" name="Группа 254">
                  <a:extLst>
                    <a:ext uri="{FF2B5EF4-FFF2-40B4-BE49-F238E27FC236}">
                      <a16:creationId xmlns:a16="http://schemas.microsoft.com/office/drawing/2014/main" id="{493AAB92-911B-4CD4-9B25-38D5506BDDBB}"/>
                    </a:ext>
                  </a:extLst>
                </p:cNvPr>
                <p:cNvGrpSpPr/>
                <p:nvPr/>
              </p:nvGrpSpPr>
              <p:grpSpPr>
                <a:xfrm rot="5400000">
                  <a:off x="8552690" y="4510348"/>
                  <a:ext cx="202062" cy="88194"/>
                  <a:chOff x="1976627" y="2011577"/>
                  <a:chExt cx="384931" cy="168011"/>
                </a:xfrm>
              </p:grpSpPr>
              <p:sp>
                <p:nvSpPr>
                  <p:cNvPr id="256" name="Овал 255">
                    <a:extLst>
                      <a:ext uri="{FF2B5EF4-FFF2-40B4-BE49-F238E27FC236}">
                        <a16:creationId xmlns:a16="http://schemas.microsoft.com/office/drawing/2014/main" id="{B09FA00D-EDE9-42ED-A8F3-D3CDBC190A8B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7" name="Овал 256">
                    <a:extLst>
                      <a:ext uri="{FF2B5EF4-FFF2-40B4-BE49-F238E27FC236}">
                        <a16:creationId xmlns:a16="http://schemas.microsoft.com/office/drawing/2014/main" id="{155A6A91-6C31-44CC-9D07-CBE58B50E094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8" name="Треугольник 227">
                    <a:extLst>
                      <a:ext uri="{FF2B5EF4-FFF2-40B4-BE49-F238E27FC236}">
                        <a16:creationId xmlns:a16="http://schemas.microsoft.com/office/drawing/2014/main" id="{FC438CE1-BF1C-4932-B43A-ED80D85F6B4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  <p:sp>
        <p:nvSpPr>
          <p:cNvPr id="259" name="Заголовок текста (Helvetica Neue bold 22)…">
            <a:extLst>
              <a:ext uri="{FF2B5EF4-FFF2-40B4-BE49-F238E27FC236}">
                <a16:creationId xmlns:a16="http://schemas.microsoft.com/office/drawing/2014/main" id="{0D23ED9F-A2B0-4E5F-9FE0-4287F4E5835A}"/>
              </a:ext>
            </a:extLst>
          </p:cNvPr>
          <p:cNvSpPr txBox="1"/>
          <p:nvPr/>
        </p:nvSpPr>
        <p:spPr>
          <a:xfrm>
            <a:off x="895105" y="4340174"/>
            <a:ext cx="4709561" cy="218348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Когда используют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kk-KZ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При наличии стандартного голосового меню на двух языках</a:t>
            </a:r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Если офисы/магазины находятся в разных городах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Когда у вас несколько офисов и в каждом есть свои службы </a:t>
            </a:r>
          </a:p>
          <a:p>
            <a:pPr marL="571500" marR="0" lvl="0" indent="-24750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Если стационарный телефон не отвечает, звонок будет                                 переадресован на мобильный телефон, в случае неответа, звонок попадает на голосовую почту</a:t>
            </a:r>
          </a:p>
          <a:p>
            <a:pPr marL="571500" marR="0" lvl="0" indent="-24750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Сотрудник, начав разговор на стационарном телефоне, может перевести его на свой мобильный телефон, либо перенаправить звонок другому сотруднику</a:t>
            </a:r>
          </a:p>
        </p:txBody>
      </p:sp>
      <p:sp>
        <p:nvSpPr>
          <p:cNvPr id="182" name="Заголовок слайда">
            <a:extLst>
              <a:ext uri="{FF2B5EF4-FFF2-40B4-BE49-F238E27FC236}">
                <a16:creationId xmlns:a16="http://schemas.microsoft.com/office/drawing/2014/main" id="{D079CB3F-0A10-904C-90F1-A2F7BDD8FF22}"/>
              </a:ext>
            </a:extLst>
          </p:cNvPr>
          <p:cNvSpPr txBox="1"/>
          <p:nvPr/>
        </p:nvSpPr>
        <p:spPr>
          <a:xfrm>
            <a:off x="871957" y="467474"/>
            <a:ext cx="7293343" cy="53860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800100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6A2E92"/>
                </a:solidFill>
              </a:defRPr>
            </a:lvl1pPr>
          </a:lstStyle>
          <a:p>
            <a:pPr marL="0" marR="0" lvl="0" indent="0" algn="l" defTabSz="800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500" b="1" i="0" u="none" strike="noStrike" kern="1200" cap="none" spc="0" normalizeH="0" baseline="0" noProof="0" dirty="0">
                <a:ln>
                  <a:noFill/>
                </a:ln>
                <a:solidFill>
                  <a:srgbClr val="6A2E92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Варианты использования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6A2E92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258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19E13DC-8374-7D49-8402-A7CE92E5D1AF}"/>
              </a:ext>
            </a:extLst>
          </p:cNvPr>
          <p:cNvSpPr txBox="1">
            <a:spLocks/>
          </p:cNvSpPr>
          <p:nvPr/>
        </p:nvSpPr>
        <p:spPr>
          <a:xfrm>
            <a:off x="11731889" y="6497815"/>
            <a:ext cx="361667" cy="3606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defPPr>
              <a:defRPr lang="ru-K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ru-K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K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+mn-cs"/>
            </a:endParaRPr>
          </a:p>
        </p:txBody>
      </p:sp>
      <p:sp>
        <p:nvSpPr>
          <p:cNvPr id="127" name="Заголовок текста (Helvetica Neue bold 22)…">
            <a:extLst>
              <a:ext uri="{FF2B5EF4-FFF2-40B4-BE49-F238E27FC236}">
                <a16:creationId xmlns:a16="http://schemas.microsoft.com/office/drawing/2014/main" id="{F7483CD6-23A5-DA4E-8CB9-44171F4845BA}"/>
              </a:ext>
            </a:extLst>
          </p:cNvPr>
          <p:cNvSpPr txBox="1"/>
          <p:nvPr/>
        </p:nvSpPr>
        <p:spPr>
          <a:xfrm>
            <a:off x="900002" y="1224000"/>
            <a:ext cx="6162522" cy="15850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Для кого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Медицинские учреждения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Финансовые организации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Справочные службы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Туризм</a:t>
            </a:r>
            <a:endParaRPr kumimoji="0" lang="kk-KZ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kk-KZ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Розничные и оптовые продажи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8" name="Заголовок текста (Helvetica Neue bold 22)…">
            <a:extLst>
              <a:ext uri="{FF2B5EF4-FFF2-40B4-BE49-F238E27FC236}">
                <a16:creationId xmlns:a16="http://schemas.microsoft.com/office/drawing/2014/main" id="{0E8E4D25-4E25-A249-8A4A-8346D5DBC738}"/>
              </a:ext>
            </a:extLst>
          </p:cNvPr>
          <p:cNvSpPr txBox="1"/>
          <p:nvPr/>
        </p:nvSpPr>
        <p:spPr>
          <a:xfrm>
            <a:off x="895106" y="3129472"/>
            <a:ext cx="3710045" cy="327782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Преимущества</a:t>
            </a: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Единый номер дозвона для всех клиентов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Звонки распределяются в зависимости от графика работы компании</a:t>
            </a:r>
          </a:p>
          <a:p>
            <a:pPr marL="571500" marR="0" lvl="0" indent="-24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Голосовое меню с донабором номера отдела или внутреннего номера сотрудника</a:t>
            </a:r>
          </a:p>
          <a:p>
            <a:pPr marL="571500" marR="0" lvl="0" indent="-24750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Если стационарный телефон не отвечает, звонок будет переадресован на мобильный телефон, в случае неответа, звонок попадет на голосовую почту</a:t>
            </a:r>
          </a:p>
          <a:p>
            <a:pPr marL="571500" marR="0" lvl="0" indent="-24750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Сотрудник, начав разговор на стационарном телефоне, может перевести его на свой мобильный телефон, либо перенаправить звонок другому сотруднику.</a:t>
            </a:r>
          </a:p>
          <a:p>
            <a:pPr marL="571500" marR="0" lvl="0" indent="-57150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endParaRPr kumimoji="0" lang="ru-RU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</p:txBody>
      </p:sp>
      <p:pic>
        <p:nvPicPr>
          <p:cNvPr id="129" name="Изображение">
            <a:extLst>
              <a:ext uri="{FF2B5EF4-FFF2-40B4-BE49-F238E27FC236}">
                <a16:creationId xmlns:a16="http://schemas.microsoft.com/office/drawing/2014/main" id="{A2043507-5E2D-1449-B981-D4EA4FD29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8673" y="6522849"/>
            <a:ext cx="659229" cy="220842"/>
          </a:xfrm>
          <a:prstGeom prst="rect">
            <a:avLst/>
          </a:prstGeom>
        </p:spPr>
      </p:pic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0BC1A743-68CC-314C-A52F-6C1FC807F591}"/>
              </a:ext>
            </a:extLst>
          </p:cNvPr>
          <p:cNvGrpSpPr/>
          <p:nvPr/>
        </p:nvGrpSpPr>
        <p:grpSpPr>
          <a:xfrm>
            <a:off x="4877441" y="993664"/>
            <a:ext cx="7120001" cy="5396862"/>
            <a:chOff x="4630865" y="993664"/>
            <a:chExt cx="7120001" cy="5120630"/>
          </a:xfrm>
        </p:grpSpPr>
        <p:grpSp>
          <p:nvGrpSpPr>
            <p:cNvPr id="272" name="Группа 271">
              <a:extLst>
                <a:ext uri="{FF2B5EF4-FFF2-40B4-BE49-F238E27FC236}">
                  <a16:creationId xmlns:a16="http://schemas.microsoft.com/office/drawing/2014/main" id="{E9508808-D750-4E75-A75D-AB751A080DF8}"/>
                </a:ext>
              </a:extLst>
            </p:cNvPr>
            <p:cNvGrpSpPr/>
            <p:nvPr/>
          </p:nvGrpSpPr>
          <p:grpSpPr>
            <a:xfrm>
              <a:off x="6427324" y="993664"/>
              <a:ext cx="5323542" cy="4757346"/>
              <a:chOff x="5953684" y="867146"/>
              <a:chExt cx="6094994" cy="5446750"/>
            </a:xfrm>
          </p:grpSpPr>
          <p:grpSp>
            <p:nvGrpSpPr>
              <p:cNvPr id="273" name="Группа 272">
                <a:extLst>
                  <a:ext uri="{FF2B5EF4-FFF2-40B4-BE49-F238E27FC236}">
                    <a16:creationId xmlns:a16="http://schemas.microsoft.com/office/drawing/2014/main" id="{8677BBA0-699B-4318-8D3D-E25B357B1341}"/>
                  </a:ext>
                </a:extLst>
              </p:cNvPr>
              <p:cNvGrpSpPr/>
              <p:nvPr/>
            </p:nvGrpSpPr>
            <p:grpSpPr>
              <a:xfrm>
                <a:off x="9399616" y="2965075"/>
                <a:ext cx="2511847" cy="1077533"/>
                <a:chOff x="8140949" y="3265833"/>
                <a:chExt cx="2928396" cy="1256224"/>
              </a:xfrm>
            </p:grpSpPr>
            <p:sp>
              <p:nvSpPr>
                <p:cNvPr id="390" name="Скругленный прямоугольник 152">
                  <a:extLst>
                    <a:ext uri="{FF2B5EF4-FFF2-40B4-BE49-F238E27FC236}">
                      <a16:creationId xmlns:a16="http://schemas.microsoft.com/office/drawing/2014/main" id="{BBDA315D-0235-4093-A872-2607530B7FEA}"/>
                    </a:ext>
                  </a:extLst>
                </p:cNvPr>
                <p:cNvSpPr/>
                <p:nvPr/>
              </p:nvSpPr>
              <p:spPr>
                <a:xfrm>
                  <a:off x="8140949" y="3267521"/>
                  <a:ext cx="2928396" cy="1254536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Скругленный прямоугольник 153">
                  <a:extLst>
                    <a:ext uri="{FF2B5EF4-FFF2-40B4-BE49-F238E27FC236}">
                      <a16:creationId xmlns:a16="http://schemas.microsoft.com/office/drawing/2014/main" id="{AA62C4B7-3C64-4EFA-B3F5-0F4617E608EB}"/>
                    </a:ext>
                  </a:extLst>
                </p:cNvPr>
                <p:cNvSpPr/>
                <p:nvPr/>
              </p:nvSpPr>
              <p:spPr>
                <a:xfrm>
                  <a:off x="8140949" y="3265833"/>
                  <a:ext cx="2928396" cy="295053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2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280FFA53-8DA8-4183-80AB-5F54A2DE03E8}"/>
                    </a:ext>
                  </a:extLst>
                </p:cNvPr>
                <p:cNvSpPr txBox="1"/>
                <p:nvPr/>
              </p:nvSpPr>
              <p:spPr>
                <a:xfrm>
                  <a:off x="8190866" y="3290500"/>
                  <a:ext cx="2816481" cy="267029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3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Голосовое приветствие</a:t>
                  </a:r>
                  <a:endParaRPr kumimoji="0" lang="en-US" sz="13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393" name="TextBox 392">
                  <a:extLst>
                    <a:ext uri="{FF2B5EF4-FFF2-40B4-BE49-F238E27FC236}">
                      <a16:creationId xmlns:a16="http://schemas.microsoft.com/office/drawing/2014/main" id="{E69E2332-4493-445D-A40E-323C7D9AE5AA}"/>
                    </a:ext>
                  </a:extLst>
                </p:cNvPr>
                <p:cNvSpPr txBox="1"/>
                <p:nvPr/>
              </p:nvSpPr>
              <p:spPr>
                <a:xfrm>
                  <a:off x="8140950" y="3620071"/>
                  <a:ext cx="2928395" cy="8421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Здравствуйте! Вы позвонили в компанию…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К сожалению, в данный момент мы не можем принять ваш звонок. Пожалуйста, оставьте сообщение после сигнала, и наш менеджер обязательно вам перезвонит.</a:t>
                  </a:r>
                </a:p>
              </p:txBody>
            </p:sp>
          </p:grpSp>
          <p:grpSp>
            <p:nvGrpSpPr>
              <p:cNvPr id="274" name="Группа 273">
                <a:extLst>
                  <a:ext uri="{FF2B5EF4-FFF2-40B4-BE49-F238E27FC236}">
                    <a16:creationId xmlns:a16="http://schemas.microsoft.com/office/drawing/2014/main" id="{95884524-AD4B-43B0-A0BC-424DAB40BE87}"/>
                  </a:ext>
                </a:extLst>
              </p:cNvPr>
              <p:cNvGrpSpPr/>
              <p:nvPr/>
            </p:nvGrpSpPr>
            <p:grpSpPr>
              <a:xfrm>
                <a:off x="5953684" y="867146"/>
                <a:ext cx="6094994" cy="5446750"/>
                <a:chOff x="5953684" y="867146"/>
                <a:chExt cx="6094994" cy="5446750"/>
              </a:xfrm>
            </p:grpSpPr>
            <p:sp>
              <p:nvSpPr>
                <p:cNvPr id="275" name="Овал 274">
                  <a:extLst>
                    <a:ext uri="{FF2B5EF4-FFF2-40B4-BE49-F238E27FC236}">
                      <a16:creationId xmlns:a16="http://schemas.microsoft.com/office/drawing/2014/main" id="{5C2DC0B2-B922-4EF1-9746-55FFEFA7BC7D}"/>
                    </a:ext>
                  </a:extLst>
                </p:cNvPr>
                <p:cNvSpPr/>
                <p:nvPr/>
              </p:nvSpPr>
              <p:spPr>
                <a:xfrm>
                  <a:off x="6460557" y="4107039"/>
                  <a:ext cx="214578" cy="21457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rgbClr val="6F3D9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1</a:t>
                  </a:r>
                  <a:endParaRPr kumimoji="0" lang="ru-KZ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endParaRPr>
                </a:p>
              </p:txBody>
            </p:sp>
            <p:grpSp>
              <p:nvGrpSpPr>
                <p:cNvPr id="276" name="Группа 275">
                  <a:extLst>
                    <a:ext uri="{FF2B5EF4-FFF2-40B4-BE49-F238E27FC236}">
                      <a16:creationId xmlns:a16="http://schemas.microsoft.com/office/drawing/2014/main" id="{33588498-1BBA-480E-9534-36BBE9D0EC1E}"/>
                    </a:ext>
                  </a:extLst>
                </p:cNvPr>
                <p:cNvGrpSpPr/>
                <p:nvPr/>
              </p:nvGrpSpPr>
              <p:grpSpPr>
                <a:xfrm>
                  <a:off x="8011544" y="867146"/>
                  <a:ext cx="2163097" cy="372021"/>
                  <a:chOff x="8436077" y="1084760"/>
                  <a:chExt cx="2163097" cy="372021"/>
                </a:xfrm>
              </p:grpSpPr>
              <p:sp>
                <p:nvSpPr>
                  <p:cNvPr id="388" name="Скругленный прямоугольник 1">
                    <a:extLst>
                      <a:ext uri="{FF2B5EF4-FFF2-40B4-BE49-F238E27FC236}">
                        <a16:creationId xmlns:a16="http://schemas.microsoft.com/office/drawing/2014/main" id="{6A1C8BF8-46B1-421D-AAE8-C6E5D637FEE4}"/>
                      </a:ext>
                    </a:extLst>
                  </p:cNvPr>
                  <p:cNvSpPr/>
                  <p:nvPr/>
                </p:nvSpPr>
                <p:spPr>
                  <a:xfrm>
                    <a:off x="8436077" y="1084760"/>
                    <a:ext cx="2163097" cy="372021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9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BB3C00A3-91CC-4A92-8A51-21CD414A0640}"/>
                      </a:ext>
                    </a:extLst>
                  </p:cNvPr>
                  <p:cNvSpPr txBox="1"/>
                  <p:nvPr/>
                </p:nvSpPr>
                <p:spPr>
                  <a:xfrm>
                    <a:off x="8514733" y="1120790"/>
                    <a:ext cx="2013580" cy="276999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+7 701 123 45 67</a:t>
                    </a:r>
                    <a:endPara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pic>
              <p:nvPicPr>
                <p:cNvPr id="277" name="Рисунок 276">
                  <a:extLst>
                    <a:ext uri="{FF2B5EF4-FFF2-40B4-BE49-F238E27FC236}">
                      <a16:creationId xmlns:a16="http://schemas.microsoft.com/office/drawing/2014/main" id="{4724AEA7-F9A9-488B-BF33-29904F0333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28311" y="1666667"/>
                  <a:ext cx="647545" cy="647545"/>
                </a:xfrm>
                <a:prstGeom prst="rect">
                  <a:avLst/>
                </a:prstGeom>
              </p:spPr>
            </p:pic>
            <p:sp>
              <p:nvSpPr>
                <p:cNvPr id="278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C9A314E0-BA3A-41A0-BB25-1FBF6B80DBB8}"/>
                    </a:ext>
                  </a:extLst>
                </p:cNvPr>
                <p:cNvSpPr txBox="1"/>
                <p:nvPr/>
              </p:nvSpPr>
              <p:spPr>
                <a:xfrm>
                  <a:off x="7830006" y="2294928"/>
                  <a:ext cx="2565498" cy="276999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Виртуальная АТС</a:t>
                  </a: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279" name="Группа 278">
                  <a:extLst>
                    <a:ext uri="{FF2B5EF4-FFF2-40B4-BE49-F238E27FC236}">
                      <a16:creationId xmlns:a16="http://schemas.microsoft.com/office/drawing/2014/main" id="{6D31D7ED-5C1F-4F22-B74F-EC240B6E5885}"/>
                    </a:ext>
                  </a:extLst>
                </p:cNvPr>
                <p:cNvGrpSpPr/>
                <p:nvPr/>
              </p:nvGrpSpPr>
              <p:grpSpPr>
                <a:xfrm>
                  <a:off x="6405283" y="2965074"/>
                  <a:ext cx="2537749" cy="1215626"/>
                  <a:chOff x="8140948" y="3265833"/>
                  <a:chExt cx="2958592" cy="1417218"/>
                </a:xfrm>
              </p:grpSpPr>
              <p:sp>
                <p:nvSpPr>
                  <p:cNvPr id="384" name="Скругленный прямоугольник 23">
                    <a:extLst>
                      <a:ext uri="{FF2B5EF4-FFF2-40B4-BE49-F238E27FC236}">
                        <a16:creationId xmlns:a16="http://schemas.microsoft.com/office/drawing/2014/main" id="{227F76DC-5534-4063-A840-C1A0014A8198}"/>
                      </a:ext>
                    </a:extLst>
                  </p:cNvPr>
                  <p:cNvSpPr/>
                  <p:nvPr/>
                </p:nvSpPr>
                <p:spPr>
                  <a:xfrm>
                    <a:off x="8140949" y="3267521"/>
                    <a:ext cx="2928396" cy="1254536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5" name="Скругленный прямоугольник 26">
                    <a:extLst>
                      <a:ext uri="{FF2B5EF4-FFF2-40B4-BE49-F238E27FC236}">
                        <a16:creationId xmlns:a16="http://schemas.microsoft.com/office/drawing/2014/main" id="{CD6DE869-033C-40C4-BD4A-984E48C20A9F}"/>
                      </a:ext>
                    </a:extLst>
                  </p:cNvPr>
                  <p:cNvSpPr/>
                  <p:nvPr/>
                </p:nvSpPr>
                <p:spPr>
                  <a:xfrm>
                    <a:off x="8140949" y="3265833"/>
                    <a:ext cx="2928396" cy="295053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6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B5C21AA2-5C27-44ED-B0BB-5B490B8C18CB}"/>
                      </a:ext>
                    </a:extLst>
                  </p:cNvPr>
                  <p:cNvSpPr txBox="1"/>
                  <p:nvPr/>
                </p:nvSpPr>
                <p:spPr>
                  <a:xfrm>
                    <a:off x="8313465" y="3290500"/>
                    <a:ext cx="2605551" cy="267029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Голосовое меню</a:t>
                    </a:r>
                    <a:endParaRPr kumimoji="0" lang="en-US" sz="13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387" name="TextBox 386">
                    <a:extLst>
                      <a:ext uri="{FF2B5EF4-FFF2-40B4-BE49-F238E27FC236}">
                        <a16:creationId xmlns:a16="http://schemas.microsoft.com/office/drawing/2014/main" id="{437208D3-0A94-4C52-A0B1-FB49BE75B555}"/>
                      </a:ext>
                    </a:extLst>
                  </p:cNvPr>
                  <p:cNvSpPr txBox="1"/>
                  <p:nvPr/>
                </p:nvSpPr>
                <p:spPr>
                  <a:xfrm>
                    <a:off x="8140948" y="3620075"/>
                    <a:ext cx="2958592" cy="10629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Helvetica Neue Light" panose="02000403000000020004" pitchFamily="2" charset="0"/>
                        <a:ea typeface="Helvetica Neue Light" panose="02000403000000020004" pitchFamily="2" charset="0"/>
                        <a:cs typeface="+mn-cs"/>
                      </a:rPr>
                      <a:t>Здравствуйте! Вы позвонили в компанию…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Helvetica Neue Light" panose="02000403000000020004" pitchFamily="2" charset="0"/>
                        <a:ea typeface="Helvetica Neue Light" panose="02000403000000020004" pitchFamily="2" charset="0"/>
                        <a:cs typeface="+mn-cs"/>
                      </a:rPr>
                      <a:t>Наберите «1» для соединения с отделом продаж,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Helvetica Neue Light" panose="02000403000000020004" pitchFamily="2" charset="0"/>
                        <a:ea typeface="Helvetica Neue Light" panose="02000403000000020004" pitchFamily="2" charset="0"/>
                        <a:cs typeface="+mn-cs"/>
                      </a:rPr>
                      <a:t>Наберите «2» для соединения с техническим отделом, либо наберите внутренний номер сотрудника.</a:t>
                    </a:r>
                    <a:endParaRPr kumimoji="0" lang="en-US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280" name="Группа 279">
                  <a:extLst>
                    <a:ext uri="{FF2B5EF4-FFF2-40B4-BE49-F238E27FC236}">
                      <a16:creationId xmlns:a16="http://schemas.microsoft.com/office/drawing/2014/main" id="{D7D756B8-3C06-47F7-BC62-8DFCA3730833}"/>
                    </a:ext>
                  </a:extLst>
                </p:cNvPr>
                <p:cNvGrpSpPr/>
                <p:nvPr/>
              </p:nvGrpSpPr>
              <p:grpSpPr>
                <a:xfrm>
                  <a:off x="8825897" y="1311641"/>
                  <a:ext cx="657911" cy="268373"/>
                  <a:chOff x="8986801" y="2825807"/>
                  <a:chExt cx="657911" cy="268373"/>
                </a:xfrm>
              </p:grpSpPr>
              <p:grpSp>
                <p:nvGrpSpPr>
                  <p:cNvPr id="372" name="Группа 371">
                    <a:extLst>
                      <a:ext uri="{FF2B5EF4-FFF2-40B4-BE49-F238E27FC236}">
                        <a16:creationId xmlns:a16="http://schemas.microsoft.com/office/drawing/2014/main" id="{C3C988B1-8518-4AEB-B3C3-754323ABD1CF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186486" y="2901425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381" name="Овал 380">
                      <a:extLst>
                        <a:ext uri="{FF2B5EF4-FFF2-40B4-BE49-F238E27FC236}">
                          <a16:creationId xmlns:a16="http://schemas.microsoft.com/office/drawing/2014/main" id="{E046BBB5-67F2-4862-BBA5-4F16A1809C65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2" name="Овал 381">
                      <a:extLst>
                        <a:ext uri="{FF2B5EF4-FFF2-40B4-BE49-F238E27FC236}">
                          <a16:creationId xmlns:a16="http://schemas.microsoft.com/office/drawing/2014/main" id="{BE7575E1-2E05-40AD-BEAF-6091580A395F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3" name="Треугольник 145">
                      <a:extLst>
                        <a:ext uri="{FF2B5EF4-FFF2-40B4-BE49-F238E27FC236}">
                          <a16:creationId xmlns:a16="http://schemas.microsoft.com/office/drawing/2014/main" id="{6CD60554-9ED9-46E5-B1A2-B1EABC9A353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73" name="Группа 372">
                    <a:extLst>
                      <a:ext uri="{FF2B5EF4-FFF2-40B4-BE49-F238E27FC236}">
                        <a16:creationId xmlns:a16="http://schemas.microsoft.com/office/drawing/2014/main" id="{C48AF537-E655-41DC-815B-8DB4D8BE7F39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911183" y="2901426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378" name="Овал 377">
                      <a:extLst>
                        <a:ext uri="{FF2B5EF4-FFF2-40B4-BE49-F238E27FC236}">
                          <a16:creationId xmlns:a16="http://schemas.microsoft.com/office/drawing/2014/main" id="{57845280-1F11-4333-BEE1-4D325E8F3830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9" name="Овал 378">
                      <a:extLst>
                        <a:ext uri="{FF2B5EF4-FFF2-40B4-BE49-F238E27FC236}">
                          <a16:creationId xmlns:a16="http://schemas.microsoft.com/office/drawing/2014/main" id="{1F6F518D-62EA-4647-AC6D-CE58782EB135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80" name="Треугольник 141">
                      <a:extLst>
                        <a:ext uri="{FF2B5EF4-FFF2-40B4-BE49-F238E27FC236}">
                          <a16:creationId xmlns:a16="http://schemas.microsoft.com/office/drawing/2014/main" id="{F24170BE-088D-4BC4-9B24-C9A3ECD4C0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74" name="Группа 373">
                    <a:extLst>
                      <a:ext uri="{FF2B5EF4-FFF2-40B4-BE49-F238E27FC236}">
                        <a16:creationId xmlns:a16="http://schemas.microsoft.com/office/drawing/2014/main" id="{265EBC53-65F9-4CF2-85D6-4DD98233527B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451958" y="2901427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375" name="Овал 374">
                      <a:extLst>
                        <a:ext uri="{FF2B5EF4-FFF2-40B4-BE49-F238E27FC236}">
                          <a16:creationId xmlns:a16="http://schemas.microsoft.com/office/drawing/2014/main" id="{951474B9-8E09-4BEF-9C62-40AFF3C377EA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6" name="Овал 375">
                      <a:extLst>
                        <a:ext uri="{FF2B5EF4-FFF2-40B4-BE49-F238E27FC236}">
                          <a16:creationId xmlns:a16="http://schemas.microsoft.com/office/drawing/2014/main" id="{40EB0572-0F23-41C2-94E3-AA4EB7CCAFAF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7" name="Треугольник 137">
                      <a:extLst>
                        <a:ext uri="{FF2B5EF4-FFF2-40B4-BE49-F238E27FC236}">
                          <a16:creationId xmlns:a16="http://schemas.microsoft.com/office/drawing/2014/main" id="{C4D118CF-3F51-4F0C-ACA3-B467B54F804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281" name="Группа 280">
                  <a:extLst>
                    <a:ext uri="{FF2B5EF4-FFF2-40B4-BE49-F238E27FC236}">
                      <a16:creationId xmlns:a16="http://schemas.microsoft.com/office/drawing/2014/main" id="{3C7014CD-F7CA-4ACD-B724-DA30711E29D0}"/>
                    </a:ext>
                  </a:extLst>
                </p:cNvPr>
                <p:cNvGrpSpPr/>
                <p:nvPr/>
              </p:nvGrpSpPr>
              <p:grpSpPr>
                <a:xfrm>
                  <a:off x="8825897" y="2629164"/>
                  <a:ext cx="657911" cy="268373"/>
                  <a:chOff x="8986801" y="2825807"/>
                  <a:chExt cx="657911" cy="268373"/>
                </a:xfrm>
              </p:grpSpPr>
              <p:grpSp>
                <p:nvGrpSpPr>
                  <p:cNvPr id="360" name="Группа 359">
                    <a:extLst>
                      <a:ext uri="{FF2B5EF4-FFF2-40B4-BE49-F238E27FC236}">
                        <a16:creationId xmlns:a16="http://schemas.microsoft.com/office/drawing/2014/main" id="{5FC47BD2-E547-4B65-AEB4-6C0F04997B44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186486" y="2901425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369" name="Овал 368">
                      <a:extLst>
                        <a:ext uri="{FF2B5EF4-FFF2-40B4-BE49-F238E27FC236}">
                          <a16:creationId xmlns:a16="http://schemas.microsoft.com/office/drawing/2014/main" id="{D60E6764-C745-487D-940C-52273F1A1221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0" name="Овал 369">
                      <a:extLst>
                        <a:ext uri="{FF2B5EF4-FFF2-40B4-BE49-F238E27FC236}">
                          <a16:creationId xmlns:a16="http://schemas.microsoft.com/office/drawing/2014/main" id="{36F1C114-7540-4F4A-993B-C4FA6B12E57E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71" name="Треугольник 168">
                      <a:extLst>
                        <a:ext uri="{FF2B5EF4-FFF2-40B4-BE49-F238E27FC236}">
                          <a16:creationId xmlns:a16="http://schemas.microsoft.com/office/drawing/2014/main" id="{5ACDC900-D491-4C6E-AAB9-5BC92AF07D1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61" name="Группа 360">
                    <a:extLst>
                      <a:ext uri="{FF2B5EF4-FFF2-40B4-BE49-F238E27FC236}">
                        <a16:creationId xmlns:a16="http://schemas.microsoft.com/office/drawing/2014/main" id="{C2404EB9-CE33-4EB6-9FCE-58EB81227BB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911183" y="2901426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366" name="Овал 365">
                      <a:extLst>
                        <a:ext uri="{FF2B5EF4-FFF2-40B4-BE49-F238E27FC236}">
                          <a16:creationId xmlns:a16="http://schemas.microsoft.com/office/drawing/2014/main" id="{0CE44F90-1B82-4770-9F00-61459E00E0FE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7" name="Овал 366">
                      <a:extLst>
                        <a:ext uri="{FF2B5EF4-FFF2-40B4-BE49-F238E27FC236}">
                          <a16:creationId xmlns:a16="http://schemas.microsoft.com/office/drawing/2014/main" id="{EECF84B3-9986-4014-B851-1EA6A0806A6C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8" name="Треугольник 165">
                      <a:extLst>
                        <a:ext uri="{FF2B5EF4-FFF2-40B4-BE49-F238E27FC236}">
                          <a16:creationId xmlns:a16="http://schemas.microsoft.com/office/drawing/2014/main" id="{B25411B4-A50A-4FB7-97DF-EE88408C092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62" name="Группа 361">
                    <a:extLst>
                      <a:ext uri="{FF2B5EF4-FFF2-40B4-BE49-F238E27FC236}">
                        <a16:creationId xmlns:a16="http://schemas.microsoft.com/office/drawing/2014/main" id="{6D2F6257-EB5A-4B8A-8B92-C395E7FD3501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451958" y="2901427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363" name="Овал 362">
                      <a:extLst>
                        <a:ext uri="{FF2B5EF4-FFF2-40B4-BE49-F238E27FC236}">
                          <a16:creationId xmlns:a16="http://schemas.microsoft.com/office/drawing/2014/main" id="{7732B92E-B47D-480C-9654-DCEE37EE1E93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4" name="Овал 363">
                      <a:extLst>
                        <a:ext uri="{FF2B5EF4-FFF2-40B4-BE49-F238E27FC236}">
                          <a16:creationId xmlns:a16="http://schemas.microsoft.com/office/drawing/2014/main" id="{E20F47CA-92AF-4178-B347-D8C96B9B660B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5" name="Треугольник 162">
                      <a:extLst>
                        <a:ext uri="{FF2B5EF4-FFF2-40B4-BE49-F238E27FC236}">
                          <a16:creationId xmlns:a16="http://schemas.microsoft.com/office/drawing/2014/main" id="{732E5CF8-3BE1-4A21-98BB-E2C0EE98C9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282" name="Группа 281">
                  <a:extLst>
                    <a:ext uri="{FF2B5EF4-FFF2-40B4-BE49-F238E27FC236}">
                      <a16:creationId xmlns:a16="http://schemas.microsoft.com/office/drawing/2014/main" id="{F7AB0F00-6C95-443E-9221-0DD1365429C6}"/>
                    </a:ext>
                  </a:extLst>
                </p:cNvPr>
                <p:cNvGrpSpPr/>
                <p:nvPr/>
              </p:nvGrpSpPr>
              <p:grpSpPr>
                <a:xfrm>
                  <a:off x="10113982" y="4401416"/>
                  <a:ext cx="1125010" cy="374212"/>
                  <a:chOff x="7521891" y="5094635"/>
                  <a:chExt cx="1125010" cy="374212"/>
                </a:xfrm>
              </p:grpSpPr>
              <p:sp>
                <p:nvSpPr>
                  <p:cNvPr id="358" name="Скругленный прямоугольник 174">
                    <a:extLst>
                      <a:ext uri="{FF2B5EF4-FFF2-40B4-BE49-F238E27FC236}">
                        <a16:creationId xmlns:a16="http://schemas.microsoft.com/office/drawing/2014/main" id="{065C90DB-6CD2-43B9-B29E-A849D76BC5D5}"/>
                      </a:ext>
                    </a:extLst>
                  </p:cNvPr>
                  <p:cNvSpPr/>
                  <p:nvPr/>
                </p:nvSpPr>
                <p:spPr>
                  <a:xfrm>
                    <a:off x="7521891" y="5094635"/>
                    <a:ext cx="1125010" cy="374212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9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03A11C58-367B-479C-BD48-659963C4E78B}"/>
                      </a:ext>
                    </a:extLst>
                  </p:cNvPr>
                  <p:cNvSpPr txBox="1"/>
                  <p:nvPr/>
                </p:nvSpPr>
                <p:spPr>
                  <a:xfrm>
                    <a:off x="7600545" y="5152841"/>
                    <a:ext cx="967393" cy="256480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Дежурный сотрудник</a:t>
                    </a:r>
                    <a:endPara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283" name="Группа 282">
                  <a:extLst>
                    <a:ext uri="{FF2B5EF4-FFF2-40B4-BE49-F238E27FC236}">
                      <a16:creationId xmlns:a16="http://schemas.microsoft.com/office/drawing/2014/main" id="{556775D7-565A-441F-80E1-702281F3D3FC}"/>
                    </a:ext>
                  </a:extLst>
                </p:cNvPr>
                <p:cNvGrpSpPr/>
                <p:nvPr/>
              </p:nvGrpSpPr>
              <p:grpSpPr>
                <a:xfrm>
                  <a:off x="5953684" y="4403305"/>
                  <a:ext cx="1997674" cy="1910591"/>
                  <a:chOff x="6009190" y="4342923"/>
                  <a:chExt cx="1997674" cy="1910591"/>
                </a:xfrm>
              </p:grpSpPr>
              <p:grpSp>
                <p:nvGrpSpPr>
                  <p:cNvPr id="336" name="Группа 335">
                    <a:extLst>
                      <a:ext uri="{FF2B5EF4-FFF2-40B4-BE49-F238E27FC236}">
                        <a16:creationId xmlns:a16="http://schemas.microsoft.com/office/drawing/2014/main" id="{C50FD366-6E8F-46F1-BBF2-99AF53A1EA4E}"/>
                      </a:ext>
                    </a:extLst>
                  </p:cNvPr>
                  <p:cNvGrpSpPr/>
                  <p:nvPr/>
                </p:nvGrpSpPr>
                <p:grpSpPr>
                  <a:xfrm>
                    <a:off x="6205625" y="4342923"/>
                    <a:ext cx="1348462" cy="372324"/>
                    <a:chOff x="7521891" y="5094634"/>
                    <a:chExt cx="1348462" cy="372324"/>
                  </a:xfrm>
                </p:grpSpPr>
                <p:sp>
                  <p:nvSpPr>
                    <p:cNvPr id="356" name="Скругленный прямоугольник 28">
                      <a:extLst>
                        <a:ext uri="{FF2B5EF4-FFF2-40B4-BE49-F238E27FC236}">
                          <a16:creationId xmlns:a16="http://schemas.microsoft.com/office/drawing/2014/main" id="{5534EA81-3689-45D1-A364-354F1B8F8B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21891" y="5094634"/>
                      <a:ext cx="1348462" cy="372324"/>
                    </a:xfrm>
                    <a:prstGeom prst="roundRect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57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E96F07CA-ED86-4D91-B657-1F1CB8FA1C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00545" y="5212685"/>
                      <a:ext cx="1185598" cy="146824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Отдел продаж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337" name="Группа 336">
                    <a:extLst>
                      <a:ext uri="{FF2B5EF4-FFF2-40B4-BE49-F238E27FC236}">
                        <a16:creationId xmlns:a16="http://schemas.microsoft.com/office/drawing/2014/main" id="{BE3F5638-7E57-47F6-A33F-F1AA1EEF0EEC}"/>
                      </a:ext>
                    </a:extLst>
                  </p:cNvPr>
                  <p:cNvGrpSpPr/>
                  <p:nvPr/>
                </p:nvGrpSpPr>
                <p:grpSpPr>
                  <a:xfrm>
                    <a:off x="6607484" y="5104117"/>
                    <a:ext cx="748000" cy="762489"/>
                    <a:chOff x="7118324" y="4975438"/>
                    <a:chExt cx="967393" cy="986133"/>
                  </a:xfrm>
                </p:grpSpPr>
                <p:pic>
                  <p:nvPicPr>
                    <p:cNvPr id="354" name="Рисунок 353">
                      <a:extLst>
                        <a:ext uri="{FF2B5EF4-FFF2-40B4-BE49-F238E27FC236}">
                          <a16:creationId xmlns:a16="http://schemas.microsoft.com/office/drawing/2014/main" id="{C2F5012C-143C-47D5-B861-C8FDA471784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429784" y="4975438"/>
                      <a:ext cx="472108" cy="531870"/>
                    </a:xfrm>
                    <a:prstGeom prst="rect">
                      <a:avLst/>
                    </a:prstGeom>
                    <a:ln w="3175">
                      <a:miter lim="400000"/>
                    </a:ln>
                  </p:spPr>
                </p:pic>
                <p:sp>
                  <p:nvSpPr>
                    <p:cNvPr id="355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13B31E11-E258-4FBF-81B5-DDF85584F4B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18324" y="5663034"/>
                      <a:ext cx="967393" cy="298537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Мобильный телефон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338" name="Группа 337">
                    <a:extLst>
                      <a:ext uri="{FF2B5EF4-FFF2-40B4-BE49-F238E27FC236}">
                        <a16:creationId xmlns:a16="http://schemas.microsoft.com/office/drawing/2014/main" id="{39F6E2E8-C17D-4799-BAE5-34FE86250348}"/>
                      </a:ext>
                    </a:extLst>
                  </p:cNvPr>
                  <p:cNvGrpSpPr/>
                  <p:nvPr/>
                </p:nvGrpSpPr>
                <p:grpSpPr>
                  <a:xfrm>
                    <a:off x="7286058" y="5681286"/>
                    <a:ext cx="720806" cy="572228"/>
                    <a:chOff x="10703030" y="5086668"/>
                    <a:chExt cx="967393" cy="767985"/>
                  </a:xfrm>
                </p:grpSpPr>
                <p:pic>
                  <p:nvPicPr>
                    <p:cNvPr id="352" name="Рисунок 351">
                      <a:extLst>
                        <a:ext uri="{FF2B5EF4-FFF2-40B4-BE49-F238E27FC236}">
                          <a16:creationId xmlns:a16="http://schemas.microsoft.com/office/drawing/2014/main" id="{0AD2418A-EE82-4F95-BA41-DD26DD3953F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0949734" y="5086668"/>
                      <a:ext cx="417257" cy="35403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53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12720ADF-7C84-4C2D-AB1D-F72AABA06C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03030" y="5544853"/>
                      <a:ext cx="967393" cy="309800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Голосовая почта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pic>
                <p:nvPicPr>
                  <p:cNvPr id="339" name="Рисунок 338">
                    <a:extLst>
                      <a:ext uri="{FF2B5EF4-FFF2-40B4-BE49-F238E27FC236}">
                        <a16:creationId xmlns:a16="http://schemas.microsoft.com/office/drawing/2014/main" id="{D1803453-4B35-4948-999B-5746C08E9E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6009190" y="4795669"/>
                    <a:ext cx="550178" cy="420136"/>
                  </a:xfrm>
                  <a:prstGeom prst="rect">
                    <a:avLst/>
                  </a:prstGeom>
                </p:spPr>
              </p:pic>
              <p:grpSp>
                <p:nvGrpSpPr>
                  <p:cNvPr id="340" name="Группа 339">
                    <a:extLst>
                      <a:ext uri="{FF2B5EF4-FFF2-40B4-BE49-F238E27FC236}">
                        <a16:creationId xmlns:a16="http://schemas.microsoft.com/office/drawing/2014/main" id="{1CCFAB44-D173-4CC2-B0A0-0B55CC53D900}"/>
                      </a:ext>
                    </a:extLst>
                  </p:cNvPr>
                  <p:cNvGrpSpPr/>
                  <p:nvPr/>
                </p:nvGrpSpPr>
                <p:grpSpPr>
                  <a:xfrm>
                    <a:off x="6502096" y="5081351"/>
                    <a:ext cx="265883" cy="159952"/>
                    <a:chOff x="5870006" y="5593138"/>
                    <a:chExt cx="313018" cy="188308"/>
                  </a:xfrm>
                </p:grpSpPr>
                <p:grpSp>
                  <p:nvGrpSpPr>
                    <p:cNvPr id="347" name="Группа 346">
                      <a:extLst>
                        <a:ext uri="{FF2B5EF4-FFF2-40B4-BE49-F238E27FC236}">
                          <a16:creationId xmlns:a16="http://schemas.microsoft.com/office/drawing/2014/main" id="{2F4B3B64-84F1-4A27-9C89-068A1FC32A7D}"/>
                        </a:ext>
                      </a:extLst>
                    </p:cNvPr>
                    <p:cNvGrpSpPr/>
                    <p:nvPr/>
                  </p:nvGrpSpPr>
                  <p:grpSpPr>
                    <a:xfrm rot="2340277">
                      <a:off x="5914650" y="5664310"/>
                      <a:ext cx="268374" cy="117136"/>
                      <a:chOff x="1976627" y="2011584"/>
                      <a:chExt cx="384935" cy="168011"/>
                    </a:xfrm>
                  </p:grpSpPr>
                  <p:sp>
                    <p:nvSpPr>
                      <p:cNvPr id="349" name="Овал 348">
                        <a:extLst>
                          <a:ext uri="{FF2B5EF4-FFF2-40B4-BE49-F238E27FC236}">
                            <a16:creationId xmlns:a16="http://schemas.microsoft.com/office/drawing/2014/main" id="{84FF397B-027C-47A3-B99A-7D7B1E7549AD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1976627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50" name="Овал 349">
                        <a:extLst>
                          <a:ext uri="{FF2B5EF4-FFF2-40B4-BE49-F238E27FC236}">
                            <a16:creationId xmlns:a16="http://schemas.microsoft.com/office/drawing/2014/main" id="{0BA4C637-4E35-4D9F-8368-AE363F4A33C3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2088848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51" name="Треугольник 65">
                        <a:extLst>
                          <a:ext uri="{FF2B5EF4-FFF2-40B4-BE49-F238E27FC236}">
                            <a16:creationId xmlns:a16="http://schemas.microsoft.com/office/drawing/2014/main" id="{C5B2BEAB-65F4-4FA8-B74E-559DDA2AF0B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2205136" y="2023169"/>
                        <a:ext cx="168011" cy="144841"/>
                      </a:xfrm>
                      <a:prstGeom prst="triangle">
                        <a:avLst/>
                      </a:prstGeom>
                      <a:solidFill>
                        <a:srgbClr val="6F3D9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348" name="Овал 347">
                      <a:extLst>
                        <a:ext uri="{FF2B5EF4-FFF2-40B4-BE49-F238E27FC236}">
                          <a16:creationId xmlns:a16="http://schemas.microsoft.com/office/drawing/2014/main" id="{0CB360C2-8A5B-4DD2-9C4C-5182DA6AB71E}"/>
                        </a:ext>
                      </a:extLst>
                    </p:cNvPr>
                    <p:cNvSpPr/>
                    <p:nvPr/>
                  </p:nvSpPr>
                  <p:spPr>
                    <a:xfrm rot="4793021">
                      <a:off x="5870006" y="5593138"/>
                      <a:ext cx="31876" cy="31876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41" name="Группа 340">
                    <a:extLst>
                      <a:ext uri="{FF2B5EF4-FFF2-40B4-BE49-F238E27FC236}">
                        <a16:creationId xmlns:a16="http://schemas.microsoft.com/office/drawing/2014/main" id="{90AA9B5E-2E40-4588-8EEB-59E25B5F566D}"/>
                      </a:ext>
                    </a:extLst>
                  </p:cNvPr>
                  <p:cNvGrpSpPr/>
                  <p:nvPr/>
                </p:nvGrpSpPr>
                <p:grpSpPr>
                  <a:xfrm>
                    <a:off x="7203559" y="5415619"/>
                    <a:ext cx="265883" cy="159952"/>
                    <a:chOff x="5870006" y="5593138"/>
                    <a:chExt cx="313018" cy="188308"/>
                  </a:xfrm>
                </p:grpSpPr>
                <p:grpSp>
                  <p:nvGrpSpPr>
                    <p:cNvPr id="342" name="Группа 341">
                      <a:extLst>
                        <a:ext uri="{FF2B5EF4-FFF2-40B4-BE49-F238E27FC236}">
                          <a16:creationId xmlns:a16="http://schemas.microsoft.com/office/drawing/2014/main" id="{8276A5D8-9E7B-44CA-9078-7E77AD3BAF4B}"/>
                        </a:ext>
                      </a:extLst>
                    </p:cNvPr>
                    <p:cNvGrpSpPr/>
                    <p:nvPr/>
                  </p:nvGrpSpPr>
                  <p:grpSpPr>
                    <a:xfrm rot="2340277">
                      <a:off x="5914650" y="5664310"/>
                      <a:ext cx="268374" cy="117136"/>
                      <a:chOff x="1976627" y="2011584"/>
                      <a:chExt cx="384935" cy="168011"/>
                    </a:xfrm>
                  </p:grpSpPr>
                  <p:sp>
                    <p:nvSpPr>
                      <p:cNvPr id="344" name="Овал 343">
                        <a:extLst>
                          <a:ext uri="{FF2B5EF4-FFF2-40B4-BE49-F238E27FC236}">
                            <a16:creationId xmlns:a16="http://schemas.microsoft.com/office/drawing/2014/main" id="{EA141B84-1817-47EE-BC31-32D1240CCE34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1976627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45" name="Овал 344">
                        <a:extLst>
                          <a:ext uri="{FF2B5EF4-FFF2-40B4-BE49-F238E27FC236}">
                            <a16:creationId xmlns:a16="http://schemas.microsoft.com/office/drawing/2014/main" id="{EC323951-9E42-4293-95E7-549F22E4BDE5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2088848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46" name="Треугольник 186">
                        <a:extLst>
                          <a:ext uri="{FF2B5EF4-FFF2-40B4-BE49-F238E27FC236}">
                            <a16:creationId xmlns:a16="http://schemas.microsoft.com/office/drawing/2014/main" id="{5F57DF53-E4BD-4337-AC0A-25A6129C2F4C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2205136" y="2023169"/>
                        <a:ext cx="168011" cy="144841"/>
                      </a:xfrm>
                      <a:prstGeom prst="triangle">
                        <a:avLst/>
                      </a:prstGeom>
                      <a:solidFill>
                        <a:srgbClr val="6F3D9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343" name="Овал 342">
                      <a:extLst>
                        <a:ext uri="{FF2B5EF4-FFF2-40B4-BE49-F238E27FC236}">
                          <a16:creationId xmlns:a16="http://schemas.microsoft.com/office/drawing/2014/main" id="{DC736369-E20E-47D9-A4B4-0A0426CAE377}"/>
                        </a:ext>
                      </a:extLst>
                    </p:cNvPr>
                    <p:cNvSpPr/>
                    <p:nvPr/>
                  </p:nvSpPr>
                  <p:spPr>
                    <a:xfrm rot="4793021">
                      <a:off x="5870006" y="5593138"/>
                      <a:ext cx="31876" cy="31876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284" name="Группа 283">
                  <a:extLst>
                    <a:ext uri="{FF2B5EF4-FFF2-40B4-BE49-F238E27FC236}">
                      <a16:creationId xmlns:a16="http://schemas.microsoft.com/office/drawing/2014/main" id="{7E5CD03E-8124-4974-A081-6F67B76DB5BD}"/>
                    </a:ext>
                  </a:extLst>
                </p:cNvPr>
                <p:cNvGrpSpPr/>
                <p:nvPr/>
              </p:nvGrpSpPr>
              <p:grpSpPr>
                <a:xfrm>
                  <a:off x="7897106" y="4401416"/>
                  <a:ext cx="1911308" cy="1912478"/>
                  <a:chOff x="7786333" y="4341034"/>
                  <a:chExt cx="1911308" cy="1912478"/>
                </a:xfrm>
              </p:grpSpPr>
              <p:grpSp>
                <p:nvGrpSpPr>
                  <p:cNvPr id="314" name="Группа 313">
                    <a:extLst>
                      <a:ext uri="{FF2B5EF4-FFF2-40B4-BE49-F238E27FC236}">
                        <a16:creationId xmlns:a16="http://schemas.microsoft.com/office/drawing/2014/main" id="{26E8FCB6-C05F-4C40-B11E-E022CEB39DB9}"/>
                      </a:ext>
                    </a:extLst>
                  </p:cNvPr>
                  <p:cNvGrpSpPr/>
                  <p:nvPr/>
                </p:nvGrpSpPr>
                <p:grpSpPr>
                  <a:xfrm>
                    <a:off x="7904261" y="4341034"/>
                    <a:ext cx="1256392" cy="374212"/>
                    <a:chOff x="7521890" y="5094635"/>
                    <a:chExt cx="1256392" cy="374212"/>
                  </a:xfrm>
                </p:grpSpPr>
                <p:sp>
                  <p:nvSpPr>
                    <p:cNvPr id="334" name="Скругленный прямоугольник 170">
                      <a:extLst>
                        <a:ext uri="{FF2B5EF4-FFF2-40B4-BE49-F238E27FC236}">
                          <a16:creationId xmlns:a16="http://schemas.microsoft.com/office/drawing/2014/main" id="{1B71F8C2-3E1E-4CA0-A640-EBD98666AF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21890" y="5094635"/>
                      <a:ext cx="1256392" cy="374212"/>
                    </a:xfrm>
                    <a:prstGeom prst="roundRect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35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D235306F-F0C7-4AF2-9560-5C46E7CD18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00546" y="5143806"/>
                      <a:ext cx="1124644" cy="293648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Отдел по тех поддержке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315" name="Группа 314">
                    <a:extLst>
                      <a:ext uri="{FF2B5EF4-FFF2-40B4-BE49-F238E27FC236}">
                        <a16:creationId xmlns:a16="http://schemas.microsoft.com/office/drawing/2014/main" id="{86151231-37FB-461F-991F-C1C6F2055C8A}"/>
                      </a:ext>
                    </a:extLst>
                  </p:cNvPr>
                  <p:cNvGrpSpPr/>
                  <p:nvPr/>
                </p:nvGrpSpPr>
                <p:grpSpPr>
                  <a:xfrm>
                    <a:off x="8298261" y="5104115"/>
                    <a:ext cx="748000" cy="762488"/>
                    <a:chOff x="7118324" y="4975441"/>
                    <a:chExt cx="967393" cy="986133"/>
                  </a:xfrm>
                </p:grpSpPr>
                <p:pic>
                  <p:nvPicPr>
                    <p:cNvPr id="332" name="Рисунок 331">
                      <a:extLst>
                        <a:ext uri="{FF2B5EF4-FFF2-40B4-BE49-F238E27FC236}">
                          <a16:creationId xmlns:a16="http://schemas.microsoft.com/office/drawing/2014/main" id="{394572BD-7C8A-49D2-8D8F-CF6031BEE67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429784" y="4975441"/>
                      <a:ext cx="472108" cy="531869"/>
                    </a:xfrm>
                    <a:prstGeom prst="rect">
                      <a:avLst/>
                    </a:prstGeom>
                    <a:ln w="3175">
                      <a:miter lim="400000"/>
                    </a:ln>
                  </p:spPr>
                </p:pic>
                <p:sp>
                  <p:nvSpPr>
                    <p:cNvPr id="333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0C0263D2-9382-4A8F-8E20-68B59DD96A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18324" y="5663037"/>
                      <a:ext cx="967393" cy="298537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Мобильный телефон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316" name="Группа 315">
                    <a:extLst>
                      <a:ext uri="{FF2B5EF4-FFF2-40B4-BE49-F238E27FC236}">
                        <a16:creationId xmlns:a16="http://schemas.microsoft.com/office/drawing/2014/main" id="{705C14FF-5608-4300-AAF0-8E0A97701F5F}"/>
                      </a:ext>
                    </a:extLst>
                  </p:cNvPr>
                  <p:cNvGrpSpPr/>
                  <p:nvPr/>
                </p:nvGrpSpPr>
                <p:grpSpPr>
                  <a:xfrm>
                    <a:off x="8976835" y="5681283"/>
                    <a:ext cx="720806" cy="572229"/>
                    <a:chOff x="10703030" y="5086669"/>
                    <a:chExt cx="967393" cy="767987"/>
                  </a:xfrm>
                </p:grpSpPr>
                <p:pic>
                  <p:nvPicPr>
                    <p:cNvPr id="330" name="Рисунок 329">
                      <a:extLst>
                        <a:ext uri="{FF2B5EF4-FFF2-40B4-BE49-F238E27FC236}">
                          <a16:creationId xmlns:a16="http://schemas.microsoft.com/office/drawing/2014/main" id="{B33A73A5-C744-48D3-87B9-7FBF2AF1C69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0949734" y="5086669"/>
                      <a:ext cx="417257" cy="35403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31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6820F4A5-6739-443E-BE46-A3D24C6C79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03030" y="5544857"/>
                      <a:ext cx="967393" cy="309799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Голосовая почта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317" name="Группа 316">
                    <a:extLst>
                      <a:ext uri="{FF2B5EF4-FFF2-40B4-BE49-F238E27FC236}">
                        <a16:creationId xmlns:a16="http://schemas.microsoft.com/office/drawing/2014/main" id="{FC473DCF-4389-41C5-9372-A436B5B97691}"/>
                      </a:ext>
                    </a:extLst>
                  </p:cNvPr>
                  <p:cNvGrpSpPr/>
                  <p:nvPr/>
                </p:nvGrpSpPr>
                <p:grpSpPr>
                  <a:xfrm>
                    <a:off x="8192870" y="5081358"/>
                    <a:ext cx="265882" cy="159948"/>
                    <a:chOff x="5870006" y="5593138"/>
                    <a:chExt cx="313017" cy="188303"/>
                  </a:xfrm>
                </p:grpSpPr>
                <p:grpSp>
                  <p:nvGrpSpPr>
                    <p:cNvPr id="325" name="Группа 324">
                      <a:extLst>
                        <a:ext uri="{FF2B5EF4-FFF2-40B4-BE49-F238E27FC236}">
                          <a16:creationId xmlns:a16="http://schemas.microsoft.com/office/drawing/2014/main" id="{A44F94EE-A415-423F-986F-E57DFB1B8F2A}"/>
                        </a:ext>
                      </a:extLst>
                    </p:cNvPr>
                    <p:cNvGrpSpPr/>
                    <p:nvPr/>
                  </p:nvGrpSpPr>
                  <p:grpSpPr>
                    <a:xfrm rot="2340277">
                      <a:off x="5914652" y="5664305"/>
                      <a:ext cx="268371" cy="117136"/>
                      <a:chOff x="1976627" y="2011577"/>
                      <a:chExt cx="384931" cy="168011"/>
                    </a:xfrm>
                  </p:grpSpPr>
                  <p:sp>
                    <p:nvSpPr>
                      <p:cNvPr id="327" name="Овал 326">
                        <a:extLst>
                          <a:ext uri="{FF2B5EF4-FFF2-40B4-BE49-F238E27FC236}">
                            <a16:creationId xmlns:a16="http://schemas.microsoft.com/office/drawing/2014/main" id="{3262F4C8-7B76-4186-91FA-F81A188D8F23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1976627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28" name="Овал 327">
                        <a:extLst>
                          <a:ext uri="{FF2B5EF4-FFF2-40B4-BE49-F238E27FC236}">
                            <a16:creationId xmlns:a16="http://schemas.microsoft.com/office/drawing/2014/main" id="{1D006D9C-69E6-40AB-AFA6-5554396F48B5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2088848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29" name="Треугольник 199">
                        <a:extLst>
                          <a:ext uri="{FF2B5EF4-FFF2-40B4-BE49-F238E27FC236}">
                            <a16:creationId xmlns:a16="http://schemas.microsoft.com/office/drawing/2014/main" id="{B21EA671-EB6D-480D-A233-1F75814E1CC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2205132" y="2023163"/>
                        <a:ext cx="168011" cy="144840"/>
                      </a:xfrm>
                      <a:prstGeom prst="triangle">
                        <a:avLst/>
                      </a:prstGeom>
                      <a:solidFill>
                        <a:srgbClr val="6F3D9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326" name="Овал 325">
                      <a:extLst>
                        <a:ext uri="{FF2B5EF4-FFF2-40B4-BE49-F238E27FC236}">
                          <a16:creationId xmlns:a16="http://schemas.microsoft.com/office/drawing/2014/main" id="{44DBAA9A-05A6-4E52-BC98-72598AD3ADEB}"/>
                        </a:ext>
                      </a:extLst>
                    </p:cNvPr>
                    <p:cNvSpPr/>
                    <p:nvPr/>
                  </p:nvSpPr>
                  <p:spPr>
                    <a:xfrm rot="4793021">
                      <a:off x="5870006" y="5593138"/>
                      <a:ext cx="31876" cy="31876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18" name="Группа 317">
                    <a:extLst>
                      <a:ext uri="{FF2B5EF4-FFF2-40B4-BE49-F238E27FC236}">
                        <a16:creationId xmlns:a16="http://schemas.microsoft.com/office/drawing/2014/main" id="{8376A7D3-1EB1-4368-9F07-AD5D66E061E5}"/>
                      </a:ext>
                    </a:extLst>
                  </p:cNvPr>
                  <p:cNvGrpSpPr/>
                  <p:nvPr/>
                </p:nvGrpSpPr>
                <p:grpSpPr>
                  <a:xfrm>
                    <a:off x="8894330" y="5415614"/>
                    <a:ext cx="265881" cy="159951"/>
                    <a:chOff x="5870006" y="5593138"/>
                    <a:chExt cx="313016" cy="188307"/>
                  </a:xfrm>
                </p:grpSpPr>
                <p:grpSp>
                  <p:nvGrpSpPr>
                    <p:cNvPr id="320" name="Группа 319">
                      <a:extLst>
                        <a:ext uri="{FF2B5EF4-FFF2-40B4-BE49-F238E27FC236}">
                          <a16:creationId xmlns:a16="http://schemas.microsoft.com/office/drawing/2014/main" id="{D65DF78F-A166-4353-A34B-43F3C64E0AAA}"/>
                        </a:ext>
                      </a:extLst>
                    </p:cNvPr>
                    <p:cNvGrpSpPr/>
                    <p:nvPr/>
                  </p:nvGrpSpPr>
                  <p:grpSpPr>
                    <a:xfrm rot="2340277">
                      <a:off x="5914649" y="5664309"/>
                      <a:ext cx="268373" cy="117136"/>
                      <a:chOff x="1976627" y="2011583"/>
                      <a:chExt cx="384934" cy="168011"/>
                    </a:xfrm>
                  </p:grpSpPr>
                  <p:sp>
                    <p:nvSpPr>
                      <p:cNvPr id="322" name="Овал 321">
                        <a:extLst>
                          <a:ext uri="{FF2B5EF4-FFF2-40B4-BE49-F238E27FC236}">
                            <a16:creationId xmlns:a16="http://schemas.microsoft.com/office/drawing/2014/main" id="{2F0A21AF-EAB3-4D6C-8A2A-65E1122013FA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1976627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23" name="Овал 322">
                        <a:extLst>
                          <a:ext uri="{FF2B5EF4-FFF2-40B4-BE49-F238E27FC236}">
                            <a16:creationId xmlns:a16="http://schemas.microsoft.com/office/drawing/2014/main" id="{CF489D5A-B115-4A32-8487-B78F15922F2D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2088848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24" name="Треугольник 205">
                        <a:extLst>
                          <a:ext uri="{FF2B5EF4-FFF2-40B4-BE49-F238E27FC236}">
                            <a16:creationId xmlns:a16="http://schemas.microsoft.com/office/drawing/2014/main" id="{4CF72450-DFD0-4ECF-B26B-FAC51A671E2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2205135" y="2023168"/>
                        <a:ext cx="168011" cy="144841"/>
                      </a:xfrm>
                      <a:prstGeom prst="triangle">
                        <a:avLst/>
                      </a:prstGeom>
                      <a:solidFill>
                        <a:srgbClr val="6F3D9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321" name="Овал 320">
                      <a:extLst>
                        <a:ext uri="{FF2B5EF4-FFF2-40B4-BE49-F238E27FC236}">
                          <a16:creationId xmlns:a16="http://schemas.microsoft.com/office/drawing/2014/main" id="{FB52D06D-7C77-434A-A1B2-301A06A3D13C}"/>
                        </a:ext>
                      </a:extLst>
                    </p:cNvPr>
                    <p:cNvSpPr/>
                    <p:nvPr/>
                  </p:nvSpPr>
                  <p:spPr>
                    <a:xfrm rot="4793021">
                      <a:off x="5870006" y="5593138"/>
                      <a:ext cx="31876" cy="31876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319" name="Рисунок 318">
                    <a:extLst>
                      <a:ext uri="{FF2B5EF4-FFF2-40B4-BE49-F238E27FC236}">
                        <a16:creationId xmlns:a16="http://schemas.microsoft.com/office/drawing/2014/main" id="{CB261FF5-109C-4950-B349-7309FB758F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7786333" y="4794400"/>
                    <a:ext cx="526251" cy="37297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85" name="Группа 284">
                  <a:extLst>
                    <a:ext uri="{FF2B5EF4-FFF2-40B4-BE49-F238E27FC236}">
                      <a16:creationId xmlns:a16="http://schemas.microsoft.com/office/drawing/2014/main" id="{25FAC83E-0E8F-4EE4-8996-DD58FA711B7E}"/>
                    </a:ext>
                  </a:extLst>
                </p:cNvPr>
                <p:cNvGrpSpPr/>
                <p:nvPr/>
              </p:nvGrpSpPr>
              <p:grpSpPr>
                <a:xfrm>
                  <a:off x="10207151" y="4959990"/>
                  <a:ext cx="748000" cy="762494"/>
                  <a:chOff x="7118324" y="4975431"/>
                  <a:chExt cx="967393" cy="986138"/>
                </a:xfrm>
              </p:grpSpPr>
              <p:pic>
                <p:nvPicPr>
                  <p:cNvPr id="312" name="Рисунок 311">
                    <a:extLst>
                      <a:ext uri="{FF2B5EF4-FFF2-40B4-BE49-F238E27FC236}">
                        <a16:creationId xmlns:a16="http://schemas.microsoft.com/office/drawing/2014/main" id="{88EA591F-1075-429B-AB98-5A5420EF5B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429784" y="4975431"/>
                    <a:ext cx="472108" cy="531869"/>
                  </a:xfrm>
                  <a:prstGeom prst="rect">
                    <a:avLst/>
                  </a:prstGeom>
                  <a:ln w="3175">
                    <a:miter lim="400000"/>
                  </a:ln>
                </p:spPr>
              </p:pic>
              <p:sp>
                <p:nvSpPr>
                  <p:cNvPr id="313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0B2A468A-40A9-4D9C-8D8F-2F7637E0E198}"/>
                      </a:ext>
                    </a:extLst>
                  </p:cNvPr>
                  <p:cNvSpPr txBox="1"/>
                  <p:nvPr/>
                </p:nvSpPr>
                <p:spPr>
                  <a:xfrm>
                    <a:off x="7118324" y="5663033"/>
                    <a:ext cx="967393" cy="298536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Мобильный телефон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286" name="Группа 285">
                  <a:extLst>
                    <a:ext uri="{FF2B5EF4-FFF2-40B4-BE49-F238E27FC236}">
                      <a16:creationId xmlns:a16="http://schemas.microsoft.com/office/drawing/2014/main" id="{BE36835B-D777-4AF9-8AAD-771CE838E22C}"/>
                    </a:ext>
                  </a:extLst>
                </p:cNvPr>
                <p:cNvGrpSpPr/>
                <p:nvPr/>
              </p:nvGrpSpPr>
              <p:grpSpPr>
                <a:xfrm>
                  <a:off x="10928855" y="5580285"/>
                  <a:ext cx="720806" cy="572225"/>
                  <a:chOff x="10703030" y="5086676"/>
                  <a:chExt cx="967393" cy="767983"/>
                </a:xfrm>
              </p:grpSpPr>
              <p:pic>
                <p:nvPicPr>
                  <p:cNvPr id="310" name="Рисунок 309">
                    <a:extLst>
                      <a:ext uri="{FF2B5EF4-FFF2-40B4-BE49-F238E27FC236}">
                        <a16:creationId xmlns:a16="http://schemas.microsoft.com/office/drawing/2014/main" id="{DB7DC9E2-E5C7-42A6-8EBC-FE6E2291E7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949734" y="5086676"/>
                    <a:ext cx="417257" cy="354037"/>
                  </a:xfrm>
                  <a:prstGeom prst="rect">
                    <a:avLst/>
                  </a:prstGeom>
                </p:spPr>
              </p:pic>
              <p:sp>
                <p:nvSpPr>
                  <p:cNvPr id="311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4EC99C7A-A7B8-4940-95DC-AFF7841B4170}"/>
                      </a:ext>
                    </a:extLst>
                  </p:cNvPr>
                  <p:cNvSpPr txBox="1"/>
                  <p:nvPr/>
                </p:nvSpPr>
                <p:spPr>
                  <a:xfrm>
                    <a:off x="10703030" y="5544861"/>
                    <a:ext cx="967393" cy="309798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Голосовая почта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287" name="Группа 286">
                  <a:extLst>
                    <a:ext uri="{FF2B5EF4-FFF2-40B4-BE49-F238E27FC236}">
                      <a16:creationId xmlns:a16="http://schemas.microsoft.com/office/drawing/2014/main" id="{5E4274B8-4B4D-4038-B063-DB2FCA3C24AF}"/>
                    </a:ext>
                  </a:extLst>
                </p:cNvPr>
                <p:cNvGrpSpPr/>
                <p:nvPr/>
              </p:nvGrpSpPr>
              <p:grpSpPr>
                <a:xfrm>
                  <a:off x="10854987" y="5297383"/>
                  <a:ext cx="265879" cy="159955"/>
                  <a:chOff x="5870006" y="5593138"/>
                  <a:chExt cx="313013" cy="188311"/>
                </a:xfrm>
              </p:grpSpPr>
              <p:grpSp>
                <p:nvGrpSpPr>
                  <p:cNvPr id="305" name="Группа 304">
                    <a:extLst>
                      <a:ext uri="{FF2B5EF4-FFF2-40B4-BE49-F238E27FC236}">
                        <a16:creationId xmlns:a16="http://schemas.microsoft.com/office/drawing/2014/main" id="{5F5F6063-D90A-4B11-A008-07A8F9EFDB8F}"/>
                      </a:ext>
                    </a:extLst>
                  </p:cNvPr>
                  <p:cNvGrpSpPr/>
                  <p:nvPr/>
                </p:nvGrpSpPr>
                <p:grpSpPr>
                  <a:xfrm rot="2340277">
                    <a:off x="5914644" y="5664312"/>
                    <a:ext cx="268375" cy="117137"/>
                    <a:chOff x="1976627" y="2011585"/>
                    <a:chExt cx="384937" cy="168012"/>
                  </a:xfrm>
                </p:grpSpPr>
                <p:sp>
                  <p:nvSpPr>
                    <p:cNvPr id="307" name="Овал 306">
                      <a:extLst>
                        <a:ext uri="{FF2B5EF4-FFF2-40B4-BE49-F238E27FC236}">
                          <a16:creationId xmlns:a16="http://schemas.microsoft.com/office/drawing/2014/main" id="{EB66657E-34CB-4D89-B8D3-77F395297791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08" name="Овал 307">
                      <a:extLst>
                        <a:ext uri="{FF2B5EF4-FFF2-40B4-BE49-F238E27FC236}">
                          <a16:creationId xmlns:a16="http://schemas.microsoft.com/office/drawing/2014/main" id="{28346378-AF3E-48F8-946D-57AD3218FDF1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09" name="Треугольник 217">
                      <a:extLst>
                        <a:ext uri="{FF2B5EF4-FFF2-40B4-BE49-F238E27FC236}">
                          <a16:creationId xmlns:a16="http://schemas.microsoft.com/office/drawing/2014/main" id="{8760CE35-43D5-4B4A-B208-7E95BCB23D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8" y="2023170"/>
                      <a:ext cx="168012" cy="144841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306" name="Овал 305">
                    <a:extLst>
                      <a:ext uri="{FF2B5EF4-FFF2-40B4-BE49-F238E27FC236}">
                        <a16:creationId xmlns:a16="http://schemas.microsoft.com/office/drawing/2014/main" id="{C1E8ECEB-675B-4965-BD4D-7CCF50FD1CB1}"/>
                      </a:ext>
                    </a:extLst>
                  </p:cNvPr>
                  <p:cNvSpPr/>
                  <p:nvPr/>
                </p:nvSpPr>
                <p:spPr>
                  <a:xfrm rot="4793021">
                    <a:off x="5870006" y="5593138"/>
                    <a:ext cx="31876" cy="31876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88" name="Группа 287">
                  <a:extLst>
                    <a:ext uri="{FF2B5EF4-FFF2-40B4-BE49-F238E27FC236}">
                      <a16:creationId xmlns:a16="http://schemas.microsoft.com/office/drawing/2014/main" id="{3EAC5579-E1B9-4AB1-A5EA-82747C07B28A}"/>
                    </a:ext>
                  </a:extLst>
                </p:cNvPr>
                <p:cNvGrpSpPr/>
                <p:nvPr/>
              </p:nvGrpSpPr>
              <p:grpSpPr>
                <a:xfrm rot="5400000">
                  <a:off x="6641733" y="4170728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302" name="Овал 301">
                    <a:extLst>
                      <a:ext uri="{FF2B5EF4-FFF2-40B4-BE49-F238E27FC236}">
                        <a16:creationId xmlns:a16="http://schemas.microsoft.com/office/drawing/2014/main" id="{D80AACA4-32FC-4973-AFA4-C23A311592D1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3" name="Овал 302">
                    <a:extLst>
                      <a:ext uri="{FF2B5EF4-FFF2-40B4-BE49-F238E27FC236}">
                        <a16:creationId xmlns:a16="http://schemas.microsoft.com/office/drawing/2014/main" id="{9CBC60AC-62F7-43E5-9691-E50F492C9842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4" name="Треугольник 227">
                    <a:extLst>
                      <a:ext uri="{FF2B5EF4-FFF2-40B4-BE49-F238E27FC236}">
                        <a16:creationId xmlns:a16="http://schemas.microsoft.com/office/drawing/2014/main" id="{5CBD7F74-5E4C-4B27-BA7E-9F1B19AF31C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89" name="Группа 288">
                  <a:extLst>
                    <a:ext uri="{FF2B5EF4-FFF2-40B4-BE49-F238E27FC236}">
                      <a16:creationId xmlns:a16="http://schemas.microsoft.com/office/drawing/2014/main" id="{C8627E83-E3DD-4B5B-A4B7-A21871EBDFF4}"/>
                    </a:ext>
                  </a:extLst>
                </p:cNvPr>
                <p:cNvGrpSpPr/>
                <p:nvPr/>
              </p:nvGrpSpPr>
              <p:grpSpPr>
                <a:xfrm rot="5400000">
                  <a:off x="8410149" y="4170729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299" name="Овал 298">
                    <a:extLst>
                      <a:ext uri="{FF2B5EF4-FFF2-40B4-BE49-F238E27FC236}">
                        <a16:creationId xmlns:a16="http://schemas.microsoft.com/office/drawing/2014/main" id="{A04EAC50-F3D0-4D2E-B61B-0E6E28E1C14B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0" name="Овал 299">
                    <a:extLst>
                      <a:ext uri="{FF2B5EF4-FFF2-40B4-BE49-F238E27FC236}">
                        <a16:creationId xmlns:a16="http://schemas.microsoft.com/office/drawing/2014/main" id="{695E52FE-5C57-4D71-997D-B083A73C0E31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1" name="Треугольник 234">
                    <a:extLst>
                      <a:ext uri="{FF2B5EF4-FFF2-40B4-BE49-F238E27FC236}">
                        <a16:creationId xmlns:a16="http://schemas.microsoft.com/office/drawing/2014/main" id="{A7DCA94D-7599-4876-B389-F65BEDC9384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90" name="Группа 289">
                  <a:extLst>
                    <a:ext uri="{FF2B5EF4-FFF2-40B4-BE49-F238E27FC236}">
                      <a16:creationId xmlns:a16="http://schemas.microsoft.com/office/drawing/2014/main" id="{694E7877-1FA4-4B9D-8732-C98D45169D7B}"/>
                    </a:ext>
                  </a:extLst>
                </p:cNvPr>
                <p:cNvGrpSpPr/>
                <p:nvPr/>
              </p:nvGrpSpPr>
              <p:grpSpPr>
                <a:xfrm rot="5400000">
                  <a:off x="10575384" y="4170730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296" name="Овал 295">
                    <a:extLst>
                      <a:ext uri="{FF2B5EF4-FFF2-40B4-BE49-F238E27FC236}">
                        <a16:creationId xmlns:a16="http://schemas.microsoft.com/office/drawing/2014/main" id="{820B529A-67F6-4DC0-A1C9-0063C64F3B66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7" name="Овал 296">
                    <a:extLst>
                      <a:ext uri="{FF2B5EF4-FFF2-40B4-BE49-F238E27FC236}">
                        <a16:creationId xmlns:a16="http://schemas.microsoft.com/office/drawing/2014/main" id="{550BAAC0-005B-4C26-972E-E530AA14F947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8" name="Треугольник 238">
                    <a:extLst>
                      <a:ext uri="{FF2B5EF4-FFF2-40B4-BE49-F238E27FC236}">
                        <a16:creationId xmlns:a16="http://schemas.microsoft.com/office/drawing/2014/main" id="{42E6B3CE-2915-4775-B2AF-E610A725213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D8CA2D20-6558-4453-B815-42A9C32BBF8F}"/>
                    </a:ext>
                  </a:extLst>
                </p:cNvPr>
                <p:cNvSpPr txBox="1"/>
                <p:nvPr/>
              </p:nvSpPr>
              <p:spPr>
                <a:xfrm>
                  <a:off x="6231798" y="2649175"/>
                  <a:ext cx="1138783" cy="2819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9:00-18:00</a:t>
                  </a:r>
                </a:p>
              </p:txBody>
            </p:sp>
            <p:pic>
              <p:nvPicPr>
                <p:cNvPr id="292" name="Рисунок 291">
                  <a:extLst>
                    <a:ext uri="{FF2B5EF4-FFF2-40B4-BE49-F238E27FC236}">
                      <a16:creationId xmlns:a16="http://schemas.microsoft.com/office/drawing/2014/main" id="{A1C2F6E8-1C77-4D6F-9BD9-C0C0321B75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46117" y="2626967"/>
                  <a:ext cx="250595" cy="250595"/>
                </a:xfrm>
                <a:prstGeom prst="rect">
                  <a:avLst/>
                </a:prstGeom>
              </p:spPr>
            </p:pic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3E7F15EF-4519-47C7-BDAF-6CC34CE908AF}"/>
                    </a:ext>
                  </a:extLst>
                </p:cNvPr>
                <p:cNvSpPr txBox="1"/>
                <p:nvPr/>
              </p:nvSpPr>
              <p:spPr>
                <a:xfrm>
                  <a:off x="10998158" y="2649175"/>
                  <a:ext cx="1050520" cy="2819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18</a:t>
                  </a:r>
                  <a:r>
                    <a:rPr kumimoji="0" lang="ru-RU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:00-</a:t>
                  </a: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9</a:t>
                  </a:r>
                  <a:r>
                    <a:rPr kumimoji="0" lang="ru-RU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:00</a:t>
                  </a:r>
                </a:p>
              </p:txBody>
            </p:sp>
            <p:pic>
              <p:nvPicPr>
                <p:cNvPr id="294" name="Рисунок 293">
                  <a:extLst>
                    <a:ext uri="{FF2B5EF4-FFF2-40B4-BE49-F238E27FC236}">
                      <a16:creationId xmlns:a16="http://schemas.microsoft.com/office/drawing/2014/main" id="{02FE284F-32AD-4961-A227-85292B9DA8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72455" y="2626967"/>
                  <a:ext cx="250595" cy="250595"/>
                </a:xfrm>
                <a:prstGeom prst="rect">
                  <a:avLst/>
                </a:prstGeom>
              </p:spPr>
            </p:pic>
            <p:sp>
              <p:nvSpPr>
                <p:cNvPr id="295" name="Овал 294">
                  <a:extLst>
                    <a:ext uri="{FF2B5EF4-FFF2-40B4-BE49-F238E27FC236}">
                      <a16:creationId xmlns:a16="http://schemas.microsoft.com/office/drawing/2014/main" id="{1F86A508-890A-4DD5-86A5-A2C6CC639C22}"/>
                    </a:ext>
                  </a:extLst>
                </p:cNvPr>
                <p:cNvSpPr/>
                <p:nvPr/>
              </p:nvSpPr>
              <p:spPr>
                <a:xfrm>
                  <a:off x="8632257" y="4107039"/>
                  <a:ext cx="214578" cy="21457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rgbClr val="6F3D9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2</a:t>
                  </a:r>
                  <a:endParaRPr kumimoji="0" lang="ru-KZ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endParaRPr>
                </a:p>
              </p:txBody>
            </p:sp>
          </p:grp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1F08DF0A-ABCD-4944-9089-77BB61462893}"/>
                </a:ext>
              </a:extLst>
            </p:cNvPr>
            <p:cNvGrpSpPr/>
            <p:nvPr/>
          </p:nvGrpSpPr>
          <p:grpSpPr>
            <a:xfrm>
              <a:off x="4630865" y="3458770"/>
              <a:ext cx="1944229" cy="2655524"/>
              <a:chOff x="4630865" y="3458770"/>
              <a:chExt cx="1944229" cy="2655524"/>
            </a:xfrm>
          </p:grpSpPr>
          <p:grpSp>
            <p:nvGrpSpPr>
              <p:cNvPr id="13" name="Группа 12">
                <a:extLst>
                  <a:ext uri="{FF2B5EF4-FFF2-40B4-BE49-F238E27FC236}">
                    <a16:creationId xmlns:a16="http://schemas.microsoft.com/office/drawing/2014/main" id="{1C66B5A9-1FED-4784-A74B-DA49E1F75BE7}"/>
                  </a:ext>
                </a:extLst>
              </p:cNvPr>
              <p:cNvGrpSpPr/>
              <p:nvPr/>
            </p:nvGrpSpPr>
            <p:grpSpPr>
              <a:xfrm rot="5400000">
                <a:off x="6341773" y="3424482"/>
                <a:ext cx="117136" cy="349507"/>
                <a:chOff x="7862086" y="4602292"/>
                <a:chExt cx="117136" cy="349507"/>
              </a:xfrm>
            </p:grpSpPr>
            <p:sp>
              <p:nvSpPr>
                <p:cNvPr id="395" name="Овал 394">
                  <a:extLst>
                    <a:ext uri="{FF2B5EF4-FFF2-40B4-BE49-F238E27FC236}">
                      <a16:creationId xmlns:a16="http://schemas.microsoft.com/office/drawing/2014/main" id="{12D91A5D-0D3E-4FB0-983F-1F9ACF0AA8E6}"/>
                    </a:ext>
                  </a:extLst>
                </p:cNvPr>
                <p:cNvSpPr/>
                <p:nvPr/>
              </p:nvSpPr>
              <p:spPr>
                <a:xfrm rot="7852744">
                  <a:off x="7896795" y="4602292"/>
                  <a:ext cx="31876" cy="31876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Овал 395">
                  <a:extLst>
                    <a:ext uri="{FF2B5EF4-FFF2-40B4-BE49-F238E27FC236}">
                      <a16:creationId xmlns:a16="http://schemas.microsoft.com/office/drawing/2014/main" id="{D583C458-5112-4AB3-BAAA-3F042FD5C291}"/>
                    </a:ext>
                  </a:extLst>
                </p:cNvPr>
                <p:cNvSpPr/>
                <p:nvPr/>
              </p:nvSpPr>
              <p:spPr>
                <a:xfrm rot="7852744">
                  <a:off x="7896795" y="4683429"/>
                  <a:ext cx="31876" cy="31876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7" name="Овал 396">
                  <a:extLst>
                    <a:ext uri="{FF2B5EF4-FFF2-40B4-BE49-F238E27FC236}">
                      <a16:creationId xmlns:a16="http://schemas.microsoft.com/office/drawing/2014/main" id="{3C156A2B-6004-4F41-B486-A4D90F992907}"/>
                    </a:ext>
                  </a:extLst>
                </p:cNvPr>
                <p:cNvSpPr/>
                <p:nvPr/>
              </p:nvSpPr>
              <p:spPr>
                <a:xfrm rot="7852744">
                  <a:off x="7896795" y="4761668"/>
                  <a:ext cx="31876" cy="31876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8" name="Треугольник 90">
                  <a:extLst>
                    <a:ext uri="{FF2B5EF4-FFF2-40B4-BE49-F238E27FC236}">
                      <a16:creationId xmlns:a16="http://schemas.microsoft.com/office/drawing/2014/main" id="{393BA612-C6E8-4FA0-A8B2-281037502371}"/>
                    </a:ext>
                  </a:extLst>
                </p:cNvPr>
                <p:cNvSpPr/>
                <p:nvPr/>
              </p:nvSpPr>
              <p:spPr>
                <a:xfrm rot="10800000">
                  <a:off x="7862086" y="4850818"/>
                  <a:ext cx="117136" cy="100981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Группа 9">
                <a:extLst>
                  <a:ext uri="{FF2B5EF4-FFF2-40B4-BE49-F238E27FC236}">
                    <a16:creationId xmlns:a16="http://schemas.microsoft.com/office/drawing/2014/main" id="{A9D2C89D-468C-D44C-842F-075916192239}"/>
                  </a:ext>
                </a:extLst>
              </p:cNvPr>
              <p:cNvGrpSpPr/>
              <p:nvPr/>
            </p:nvGrpSpPr>
            <p:grpSpPr>
              <a:xfrm>
                <a:off x="4630865" y="3458770"/>
                <a:ext cx="1663799" cy="2655524"/>
                <a:chOff x="4435405" y="3436636"/>
                <a:chExt cx="1860025" cy="2968713"/>
              </a:xfrm>
            </p:grpSpPr>
            <p:grpSp>
              <p:nvGrpSpPr>
                <p:cNvPr id="9" name="Группа 8">
                  <a:extLst>
                    <a:ext uri="{FF2B5EF4-FFF2-40B4-BE49-F238E27FC236}">
                      <a16:creationId xmlns:a16="http://schemas.microsoft.com/office/drawing/2014/main" id="{1D93D53D-EB2E-4742-A481-3F81B6B86DCD}"/>
                    </a:ext>
                  </a:extLst>
                </p:cNvPr>
                <p:cNvGrpSpPr/>
                <p:nvPr/>
              </p:nvGrpSpPr>
              <p:grpSpPr>
                <a:xfrm>
                  <a:off x="4869143" y="3436636"/>
                  <a:ext cx="1159715" cy="332738"/>
                  <a:chOff x="4869143" y="3436636"/>
                  <a:chExt cx="1159715" cy="332738"/>
                </a:xfrm>
              </p:grpSpPr>
              <p:sp>
                <p:nvSpPr>
                  <p:cNvPr id="394" name="Скругленный прямоугольник 28">
                    <a:extLst>
                      <a:ext uri="{FF2B5EF4-FFF2-40B4-BE49-F238E27FC236}">
                        <a16:creationId xmlns:a16="http://schemas.microsoft.com/office/drawing/2014/main" id="{8884F51D-CA7F-4B17-BD78-61716C10E8FE}"/>
                      </a:ext>
                    </a:extLst>
                  </p:cNvPr>
                  <p:cNvSpPr/>
                  <p:nvPr/>
                </p:nvSpPr>
                <p:spPr>
                  <a:xfrm>
                    <a:off x="4869143" y="3436636"/>
                    <a:ext cx="1159715" cy="325197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9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7CD38F8B-2B5A-4499-9049-C8FAC7471972}"/>
                      </a:ext>
                    </a:extLst>
                  </p:cNvPr>
                  <p:cNvSpPr txBox="1"/>
                  <p:nvPr/>
                </p:nvSpPr>
                <p:spPr>
                  <a:xfrm>
                    <a:off x="4968185" y="3477931"/>
                    <a:ext cx="982615" cy="291443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Интеграция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с </a:t>
                    </a:r>
                    <a:r>
                      <a: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CRM</a:t>
                    </a:r>
                  </a:p>
                </p:txBody>
              </p:sp>
            </p:grpSp>
            <p:grpSp>
              <p:nvGrpSpPr>
                <p:cNvPr id="8" name="Группа 7">
                  <a:extLst>
                    <a:ext uri="{FF2B5EF4-FFF2-40B4-BE49-F238E27FC236}">
                      <a16:creationId xmlns:a16="http://schemas.microsoft.com/office/drawing/2014/main" id="{E504D41C-92F3-B44A-A764-96A9C1B9F4E9}"/>
                    </a:ext>
                  </a:extLst>
                </p:cNvPr>
                <p:cNvGrpSpPr/>
                <p:nvPr/>
              </p:nvGrpSpPr>
              <p:grpSpPr>
                <a:xfrm>
                  <a:off x="4435405" y="3885613"/>
                  <a:ext cx="1860025" cy="2519736"/>
                  <a:chOff x="4435405" y="3885613"/>
                  <a:chExt cx="1860025" cy="2519736"/>
                </a:xfrm>
              </p:grpSpPr>
              <p:grpSp>
                <p:nvGrpSpPr>
                  <p:cNvPr id="2" name="Группа 1">
                    <a:extLst>
                      <a:ext uri="{FF2B5EF4-FFF2-40B4-BE49-F238E27FC236}">
                        <a16:creationId xmlns:a16="http://schemas.microsoft.com/office/drawing/2014/main" id="{026AA859-36B9-C844-9CC6-1A2AD64E7195}"/>
                      </a:ext>
                    </a:extLst>
                  </p:cNvPr>
                  <p:cNvGrpSpPr/>
                  <p:nvPr/>
                </p:nvGrpSpPr>
                <p:grpSpPr>
                  <a:xfrm>
                    <a:off x="4898827" y="5666983"/>
                    <a:ext cx="1039162" cy="738366"/>
                    <a:chOff x="4888553" y="5759449"/>
                    <a:chExt cx="1039162" cy="738366"/>
                  </a:xfrm>
                </p:grpSpPr>
                <p:pic>
                  <p:nvPicPr>
                    <p:cNvPr id="15" name="Рисунок 14">
                      <a:extLst>
                        <a:ext uri="{FF2B5EF4-FFF2-40B4-BE49-F238E27FC236}">
                          <a16:creationId xmlns:a16="http://schemas.microsoft.com/office/drawing/2014/main" id="{AB85DD34-EF79-4486-9B54-70FB4EC79DD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21558" y="5759449"/>
                      <a:ext cx="345900" cy="43237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00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2F0B1A10-53F9-4C06-8413-C581ECF4EB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88553" y="6266146"/>
                      <a:ext cx="1039162" cy="231669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Ответственный сотрудник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401" name="Группа 400">
                    <a:extLst>
                      <a:ext uri="{FF2B5EF4-FFF2-40B4-BE49-F238E27FC236}">
                        <a16:creationId xmlns:a16="http://schemas.microsoft.com/office/drawing/2014/main" id="{69EA6208-67DA-4DF2-9E08-4EE93FEE29E9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5266167" y="5431300"/>
                    <a:ext cx="256680" cy="112033"/>
                    <a:chOff x="1976627" y="2011577"/>
                    <a:chExt cx="384931" cy="168011"/>
                  </a:xfrm>
                </p:grpSpPr>
                <p:sp>
                  <p:nvSpPr>
                    <p:cNvPr id="402" name="Овал 401">
                      <a:extLst>
                        <a:ext uri="{FF2B5EF4-FFF2-40B4-BE49-F238E27FC236}">
                          <a16:creationId xmlns:a16="http://schemas.microsoft.com/office/drawing/2014/main" id="{0373E9EF-FD51-4CDE-99BE-8273E729985A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3" name="Овал 402">
                      <a:extLst>
                        <a:ext uri="{FF2B5EF4-FFF2-40B4-BE49-F238E27FC236}">
                          <a16:creationId xmlns:a16="http://schemas.microsoft.com/office/drawing/2014/main" id="{DA80F0AD-A207-42EB-AB82-1F7725430BAA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4" name="Треугольник 234">
                      <a:extLst>
                        <a:ext uri="{FF2B5EF4-FFF2-40B4-BE49-F238E27FC236}">
                          <a16:creationId xmlns:a16="http://schemas.microsoft.com/office/drawing/2014/main" id="{63541FF8-7B1D-42DF-89DC-AB1696CF8C0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7" name="Группа 6">
                    <a:extLst>
                      <a:ext uri="{FF2B5EF4-FFF2-40B4-BE49-F238E27FC236}">
                        <a16:creationId xmlns:a16="http://schemas.microsoft.com/office/drawing/2014/main" id="{09A2D28C-9B1B-304B-95B8-B7C4B5653B66}"/>
                      </a:ext>
                    </a:extLst>
                  </p:cNvPr>
                  <p:cNvGrpSpPr/>
                  <p:nvPr/>
                </p:nvGrpSpPr>
                <p:grpSpPr>
                  <a:xfrm>
                    <a:off x="4435405" y="3885613"/>
                    <a:ext cx="1860025" cy="1436266"/>
                    <a:chOff x="4435405" y="3885613"/>
                    <a:chExt cx="1860025" cy="1436266"/>
                  </a:xfrm>
                </p:grpSpPr>
                <p:grpSp>
                  <p:nvGrpSpPr>
                    <p:cNvPr id="6" name="Группа 5">
                      <a:extLst>
                        <a:ext uri="{FF2B5EF4-FFF2-40B4-BE49-F238E27FC236}">
                          <a16:creationId xmlns:a16="http://schemas.microsoft.com/office/drawing/2014/main" id="{09B91B55-81F7-9A4F-91DD-2275BEB0355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04285" y="4832462"/>
                      <a:ext cx="755984" cy="489417"/>
                      <a:chOff x="5004285" y="4832462"/>
                      <a:chExt cx="755984" cy="489417"/>
                    </a:xfrm>
                  </p:grpSpPr>
                  <p:pic>
                    <p:nvPicPr>
                      <p:cNvPr id="32" name="Рисунок 31">
                        <a:extLst>
                          <a:ext uri="{FF2B5EF4-FFF2-40B4-BE49-F238E27FC236}">
                            <a16:creationId xmlns:a16="http://schemas.microsoft.com/office/drawing/2014/main" id="{59DFE70E-C295-4F8B-A02D-F49178C4309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extLst>
                          <a:ext uri="{96DAC541-7B7A-43D3-8B79-37D633B846F1}">
                            <asvg:svgBlip xmlns:asvg="http://schemas.microsoft.com/office/drawing/2016/SVG/main" r:embed="rId13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170514" y="4832462"/>
                        <a:ext cx="445643" cy="32519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405" name="Заголовок текста (Helvetica Neue bold 22)…">
                        <a:extLst>
                          <a:ext uri="{FF2B5EF4-FFF2-40B4-BE49-F238E27FC236}">
                            <a16:creationId xmlns:a16="http://schemas.microsoft.com/office/drawing/2014/main" id="{914523CE-8D7F-49B0-9D41-B1596B9B6AA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04285" y="5206463"/>
                        <a:ext cx="755984" cy="115416"/>
                      </a:xfrm>
                      <a:prstGeom prst="rect">
                        <a:avLst/>
                      </a:prstGeom>
                      <a:ln w="3175">
                        <a:miter lim="400000"/>
                      </a:ln>
                      <a:extLst>
                        <a:ext uri="{C572A759-6A51-4108-AA02-DFA0A04FC94B}">
                          <ma14:wrappingTextBoxFlag xmlns="" xmlns:ma14="http://schemas.microsoft.com/office/mac/drawingml/2011/main" val="1"/>
                        </a:ext>
                      </a:extLst>
                    </p:spPr>
                    <p:txBody>
                      <a:bodyPr wrap="square" lIns="0" tIns="0" rIns="0" bIns="0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ts val="9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kk-KZ" sz="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6F3D94"/>
                            </a:solidFill>
                            <a:effectLst/>
                            <a:uLnTx/>
                            <a:uFillTx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a:t>Карточка</a:t>
                        </a:r>
                        <a:endPara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</p:grpSp>
                <p:grpSp>
                  <p:nvGrpSpPr>
                    <p:cNvPr id="5" name="Группа 4">
                      <a:extLst>
                        <a:ext uri="{FF2B5EF4-FFF2-40B4-BE49-F238E27FC236}">
                          <a16:creationId xmlns:a16="http://schemas.microsoft.com/office/drawing/2014/main" id="{4D2C570D-B1E2-B74E-BCEC-27635A9A7C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39446" y="4008070"/>
                      <a:ext cx="755984" cy="528290"/>
                      <a:chOff x="5539446" y="4008070"/>
                      <a:chExt cx="755984" cy="528290"/>
                    </a:xfrm>
                  </p:grpSpPr>
                  <p:pic>
                    <p:nvPicPr>
                      <p:cNvPr id="34" name="Рисунок 33">
                        <a:extLst>
                          <a:ext uri="{FF2B5EF4-FFF2-40B4-BE49-F238E27FC236}">
                            <a16:creationId xmlns:a16="http://schemas.microsoft.com/office/drawing/2014/main" id="{434BA8BC-43FB-4A73-8260-DC8FAB9426D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extLst>
                          <a:ext uri="{96DAC541-7B7A-43D3-8B79-37D633B846F1}">
                            <asvg:svgBlip xmlns:asvg="http://schemas.microsoft.com/office/drawing/2016/SVG/main" r:embed="rId1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706079" y="4008070"/>
                        <a:ext cx="334264" cy="334264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406" name="Заголовок текста (Helvetica Neue bold 22)…">
                        <a:extLst>
                          <a:ext uri="{FF2B5EF4-FFF2-40B4-BE49-F238E27FC236}">
                            <a16:creationId xmlns:a16="http://schemas.microsoft.com/office/drawing/2014/main" id="{2489A3BF-3452-4378-AAF6-6B684728458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539446" y="4420944"/>
                        <a:ext cx="755984" cy="115416"/>
                      </a:xfrm>
                      <a:prstGeom prst="rect">
                        <a:avLst/>
                      </a:prstGeom>
                      <a:ln w="3175">
                        <a:miter lim="400000"/>
                      </a:ln>
                      <a:extLst>
                        <a:ext uri="{C572A759-6A51-4108-AA02-DFA0A04FC94B}">
                          <ma14:wrappingTextBoxFlag xmlns="" xmlns:ma14="http://schemas.microsoft.com/office/mac/drawingml/2011/main" val="1"/>
                        </a:ext>
                      </a:extLst>
                    </p:spPr>
                    <p:txBody>
                      <a:bodyPr wrap="square" lIns="0" tIns="0" rIns="0" bIns="0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ts val="9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kk-KZ" sz="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6F3D94"/>
                            </a:solidFill>
                            <a:effectLst/>
                            <a:uLnTx/>
                            <a:uFillTx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a:t>ВАТС</a:t>
                        </a:r>
                        <a:endPara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</p:grpSp>
                <p:grpSp>
                  <p:nvGrpSpPr>
                    <p:cNvPr id="3" name="Группа 2">
                      <a:extLst>
                        <a:ext uri="{FF2B5EF4-FFF2-40B4-BE49-F238E27FC236}">
                          <a16:creationId xmlns:a16="http://schemas.microsoft.com/office/drawing/2014/main" id="{BFAF904D-8FC0-A140-87AE-482040E49C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35405" y="3990086"/>
                      <a:ext cx="755984" cy="550897"/>
                      <a:chOff x="4435405" y="3990086"/>
                      <a:chExt cx="755984" cy="550897"/>
                    </a:xfrm>
                  </p:grpSpPr>
                  <p:pic>
                    <p:nvPicPr>
                      <p:cNvPr id="21" name="Рисунок 20">
                        <a:extLst>
                          <a:ext uri="{FF2B5EF4-FFF2-40B4-BE49-F238E27FC236}">
                            <a16:creationId xmlns:a16="http://schemas.microsoft.com/office/drawing/2014/main" id="{020C0A33-339B-4153-A179-9E78AE0AAD6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extLst>
                          <a:ext uri="{96DAC541-7B7A-43D3-8B79-37D633B846F1}">
                            <asvg:svgBlip xmlns:asvg="http://schemas.microsoft.com/office/drawing/2016/SVG/main" r:embed="rId1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517686" y="4040846"/>
                        <a:ext cx="362944" cy="306714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6" name="Рисунок 25">
                        <a:extLst>
                          <a:ext uri="{FF2B5EF4-FFF2-40B4-BE49-F238E27FC236}">
                            <a16:creationId xmlns:a16="http://schemas.microsoft.com/office/drawing/2014/main" id="{EE33024D-613F-475D-8C66-823EEF12142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extLst>
                          <a:ext uri="{96DAC541-7B7A-43D3-8B79-37D633B846F1}">
                            <asvg:svgBlip xmlns:asvg="http://schemas.microsoft.com/office/drawing/2016/SVG/main" r:embed="rId19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903718" y="3990086"/>
                        <a:ext cx="270095" cy="287805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407" name="Заголовок текста (Helvetica Neue bold 22)…">
                        <a:extLst>
                          <a:ext uri="{FF2B5EF4-FFF2-40B4-BE49-F238E27FC236}">
                            <a16:creationId xmlns:a16="http://schemas.microsoft.com/office/drawing/2014/main" id="{A73E2E68-4EF1-4BC0-9C9E-5EA094BD63F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35405" y="4425567"/>
                        <a:ext cx="755984" cy="115416"/>
                      </a:xfrm>
                      <a:prstGeom prst="rect">
                        <a:avLst/>
                      </a:prstGeom>
                      <a:ln w="3175">
                        <a:miter lim="400000"/>
                      </a:ln>
                      <a:extLst>
                        <a:ext uri="{C572A759-6A51-4108-AA02-DFA0A04FC94B}">
                          <ma14:wrappingTextBoxFlag xmlns="" xmlns:ma14="http://schemas.microsoft.com/office/mac/drawingml/2011/main" val="1"/>
                        </a:ext>
                      </a:extLst>
                    </p:spPr>
                    <p:txBody>
                      <a:bodyPr wrap="square" lIns="0" tIns="0" rIns="0" bIns="0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ts val="9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6F3D94"/>
                            </a:solidFill>
                            <a:effectLst/>
                            <a:uLnTx/>
                            <a:uFillTx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a:t>CRM</a:t>
                        </a:r>
                      </a:p>
                    </p:txBody>
                  </p:sp>
                </p:grpSp>
                <p:sp>
                  <p:nvSpPr>
                    <p:cNvPr id="35" name="Дуга 34">
                      <a:extLst>
                        <a:ext uri="{FF2B5EF4-FFF2-40B4-BE49-F238E27FC236}">
                          <a16:creationId xmlns:a16="http://schemas.microsoft.com/office/drawing/2014/main" id="{65330B09-12D8-4E38-BB1F-20C333317465}"/>
                        </a:ext>
                      </a:extLst>
                    </p:cNvPr>
                    <p:cNvSpPr/>
                    <p:nvPr/>
                  </p:nvSpPr>
                  <p:spPr>
                    <a:xfrm rot="5173898">
                      <a:off x="5480993" y="4376925"/>
                      <a:ext cx="460683" cy="460683"/>
                    </a:xfrm>
                    <a:prstGeom prst="arc">
                      <a:avLst/>
                    </a:prstGeom>
                    <a:noFill/>
                    <a:ln w="28575" cap="rnd" cmpd="sng" algn="ctr">
                      <a:solidFill>
                        <a:srgbClr val="A6A6A6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8" name="Дуга 407">
                      <a:extLst>
                        <a:ext uri="{FF2B5EF4-FFF2-40B4-BE49-F238E27FC236}">
                          <a16:creationId xmlns:a16="http://schemas.microsoft.com/office/drawing/2014/main" id="{6DE784DA-33E9-40CD-B4FB-C1212EA1EB59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816819" y="4378648"/>
                      <a:ext cx="460683" cy="460683"/>
                    </a:xfrm>
                    <a:prstGeom prst="arc">
                      <a:avLst/>
                    </a:prstGeom>
                    <a:noFill/>
                    <a:ln w="28575" cap="rnd" cmpd="sng" algn="ctr">
                      <a:solidFill>
                        <a:srgbClr val="A6A6A6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09" name="Дуга 408">
                      <a:extLst>
                        <a:ext uri="{FF2B5EF4-FFF2-40B4-BE49-F238E27FC236}">
                          <a16:creationId xmlns:a16="http://schemas.microsoft.com/office/drawing/2014/main" id="{136B4FC8-228E-48D8-A70C-5EBAD8D08CCE}"/>
                        </a:ext>
                      </a:extLst>
                    </p:cNvPr>
                    <p:cNvSpPr/>
                    <p:nvPr/>
                  </p:nvSpPr>
                  <p:spPr>
                    <a:xfrm rot="19058235">
                      <a:off x="5172839" y="3885613"/>
                      <a:ext cx="460683" cy="460683"/>
                    </a:xfrm>
                    <a:prstGeom prst="arc">
                      <a:avLst/>
                    </a:prstGeom>
                    <a:noFill/>
                    <a:ln w="28575" cap="rnd" cmpd="sng" algn="ctr">
                      <a:solidFill>
                        <a:srgbClr val="A6A6A6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162" name="Заголовок слайда">
            <a:extLst>
              <a:ext uri="{FF2B5EF4-FFF2-40B4-BE49-F238E27FC236}">
                <a16:creationId xmlns:a16="http://schemas.microsoft.com/office/drawing/2014/main" id="{6EDEBC44-F2B7-384C-A02F-4E2DC609AEE9}"/>
              </a:ext>
            </a:extLst>
          </p:cNvPr>
          <p:cNvSpPr txBox="1"/>
          <p:nvPr/>
        </p:nvSpPr>
        <p:spPr>
          <a:xfrm>
            <a:off x="871957" y="467474"/>
            <a:ext cx="7293343" cy="53860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800100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6A2E92"/>
                </a:solidFill>
              </a:defRPr>
            </a:lvl1pPr>
          </a:lstStyle>
          <a:p>
            <a:pPr marL="0" marR="0" lvl="0" indent="0" algn="l" defTabSz="800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500" b="1" i="0" u="none" strike="noStrike" kern="1200" cap="none" spc="0" normalizeH="0" baseline="0" noProof="0" dirty="0">
                <a:ln>
                  <a:noFill/>
                </a:ln>
                <a:solidFill>
                  <a:srgbClr val="6A2E92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Варианты использования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6A2E92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944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Заголовок текста (Helvetica Neue bold 22)…">
            <a:extLst>
              <a:ext uri="{FF2B5EF4-FFF2-40B4-BE49-F238E27FC236}">
                <a16:creationId xmlns:a16="http://schemas.microsoft.com/office/drawing/2014/main" id="{0E8E4D25-4E25-A249-8A4A-8346D5DBC738}"/>
              </a:ext>
            </a:extLst>
          </p:cNvPr>
          <p:cNvSpPr txBox="1"/>
          <p:nvPr/>
        </p:nvSpPr>
        <p:spPr>
          <a:xfrm>
            <a:off x="871958" y="1926866"/>
            <a:ext cx="3676684" cy="391132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-248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71500" marR="0" lvl="0" indent="-248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При входящем звонке всплывает карточка контакта с его именем</a:t>
            </a:r>
          </a:p>
          <a:p>
            <a:pPr marL="571500" marR="0" lvl="0" indent="-248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Входящие и исходящие звонки записываются в карточку контакта</a:t>
            </a:r>
          </a:p>
          <a:p>
            <a:pPr marL="571500" marR="0" lvl="0" indent="-248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Автоматическое соединение клиента с персональным менеджером</a:t>
            </a:r>
          </a:p>
          <a:p>
            <a:pPr marL="571500" marR="0" lvl="0" indent="-248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Автоматическое создание лидов с/на неизвестных номеров</a:t>
            </a:r>
          </a:p>
          <a:p>
            <a:pPr marL="571500" marR="0" lvl="0" indent="-248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Анализируйте звонки в интерфейсе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CRM</a:t>
            </a:r>
          </a:p>
          <a:p>
            <a:pPr marL="571500" marR="0" lvl="0" indent="-248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После окончания разговора возможность прослушать их записи</a:t>
            </a:r>
          </a:p>
          <a:p>
            <a:pPr marL="571500" marR="0" lvl="0" indent="-248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В ВАТС доступна интеграция более чем с 30-ти видами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CRM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  <a:p>
            <a:pPr marL="571500" marR="0" lvl="0" indent="-248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Если у клиента собственная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CRM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, есть возможность интегрироваться с ней самостоятельно через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Lato Light"/>
              </a:rPr>
              <a:t>REST API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  <a:p>
            <a:pPr marL="571500" marR="0" lvl="0" indent="-57150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rgbClr val="A9C139"/>
              </a:buClr>
              <a:buSzPct val="130000"/>
              <a:buFont typeface="Arial" panose="020B0604020202020204" pitchFamily="34" charset="0"/>
              <a:buChar char="•"/>
              <a:tabLst/>
              <a:defRPr/>
            </a:pPr>
            <a:endParaRPr kumimoji="0" lang="ru-RU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Lato Light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19E13DC-8374-7D49-8402-A7CE92E5D1AF}"/>
              </a:ext>
            </a:extLst>
          </p:cNvPr>
          <p:cNvSpPr txBox="1">
            <a:spLocks/>
          </p:cNvSpPr>
          <p:nvPr/>
        </p:nvSpPr>
        <p:spPr>
          <a:xfrm>
            <a:off x="11731889" y="6497815"/>
            <a:ext cx="3616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defPPr>
              <a:defRPr lang="ru-K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ru-K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Light" panose="02000403000000020004" pitchFamily="2" charset="0"/>
                <a:ea typeface="Helvetica Neue Light" panose="02000403000000020004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K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 Light" panose="02000403000000020004" pitchFamily="2" charset="0"/>
              <a:ea typeface="Helvetica Neue Light" panose="02000403000000020004" pitchFamily="2" charset="0"/>
              <a:cs typeface="+mn-cs"/>
            </a:endParaRPr>
          </a:p>
        </p:txBody>
      </p:sp>
      <p:sp>
        <p:nvSpPr>
          <p:cNvPr id="126" name="Заголовок слайда">
            <a:extLst>
              <a:ext uri="{FF2B5EF4-FFF2-40B4-BE49-F238E27FC236}">
                <a16:creationId xmlns:a16="http://schemas.microsoft.com/office/drawing/2014/main" id="{449B19DF-D38B-B542-9E0F-944E88169309}"/>
              </a:ext>
            </a:extLst>
          </p:cNvPr>
          <p:cNvSpPr txBox="1"/>
          <p:nvPr/>
        </p:nvSpPr>
        <p:spPr>
          <a:xfrm>
            <a:off x="871957" y="467474"/>
            <a:ext cx="7293343" cy="53860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800100">
              <a:lnSpc>
                <a:spcPct val="100000"/>
              </a:lnSpc>
              <a:spcBef>
                <a:spcPts val="0"/>
              </a:spcBef>
              <a:defRPr sz="3500" b="1">
                <a:solidFill>
                  <a:srgbClr val="6A2E92"/>
                </a:solidFill>
              </a:defRPr>
            </a:lvl1pPr>
          </a:lstStyle>
          <a:p>
            <a:pPr marL="0" marR="0" lvl="0" indent="0" algn="l" defTabSz="800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500" b="1" i="0" u="none" strike="noStrike" kern="1200" cap="none" spc="0" normalizeH="0" baseline="0" noProof="0" dirty="0">
                <a:ln>
                  <a:noFill/>
                </a:ln>
                <a:solidFill>
                  <a:srgbClr val="6A2E92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Варианты использования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6A2E92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29" name="Изображение">
            <a:extLst>
              <a:ext uri="{FF2B5EF4-FFF2-40B4-BE49-F238E27FC236}">
                <a16:creationId xmlns:a16="http://schemas.microsoft.com/office/drawing/2014/main" id="{A2043507-5E2D-1449-B981-D4EA4FD29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8673" y="6522849"/>
            <a:ext cx="659229" cy="220842"/>
          </a:xfrm>
          <a:prstGeom prst="rect">
            <a:avLst/>
          </a:prstGeom>
        </p:spPr>
      </p:pic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98302F52-A484-7840-BCA2-EB902E926DAB}"/>
              </a:ext>
            </a:extLst>
          </p:cNvPr>
          <p:cNvGrpSpPr/>
          <p:nvPr/>
        </p:nvGrpSpPr>
        <p:grpSpPr>
          <a:xfrm>
            <a:off x="4877441" y="993664"/>
            <a:ext cx="7120001" cy="5396862"/>
            <a:chOff x="4630865" y="993664"/>
            <a:chExt cx="7120001" cy="5120630"/>
          </a:xfrm>
        </p:grpSpPr>
        <p:grpSp>
          <p:nvGrpSpPr>
            <p:cNvPr id="152" name="Группа 151">
              <a:extLst>
                <a:ext uri="{FF2B5EF4-FFF2-40B4-BE49-F238E27FC236}">
                  <a16:creationId xmlns:a16="http://schemas.microsoft.com/office/drawing/2014/main" id="{A0F443DC-C333-4A4F-8C63-6BC7354F3C17}"/>
                </a:ext>
              </a:extLst>
            </p:cNvPr>
            <p:cNvGrpSpPr/>
            <p:nvPr/>
          </p:nvGrpSpPr>
          <p:grpSpPr>
            <a:xfrm>
              <a:off x="6427324" y="993664"/>
              <a:ext cx="5323542" cy="4757346"/>
              <a:chOff x="5953684" y="867146"/>
              <a:chExt cx="6094994" cy="5446750"/>
            </a:xfrm>
          </p:grpSpPr>
          <p:grpSp>
            <p:nvGrpSpPr>
              <p:cNvPr id="185" name="Группа 184">
                <a:extLst>
                  <a:ext uri="{FF2B5EF4-FFF2-40B4-BE49-F238E27FC236}">
                    <a16:creationId xmlns:a16="http://schemas.microsoft.com/office/drawing/2014/main" id="{5BC90567-61E2-6F43-84BC-0C278792C5CD}"/>
                  </a:ext>
                </a:extLst>
              </p:cNvPr>
              <p:cNvGrpSpPr/>
              <p:nvPr/>
            </p:nvGrpSpPr>
            <p:grpSpPr>
              <a:xfrm>
                <a:off x="9399616" y="2965075"/>
                <a:ext cx="2511847" cy="1077533"/>
                <a:chOff x="8140949" y="3265833"/>
                <a:chExt cx="2928396" cy="1256224"/>
              </a:xfrm>
            </p:grpSpPr>
            <p:sp>
              <p:nvSpPr>
                <p:cNvPr id="440" name="Скругленный прямоугольник 152">
                  <a:extLst>
                    <a:ext uri="{FF2B5EF4-FFF2-40B4-BE49-F238E27FC236}">
                      <a16:creationId xmlns:a16="http://schemas.microsoft.com/office/drawing/2014/main" id="{0D4F50FA-3E93-1746-9DA4-6426E42E2A2B}"/>
                    </a:ext>
                  </a:extLst>
                </p:cNvPr>
                <p:cNvSpPr/>
                <p:nvPr/>
              </p:nvSpPr>
              <p:spPr>
                <a:xfrm>
                  <a:off x="8140949" y="3267521"/>
                  <a:ext cx="2928396" cy="1254536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1" name="Скругленный прямоугольник 153">
                  <a:extLst>
                    <a:ext uri="{FF2B5EF4-FFF2-40B4-BE49-F238E27FC236}">
                      <a16:creationId xmlns:a16="http://schemas.microsoft.com/office/drawing/2014/main" id="{9CD280F9-BA9B-1842-9E0E-BDF948C687DF}"/>
                    </a:ext>
                  </a:extLst>
                </p:cNvPr>
                <p:cNvSpPr/>
                <p:nvPr/>
              </p:nvSpPr>
              <p:spPr>
                <a:xfrm>
                  <a:off x="8140949" y="3265833"/>
                  <a:ext cx="2928396" cy="295053"/>
                </a:xfrm>
                <a:prstGeom prst="roundRect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2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73C1E780-751B-6648-88F4-F1167222D2BF}"/>
                    </a:ext>
                  </a:extLst>
                </p:cNvPr>
                <p:cNvSpPr txBox="1"/>
                <p:nvPr/>
              </p:nvSpPr>
              <p:spPr>
                <a:xfrm>
                  <a:off x="8190866" y="3290500"/>
                  <a:ext cx="2816481" cy="267029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3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Голосовое приветствие</a:t>
                  </a:r>
                  <a:endParaRPr kumimoji="0" lang="en-US" sz="13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sp>
              <p:nvSpPr>
                <p:cNvPr id="443" name="TextBox 442">
                  <a:extLst>
                    <a:ext uri="{FF2B5EF4-FFF2-40B4-BE49-F238E27FC236}">
                      <a16:creationId xmlns:a16="http://schemas.microsoft.com/office/drawing/2014/main" id="{33790CFA-2592-B445-ABC3-89B29F3B2BF2}"/>
                    </a:ext>
                  </a:extLst>
                </p:cNvPr>
                <p:cNvSpPr txBox="1"/>
                <p:nvPr/>
              </p:nvSpPr>
              <p:spPr>
                <a:xfrm>
                  <a:off x="8140950" y="3620071"/>
                  <a:ext cx="2928395" cy="8421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Здравствуйте! Вы позвонили в компанию…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К сожалению, в данный момент мы не можем принять ваш звонок. Пожалуйста, оставьте сообщение после сигнала, и наш менеджер обязательно вам перезвонит.</a:t>
                  </a:r>
                </a:p>
              </p:txBody>
            </p:sp>
          </p:grpSp>
          <p:grpSp>
            <p:nvGrpSpPr>
              <p:cNvPr id="186" name="Группа 185">
                <a:extLst>
                  <a:ext uri="{FF2B5EF4-FFF2-40B4-BE49-F238E27FC236}">
                    <a16:creationId xmlns:a16="http://schemas.microsoft.com/office/drawing/2014/main" id="{79013BFE-A922-C748-A16C-47477CFE1310}"/>
                  </a:ext>
                </a:extLst>
              </p:cNvPr>
              <p:cNvGrpSpPr/>
              <p:nvPr/>
            </p:nvGrpSpPr>
            <p:grpSpPr>
              <a:xfrm>
                <a:off x="5953684" y="867146"/>
                <a:ext cx="6094994" cy="5446750"/>
                <a:chOff x="5953684" y="867146"/>
                <a:chExt cx="6094994" cy="5446750"/>
              </a:xfrm>
            </p:grpSpPr>
            <p:sp>
              <p:nvSpPr>
                <p:cNvPr id="187" name="Овал 186">
                  <a:extLst>
                    <a:ext uri="{FF2B5EF4-FFF2-40B4-BE49-F238E27FC236}">
                      <a16:creationId xmlns:a16="http://schemas.microsoft.com/office/drawing/2014/main" id="{366813EB-9134-D34F-AFD4-2B7DE4EDAA7F}"/>
                    </a:ext>
                  </a:extLst>
                </p:cNvPr>
                <p:cNvSpPr/>
                <p:nvPr/>
              </p:nvSpPr>
              <p:spPr>
                <a:xfrm>
                  <a:off x="6460557" y="4107039"/>
                  <a:ext cx="214578" cy="21457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rgbClr val="6F3D9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1</a:t>
                  </a:r>
                  <a:endParaRPr kumimoji="0" lang="ru-KZ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endParaRPr>
                </a:p>
              </p:txBody>
            </p:sp>
            <p:grpSp>
              <p:nvGrpSpPr>
                <p:cNvPr id="188" name="Группа 187">
                  <a:extLst>
                    <a:ext uri="{FF2B5EF4-FFF2-40B4-BE49-F238E27FC236}">
                      <a16:creationId xmlns:a16="http://schemas.microsoft.com/office/drawing/2014/main" id="{81787086-98D9-5A46-BA3B-24AF4AF575E7}"/>
                    </a:ext>
                  </a:extLst>
                </p:cNvPr>
                <p:cNvGrpSpPr/>
                <p:nvPr/>
              </p:nvGrpSpPr>
              <p:grpSpPr>
                <a:xfrm>
                  <a:off x="8011544" y="867146"/>
                  <a:ext cx="2163097" cy="372021"/>
                  <a:chOff x="8436077" y="1084760"/>
                  <a:chExt cx="2163097" cy="372021"/>
                </a:xfrm>
              </p:grpSpPr>
              <p:sp>
                <p:nvSpPr>
                  <p:cNvPr id="438" name="Скругленный прямоугольник 1">
                    <a:extLst>
                      <a:ext uri="{FF2B5EF4-FFF2-40B4-BE49-F238E27FC236}">
                        <a16:creationId xmlns:a16="http://schemas.microsoft.com/office/drawing/2014/main" id="{42E2C3B5-BA1D-FC46-93C6-18FC8852172D}"/>
                      </a:ext>
                    </a:extLst>
                  </p:cNvPr>
                  <p:cNvSpPr/>
                  <p:nvPr/>
                </p:nvSpPr>
                <p:spPr>
                  <a:xfrm>
                    <a:off x="8436077" y="1084760"/>
                    <a:ext cx="2163097" cy="372021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39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6A566964-C927-E341-83A7-3AAB3D7C71D5}"/>
                      </a:ext>
                    </a:extLst>
                  </p:cNvPr>
                  <p:cNvSpPr txBox="1"/>
                  <p:nvPr/>
                </p:nvSpPr>
                <p:spPr>
                  <a:xfrm>
                    <a:off x="8514733" y="1120790"/>
                    <a:ext cx="2013580" cy="276999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+7 701 123 45 67</a:t>
                    </a:r>
                    <a:endPara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pic>
              <p:nvPicPr>
                <p:cNvPr id="189" name="Рисунок 188">
                  <a:extLst>
                    <a:ext uri="{FF2B5EF4-FFF2-40B4-BE49-F238E27FC236}">
                      <a16:creationId xmlns:a16="http://schemas.microsoft.com/office/drawing/2014/main" id="{E46FCFD1-A0B2-B742-9B14-83FCEE1D49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28311" y="1666667"/>
                  <a:ext cx="647545" cy="647545"/>
                </a:xfrm>
                <a:prstGeom prst="rect">
                  <a:avLst/>
                </a:prstGeom>
              </p:spPr>
            </p:pic>
            <p:sp>
              <p:nvSpPr>
                <p:cNvPr id="190" name="Заголовок текста (Helvetica Neue bold 22)…">
                  <a:extLst>
                    <a:ext uri="{FF2B5EF4-FFF2-40B4-BE49-F238E27FC236}">
                      <a16:creationId xmlns:a16="http://schemas.microsoft.com/office/drawing/2014/main" id="{48BF79DE-E628-4847-9648-9757AB270348}"/>
                    </a:ext>
                  </a:extLst>
                </p:cNvPr>
                <p:cNvSpPr txBox="1"/>
                <p:nvPr/>
              </p:nvSpPr>
              <p:spPr>
                <a:xfrm>
                  <a:off x="7830006" y="2294928"/>
                  <a:ext cx="2565498" cy="276999"/>
                </a:xfrm>
                <a:prstGeom prst="rect">
                  <a:avLst/>
                </a:prstGeom>
                <a:ln w="3175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Виртуальная АТС</a:t>
                  </a: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endParaRPr>
                </a:p>
              </p:txBody>
            </p:sp>
            <p:grpSp>
              <p:nvGrpSpPr>
                <p:cNvPr id="191" name="Группа 190">
                  <a:extLst>
                    <a:ext uri="{FF2B5EF4-FFF2-40B4-BE49-F238E27FC236}">
                      <a16:creationId xmlns:a16="http://schemas.microsoft.com/office/drawing/2014/main" id="{B418F97F-494E-B847-AF07-58AE77F4A45E}"/>
                    </a:ext>
                  </a:extLst>
                </p:cNvPr>
                <p:cNvGrpSpPr/>
                <p:nvPr/>
              </p:nvGrpSpPr>
              <p:grpSpPr>
                <a:xfrm>
                  <a:off x="6405283" y="2965074"/>
                  <a:ext cx="2537749" cy="1215626"/>
                  <a:chOff x="8140948" y="3265833"/>
                  <a:chExt cx="2958592" cy="1417218"/>
                </a:xfrm>
              </p:grpSpPr>
              <p:sp>
                <p:nvSpPr>
                  <p:cNvPr id="434" name="Скругленный прямоугольник 23">
                    <a:extLst>
                      <a:ext uri="{FF2B5EF4-FFF2-40B4-BE49-F238E27FC236}">
                        <a16:creationId xmlns:a16="http://schemas.microsoft.com/office/drawing/2014/main" id="{E47B8DAC-3B4E-6B42-9B30-5437EB4CABB5}"/>
                      </a:ext>
                    </a:extLst>
                  </p:cNvPr>
                  <p:cNvSpPr/>
                  <p:nvPr/>
                </p:nvSpPr>
                <p:spPr>
                  <a:xfrm>
                    <a:off x="8140949" y="3267521"/>
                    <a:ext cx="2928396" cy="1254536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35" name="Скругленный прямоугольник 26">
                    <a:extLst>
                      <a:ext uri="{FF2B5EF4-FFF2-40B4-BE49-F238E27FC236}">
                        <a16:creationId xmlns:a16="http://schemas.microsoft.com/office/drawing/2014/main" id="{14AAFE93-4E93-A948-AAE2-F4C7D7BABF81}"/>
                      </a:ext>
                    </a:extLst>
                  </p:cNvPr>
                  <p:cNvSpPr/>
                  <p:nvPr/>
                </p:nvSpPr>
                <p:spPr>
                  <a:xfrm>
                    <a:off x="8140949" y="3265833"/>
                    <a:ext cx="2928396" cy="295053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36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6B2918A3-4178-B444-91D3-E60B6BC4999B}"/>
                      </a:ext>
                    </a:extLst>
                  </p:cNvPr>
                  <p:cNvSpPr txBox="1"/>
                  <p:nvPr/>
                </p:nvSpPr>
                <p:spPr>
                  <a:xfrm>
                    <a:off x="8313465" y="3290500"/>
                    <a:ext cx="2605551" cy="267029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3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Голосовое меню</a:t>
                    </a:r>
                    <a:endParaRPr kumimoji="0" lang="en-US" sz="13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  <p:sp>
                <p:nvSpPr>
                  <p:cNvPr id="437" name="TextBox 436">
                    <a:extLst>
                      <a:ext uri="{FF2B5EF4-FFF2-40B4-BE49-F238E27FC236}">
                        <a16:creationId xmlns:a16="http://schemas.microsoft.com/office/drawing/2014/main" id="{7A1353BF-4E46-A143-B675-111E2566AE4C}"/>
                      </a:ext>
                    </a:extLst>
                  </p:cNvPr>
                  <p:cNvSpPr txBox="1"/>
                  <p:nvPr/>
                </p:nvSpPr>
                <p:spPr>
                  <a:xfrm>
                    <a:off x="8140948" y="3620075"/>
                    <a:ext cx="2958592" cy="10629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Helvetica Neue Light" panose="02000403000000020004" pitchFamily="2" charset="0"/>
                        <a:ea typeface="Helvetica Neue Light" panose="02000403000000020004" pitchFamily="2" charset="0"/>
                        <a:cs typeface="+mn-cs"/>
                      </a:rPr>
                      <a:t>Здравствуйте! Вы позвонили в компанию…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Helvetica Neue Light" panose="02000403000000020004" pitchFamily="2" charset="0"/>
                        <a:ea typeface="Helvetica Neue Light" panose="02000403000000020004" pitchFamily="2" charset="0"/>
                        <a:cs typeface="+mn-cs"/>
                      </a:rPr>
                      <a:t>Наберите «1» для соединения с отделом продаж,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Helvetica Neue Light" panose="02000403000000020004" pitchFamily="2" charset="0"/>
                        <a:ea typeface="Helvetica Neue Light" panose="02000403000000020004" pitchFamily="2" charset="0"/>
                        <a:cs typeface="+mn-cs"/>
                      </a:rPr>
                      <a:t>Наберите «2» для соединения с техническим отделом, либо наберите внутренний номер сотрудника.</a:t>
                    </a:r>
                    <a:endParaRPr kumimoji="0" lang="en-US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endParaRPr>
                  </a:p>
                </p:txBody>
              </p:sp>
            </p:grpSp>
            <p:grpSp>
              <p:nvGrpSpPr>
                <p:cNvPr id="192" name="Группа 191">
                  <a:extLst>
                    <a:ext uri="{FF2B5EF4-FFF2-40B4-BE49-F238E27FC236}">
                      <a16:creationId xmlns:a16="http://schemas.microsoft.com/office/drawing/2014/main" id="{8E63EEE0-49C5-3A44-BFA3-6E5B29E513D5}"/>
                    </a:ext>
                  </a:extLst>
                </p:cNvPr>
                <p:cNvGrpSpPr/>
                <p:nvPr/>
              </p:nvGrpSpPr>
              <p:grpSpPr>
                <a:xfrm>
                  <a:off x="8825897" y="1311641"/>
                  <a:ext cx="657911" cy="268373"/>
                  <a:chOff x="8986801" y="2825807"/>
                  <a:chExt cx="657911" cy="268373"/>
                </a:xfrm>
              </p:grpSpPr>
              <p:grpSp>
                <p:nvGrpSpPr>
                  <p:cNvPr id="422" name="Группа 421">
                    <a:extLst>
                      <a:ext uri="{FF2B5EF4-FFF2-40B4-BE49-F238E27FC236}">
                        <a16:creationId xmlns:a16="http://schemas.microsoft.com/office/drawing/2014/main" id="{D07D887C-1493-084E-AAA4-E97A2C8F4FE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186486" y="2901425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431" name="Овал 430">
                      <a:extLst>
                        <a:ext uri="{FF2B5EF4-FFF2-40B4-BE49-F238E27FC236}">
                          <a16:creationId xmlns:a16="http://schemas.microsoft.com/office/drawing/2014/main" id="{42BDBA44-2879-8C41-985C-AA0EDD6CA49B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32" name="Овал 431">
                      <a:extLst>
                        <a:ext uri="{FF2B5EF4-FFF2-40B4-BE49-F238E27FC236}">
                          <a16:creationId xmlns:a16="http://schemas.microsoft.com/office/drawing/2014/main" id="{B36B1438-EDFE-C64C-BB8C-E75A18A910E4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33" name="Треугольник 145">
                      <a:extLst>
                        <a:ext uri="{FF2B5EF4-FFF2-40B4-BE49-F238E27FC236}">
                          <a16:creationId xmlns:a16="http://schemas.microsoft.com/office/drawing/2014/main" id="{BF114A4E-5AEF-EC47-AB98-688560807AE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23" name="Группа 422">
                    <a:extLst>
                      <a:ext uri="{FF2B5EF4-FFF2-40B4-BE49-F238E27FC236}">
                        <a16:creationId xmlns:a16="http://schemas.microsoft.com/office/drawing/2014/main" id="{AD97D195-4792-3D48-A579-FF87BE7E9EC6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911183" y="2901426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428" name="Овал 427">
                      <a:extLst>
                        <a:ext uri="{FF2B5EF4-FFF2-40B4-BE49-F238E27FC236}">
                          <a16:creationId xmlns:a16="http://schemas.microsoft.com/office/drawing/2014/main" id="{215BF4A8-63D9-ED48-AC51-93B979862964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9" name="Овал 428">
                      <a:extLst>
                        <a:ext uri="{FF2B5EF4-FFF2-40B4-BE49-F238E27FC236}">
                          <a16:creationId xmlns:a16="http://schemas.microsoft.com/office/drawing/2014/main" id="{12216E84-7045-E540-AF88-32378722D03B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30" name="Треугольник 141">
                      <a:extLst>
                        <a:ext uri="{FF2B5EF4-FFF2-40B4-BE49-F238E27FC236}">
                          <a16:creationId xmlns:a16="http://schemas.microsoft.com/office/drawing/2014/main" id="{F5DC9983-9092-9443-ACF7-EAD45435728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24" name="Группа 423">
                    <a:extLst>
                      <a:ext uri="{FF2B5EF4-FFF2-40B4-BE49-F238E27FC236}">
                        <a16:creationId xmlns:a16="http://schemas.microsoft.com/office/drawing/2014/main" id="{38A6F682-7047-6C4F-83CF-2373A1D17A1C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451958" y="2901427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425" name="Овал 424">
                      <a:extLst>
                        <a:ext uri="{FF2B5EF4-FFF2-40B4-BE49-F238E27FC236}">
                          <a16:creationId xmlns:a16="http://schemas.microsoft.com/office/drawing/2014/main" id="{611BEA73-3F7E-0445-BDBA-37242897E22A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6" name="Овал 425">
                      <a:extLst>
                        <a:ext uri="{FF2B5EF4-FFF2-40B4-BE49-F238E27FC236}">
                          <a16:creationId xmlns:a16="http://schemas.microsoft.com/office/drawing/2014/main" id="{22821680-5CEE-B945-9CCA-86530658F785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7" name="Треугольник 137">
                      <a:extLst>
                        <a:ext uri="{FF2B5EF4-FFF2-40B4-BE49-F238E27FC236}">
                          <a16:creationId xmlns:a16="http://schemas.microsoft.com/office/drawing/2014/main" id="{D8989385-9DC7-294B-AEC1-E301BE45DFC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193" name="Группа 192">
                  <a:extLst>
                    <a:ext uri="{FF2B5EF4-FFF2-40B4-BE49-F238E27FC236}">
                      <a16:creationId xmlns:a16="http://schemas.microsoft.com/office/drawing/2014/main" id="{3F37D0F5-0634-DF4E-8F34-AD0D52735D0E}"/>
                    </a:ext>
                  </a:extLst>
                </p:cNvPr>
                <p:cNvGrpSpPr/>
                <p:nvPr/>
              </p:nvGrpSpPr>
              <p:grpSpPr>
                <a:xfrm>
                  <a:off x="8825897" y="2629164"/>
                  <a:ext cx="657911" cy="268373"/>
                  <a:chOff x="8986801" y="2825807"/>
                  <a:chExt cx="657911" cy="268373"/>
                </a:xfrm>
              </p:grpSpPr>
              <p:grpSp>
                <p:nvGrpSpPr>
                  <p:cNvPr id="410" name="Группа 409">
                    <a:extLst>
                      <a:ext uri="{FF2B5EF4-FFF2-40B4-BE49-F238E27FC236}">
                        <a16:creationId xmlns:a16="http://schemas.microsoft.com/office/drawing/2014/main" id="{B7E15791-12A4-164B-95B7-704B86BE5D4B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186486" y="2901425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419" name="Овал 418">
                      <a:extLst>
                        <a:ext uri="{FF2B5EF4-FFF2-40B4-BE49-F238E27FC236}">
                          <a16:creationId xmlns:a16="http://schemas.microsoft.com/office/drawing/2014/main" id="{6587985A-4E53-DD4D-9C91-D917AFCBAC6B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0" name="Овал 419">
                      <a:extLst>
                        <a:ext uri="{FF2B5EF4-FFF2-40B4-BE49-F238E27FC236}">
                          <a16:creationId xmlns:a16="http://schemas.microsoft.com/office/drawing/2014/main" id="{CED15E66-EADF-EF4C-A0B2-98EB211CB814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1" name="Треугольник 168">
                      <a:extLst>
                        <a:ext uri="{FF2B5EF4-FFF2-40B4-BE49-F238E27FC236}">
                          <a16:creationId xmlns:a16="http://schemas.microsoft.com/office/drawing/2014/main" id="{C52D2B54-F9B5-8041-9669-838BF0B46C9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11" name="Группа 410">
                    <a:extLst>
                      <a:ext uri="{FF2B5EF4-FFF2-40B4-BE49-F238E27FC236}">
                        <a16:creationId xmlns:a16="http://schemas.microsoft.com/office/drawing/2014/main" id="{83A7E9B6-4530-1B4B-A23D-AFA4AE3AE8E5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8911183" y="2901426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416" name="Овал 415">
                      <a:extLst>
                        <a:ext uri="{FF2B5EF4-FFF2-40B4-BE49-F238E27FC236}">
                          <a16:creationId xmlns:a16="http://schemas.microsoft.com/office/drawing/2014/main" id="{6CB02458-CFFB-3E4A-98F4-DDE38096A0F7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7" name="Овал 416">
                      <a:extLst>
                        <a:ext uri="{FF2B5EF4-FFF2-40B4-BE49-F238E27FC236}">
                          <a16:creationId xmlns:a16="http://schemas.microsoft.com/office/drawing/2014/main" id="{D4C775A3-EC73-A547-953B-EF27A0E458DE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8" name="Треугольник 165">
                      <a:extLst>
                        <a:ext uri="{FF2B5EF4-FFF2-40B4-BE49-F238E27FC236}">
                          <a16:creationId xmlns:a16="http://schemas.microsoft.com/office/drawing/2014/main" id="{6EC66C5A-D377-9743-83C1-E4CB5C607F4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12" name="Группа 411">
                    <a:extLst>
                      <a:ext uri="{FF2B5EF4-FFF2-40B4-BE49-F238E27FC236}">
                        <a16:creationId xmlns:a16="http://schemas.microsoft.com/office/drawing/2014/main" id="{6916D721-B19D-3749-8BC7-BCF4354DE511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451958" y="2901427"/>
                    <a:ext cx="268371" cy="117136"/>
                    <a:chOff x="1976627" y="2011577"/>
                    <a:chExt cx="384931" cy="168011"/>
                  </a:xfrm>
                </p:grpSpPr>
                <p:sp>
                  <p:nvSpPr>
                    <p:cNvPr id="413" name="Овал 412">
                      <a:extLst>
                        <a:ext uri="{FF2B5EF4-FFF2-40B4-BE49-F238E27FC236}">
                          <a16:creationId xmlns:a16="http://schemas.microsoft.com/office/drawing/2014/main" id="{5C38EBAB-747F-F648-A2AA-CA279F212165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4" name="Овал 413">
                      <a:extLst>
                        <a:ext uri="{FF2B5EF4-FFF2-40B4-BE49-F238E27FC236}">
                          <a16:creationId xmlns:a16="http://schemas.microsoft.com/office/drawing/2014/main" id="{1EF84C05-F3FA-AA41-B84F-534F55A710A5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15" name="Треугольник 162">
                      <a:extLst>
                        <a:ext uri="{FF2B5EF4-FFF2-40B4-BE49-F238E27FC236}">
                          <a16:creationId xmlns:a16="http://schemas.microsoft.com/office/drawing/2014/main" id="{3EACEF25-FFD6-9E49-8606-FC90D651A9D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194" name="Группа 193">
                  <a:extLst>
                    <a:ext uri="{FF2B5EF4-FFF2-40B4-BE49-F238E27FC236}">
                      <a16:creationId xmlns:a16="http://schemas.microsoft.com/office/drawing/2014/main" id="{16F5594A-57E3-BB4E-A56B-92A4DCF30181}"/>
                    </a:ext>
                  </a:extLst>
                </p:cNvPr>
                <p:cNvGrpSpPr/>
                <p:nvPr/>
              </p:nvGrpSpPr>
              <p:grpSpPr>
                <a:xfrm>
                  <a:off x="10113982" y="4401416"/>
                  <a:ext cx="1125010" cy="374212"/>
                  <a:chOff x="7521891" y="5094635"/>
                  <a:chExt cx="1125010" cy="374212"/>
                </a:xfrm>
              </p:grpSpPr>
              <p:sp>
                <p:nvSpPr>
                  <p:cNvPr id="270" name="Скругленный прямоугольник 174">
                    <a:extLst>
                      <a:ext uri="{FF2B5EF4-FFF2-40B4-BE49-F238E27FC236}">
                        <a16:creationId xmlns:a16="http://schemas.microsoft.com/office/drawing/2014/main" id="{0485E6CB-1758-0144-8E9E-9D6AEEF90E0A}"/>
                      </a:ext>
                    </a:extLst>
                  </p:cNvPr>
                  <p:cNvSpPr/>
                  <p:nvPr/>
                </p:nvSpPr>
                <p:spPr>
                  <a:xfrm>
                    <a:off x="7521891" y="5094635"/>
                    <a:ext cx="1125010" cy="374212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71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CA9C5C03-3704-A44F-9CCB-F0F30FB32CDC}"/>
                      </a:ext>
                    </a:extLst>
                  </p:cNvPr>
                  <p:cNvSpPr txBox="1"/>
                  <p:nvPr/>
                </p:nvSpPr>
                <p:spPr>
                  <a:xfrm>
                    <a:off x="7600545" y="5152841"/>
                    <a:ext cx="967393" cy="256480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Дежурный сотрудник</a:t>
                    </a:r>
                    <a:endPara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195" name="Группа 194">
                  <a:extLst>
                    <a:ext uri="{FF2B5EF4-FFF2-40B4-BE49-F238E27FC236}">
                      <a16:creationId xmlns:a16="http://schemas.microsoft.com/office/drawing/2014/main" id="{5E526CCE-16A8-2243-B53A-A45DCF568EE1}"/>
                    </a:ext>
                  </a:extLst>
                </p:cNvPr>
                <p:cNvGrpSpPr/>
                <p:nvPr/>
              </p:nvGrpSpPr>
              <p:grpSpPr>
                <a:xfrm>
                  <a:off x="5953684" y="4403305"/>
                  <a:ext cx="1997674" cy="1910591"/>
                  <a:chOff x="6009190" y="4342923"/>
                  <a:chExt cx="1997674" cy="1910591"/>
                </a:xfrm>
              </p:grpSpPr>
              <p:grpSp>
                <p:nvGrpSpPr>
                  <p:cNvPr id="248" name="Группа 247">
                    <a:extLst>
                      <a:ext uri="{FF2B5EF4-FFF2-40B4-BE49-F238E27FC236}">
                        <a16:creationId xmlns:a16="http://schemas.microsoft.com/office/drawing/2014/main" id="{9E6BEB8E-A1B3-B443-B2E2-5B380BAE45AF}"/>
                      </a:ext>
                    </a:extLst>
                  </p:cNvPr>
                  <p:cNvGrpSpPr/>
                  <p:nvPr/>
                </p:nvGrpSpPr>
                <p:grpSpPr>
                  <a:xfrm>
                    <a:off x="6205625" y="4342923"/>
                    <a:ext cx="1348462" cy="372324"/>
                    <a:chOff x="7521891" y="5094634"/>
                    <a:chExt cx="1348462" cy="372324"/>
                  </a:xfrm>
                </p:grpSpPr>
                <p:sp>
                  <p:nvSpPr>
                    <p:cNvPr id="268" name="Скругленный прямоугольник 28">
                      <a:extLst>
                        <a:ext uri="{FF2B5EF4-FFF2-40B4-BE49-F238E27FC236}">
                          <a16:creationId xmlns:a16="http://schemas.microsoft.com/office/drawing/2014/main" id="{3331DA7B-9E38-554D-B9B2-87DDABE5A4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21891" y="5094634"/>
                      <a:ext cx="1348462" cy="372324"/>
                    </a:xfrm>
                    <a:prstGeom prst="roundRect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69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26331A0E-D05E-CF48-B192-431D4DBC74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00545" y="5212685"/>
                      <a:ext cx="1185598" cy="146824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Отдел продаж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249" name="Группа 248">
                    <a:extLst>
                      <a:ext uri="{FF2B5EF4-FFF2-40B4-BE49-F238E27FC236}">
                        <a16:creationId xmlns:a16="http://schemas.microsoft.com/office/drawing/2014/main" id="{99D08C8E-D78B-D24F-BC4A-FD70CD68F071}"/>
                      </a:ext>
                    </a:extLst>
                  </p:cNvPr>
                  <p:cNvGrpSpPr/>
                  <p:nvPr/>
                </p:nvGrpSpPr>
                <p:grpSpPr>
                  <a:xfrm>
                    <a:off x="6607484" y="5104117"/>
                    <a:ext cx="748000" cy="762489"/>
                    <a:chOff x="7118324" y="4975438"/>
                    <a:chExt cx="967393" cy="986133"/>
                  </a:xfrm>
                </p:grpSpPr>
                <p:pic>
                  <p:nvPicPr>
                    <p:cNvPr id="266" name="Рисунок 265">
                      <a:extLst>
                        <a:ext uri="{FF2B5EF4-FFF2-40B4-BE49-F238E27FC236}">
                          <a16:creationId xmlns:a16="http://schemas.microsoft.com/office/drawing/2014/main" id="{8C61153A-B3B9-4449-BDD4-9315FDAF82C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429784" y="4975438"/>
                      <a:ext cx="472108" cy="531870"/>
                    </a:xfrm>
                    <a:prstGeom prst="rect">
                      <a:avLst/>
                    </a:prstGeom>
                    <a:ln w="3175">
                      <a:miter lim="400000"/>
                    </a:ln>
                  </p:spPr>
                </p:pic>
                <p:sp>
                  <p:nvSpPr>
                    <p:cNvPr id="267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1CC98597-DBC6-D24B-9CF8-9948F23244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18324" y="5663034"/>
                      <a:ext cx="967393" cy="298537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Мобильный телефон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250" name="Группа 249">
                    <a:extLst>
                      <a:ext uri="{FF2B5EF4-FFF2-40B4-BE49-F238E27FC236}">
                        <a16:creationId xmlns:a16="http://schemas.microsoft.com/office/drawing/2014/main" id="{70C7B293-2AF5-A241-8E6D-0D3D1822A6F3}"/>
                      </a:ext>
                    </a:extLst>
                  </p:cNvPr>
                  <p:cNvGrpSpPr/>
                  <p:nvPr/>
                </p:nvGrpSpPr>
                <p:grpSpPr>
                  <a:xfrm>
                    <a:off x="7286058" y="5681286"/>
                    <a:ext cx="720806" cy="572228"/>
                    <a:chOff x="10703030" y="5086668"/>
                    <a:chExt cx="967393" cy="767985"/>
                  </a:xfrm>
                </p:grpSpPr>
                <p:pic>
                  <p:nvPicPr>
                    <p:cNvPr id="264" name="Рисунок 263">
                      <a:extLst>
                        <a:ext uri="{FF2B5EF4-FFF2-40B4-BE49-F238E27FC236}">
                          <a16:creationId xmlns:a16="http://schemas.microsoft.com/office/drawing/2014/main" id="{EE37FE5E-9D8F-2443-884E-19F845BBDAB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0949734" y="5086668"/>
                      <a:ext cx="417257" cy="35403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65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F9E41BDA-EDE8-6148-BE69-191CC389C4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03030" y="5544853"/>
                      <a:ext cx="967393" cy="309800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Голосовая почта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pic>
                <p:nvPicPr>
                  <p:cNvPr id="251" name="Рисунок 250">
                    <a:extLst>
                      <a:ext uri="{FF2B5EF4-FFF2-40B4-BE49-F238E27FC236}">
                        <a16:creationId xmlns:a16="http://schemas.microsoft.com/office/drawing/2014/main" id="{44A86CC3-D1C7-AC4F-8CD7-E4473E254B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6009190" y="4795669"/>
                    <a:ext cx="550178" cy="420136"/>
                  </a:xfrm>
                  <a:prstGeom prst="rect">
                    <a:avLst/>
                  </a:prstGeom>
                </p:spPr>
              </p:pic>
              <p:grpSp>
                <p:nvGrpSpPr>
                  <p:cNvPr id="252" name="Группа 251">
                    <a:extLst>
                      <a:ext uri="{FF2B5EF4-FFF2-40B4-BE49-F238E27FC236}">
                        <a16:creationId xmlns:a16="http://schemas.microsoft.com/office/drawing/2014/main" id="{212F7C18-4204-CC40-9D57-A995B8500076}"/>
                      </a:ext>
                    </a:extLst>
                  </p:cNvPr>
                  <p:cNvGrpSpPr/>
                  <p:nvPr/>
                </p:nvGrpSpPr>
                <p:grpSpPr>
                  <a:xfrm>
                    <a:off x="6502096" y="5081351"/>
                    <a:ext cx="265883" cy="159952"/>
                    <a:chOff x="5870006" y="5593138"/>
                    <a:chExt cx="313018" cy="188308"/>
                  </a:xfrm>
                </p:grpSpPr>
                <p:grpSp>
                  <p:nvGrpSpPr>
                    <p:cNvPr id="259" name="Группа 258">
                      <a:extLst>
                        <a:ext uri="{FF2B5EF4-FFF2-40B4-BE49-F238E27FC236}">
                          <a16:creationId xmlns:a16="http://schemas.microsoft.com/office/drawing/2014/main" id="{3877D7F4-5813-D14D-AAFC-B029B6D89B39}"/>
                        </a:ext>
                      </a:extLst>
                    </p:cNvPr>
                    <p:cNvGrpSpPr/>
                    <p:nvPr/>
                  </p:nvGrpSpPr>
                  <p:grpSpPr>
                    <a:xfrm rot="2340277">
                      <a:off x="5914650" y="5664310"/>
                      <a:ext cx="268374" cy="117136"/>
                      <a:chOff x="1976627" y="2011584"/>
                      <a:chExt cx="384935" cy="168011"/>
                    </a:xfrm>
                  </p:grpSpPr>
                  <p:sp>
                    <p:nvSpPr>
                      <p:cNvPr id="261" name="Овал 260">
                        <a:extLst>
                          <a:ext uri="{FF2B5EF4-FFF2-40B4-BE49-F238E27FC236}">
                            <a16:creationId xmlns:a16="http://schemas.microsoft.com/office/drawing/2014/main" id="{50EA7B66-4F7A-6445-8F70-AFA73789EDBC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1976627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62" name="Овал 261">
                        <a:extLst>
                          <a:ext uri="{FF2B5EF4-FFF2-40B4-BE49-F238E27FC236}">
                            <a16:creationId xmlns:a16="http://schemas.microsoft.com/office/drawing/2014/main" id="{FA28FE2E-9E02-2642-B33B-CBA865820BD4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2088848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63" name="Треугольник 65">
                        <a:extLst>
                          <a:ext uri="{FF2B5EF4-FFF2-40B4-BE49-F238E27FC236}">
                            <a16:creationId xmlns:a16="http://schemas.microsoft.com/office/drawing/2014/main" id="{57E03D5D-AA89-AD43-A9BD-D18ACBB1BC9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2205136" y="2023169"/>
                        <a:ext cx="168011" cy="144841"/>
                      </a:xfrm>
                      <a:prstGeom prst="triangle">
                        <a:avLst/>
                      </a:prstGeom>
                      <a:solidFill>
                        <a:srgbClr val="6F3D9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260" name="Овал 259">
                      <a:extLst>
                        <a:ext uri="{FF2B5EF4-FFF2-40B4-BE49-F238E27FC236}">
                          <a16:creationId xmlns:a16="http://schemas.microsoft.com/office/drawing/2014/main" id="{99CB2803-DDBB-274D-A18C-2E33C4BC6101}"/>
                        </a:ext>
                      </a:extLst>
                    </p:cNvPr>
                    <p:cNvSpPr/>
                    <p:nvPr/>
                  </p:nvSpPr>
                  <p:spPr>
                    <a:xfrm rot="4793021">
                      <a:off x="5870006" y="5593138"/>
                      <a:ext cx="31876" cy="31876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53" name="Группа 252">
                    <a:extLst>
                      <a:ext uri="{FF2B5EF4-FFF2-40B4-BE49-F238E27FC236}">
                        <a16:creationId xmlns:a16="http://schemas.microsoft.com/office/drawing/2014/main" id="{E8EE038E-6E1C-1149-84F1-23BD5BBEAF43}"/>
                      </a:ext>
                    </a:extLst>
                  </p:cNvPr>
                  <p:cNvGrpSpPr/>
                  <p:nvPr/>
                </p:nvGrpSpPr>
                <p:grpSpPr>
                  <a:xfrm>
                    <a:off x="7203559" y="5415619"/>
                    <a:ext cx="265883" cy="159952"/>
                    <a:chOff x="5870006" y="5593138"/>
                    <a:chExt cx="313018" cy="188308"/>
                  </a:xfrm>
                </p:grpSpPr>
                <p:grpSp>
                  <p:nvGrpSpPr>
                    <p:cNvPr id="254" name="Группа 253">
                      <a:extLst>
                        <a:ext uri="{FF2B5EF4-FFF2-40B4-BE49-F238E27FC236}">
                          <a16:creationId xmlns:a16="http://schemas.microsoft.com/office/drawing/2014/main" id="{646DA298-3C82-A643-8116-64FB430C6C91}"/>
                        </a:ext>
                      </a:extLst>
                    </p:cNvPr>
                    <p:cNvGrpSpPr/>
                    <p:nvPr/>
                  </p:nvGrpSpPr>
                  <p:grpSpPr>
                    <a:xfrm rot="2340277">
                      <a:off x="5914650" y="5664310"/>
                      <a:ext cx="268374" cy="117136"/>
                      <a:chOff x="1976627" y="2011584"/>
                      <a:chExt cx="384935" cy="168011"/>
                    </a:xfrm>
                  </p:grpSpPr>
                  <p:sp>
                    <p:nvSpPr>
                      <p:cNvPr id="256" name="Овал 255">
                        <a:extLst>
                          <a:ext uri="{FF2B5EF4-FFF2-40B4-BE49-F238E27FC236}">
                            <a16:creationId xmlns:a16="http://schemas.microsoft.com/office/drawing/2014/main" id="{72DB8DB5-C0DE-AD4D-9ACA-1FA027760F95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1976627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57" name="Овал 256">
                        <a:extLst>
                          <a:ext uri="{FF2B5EF4-FFF2-40B4-BE49-F238E27FC236}">
                            <a16:creationId xmlns:a16="http://schemas.microsoft.com/office/drawing/2014/main" id="{35C0C645-77BD-AD4D-ABA3-9B6550C67649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2088848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58" name="Треугольник 186">
                        <a:extLst>
                          <a:ext uri="{FF2B5EF4-FFF2-40B4-BE49-F238E27FC236}">
                            <a16:creationId xmlns:a16="http://schemas.microsoft.com/office/drawing/2014/main" id="{7B128417-172E-9E41-A285-C19ACB4313FB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2205136" y="2023169"/>
                        <a:ext cx="168011" cy="144841"/>
                      </a:xfrm>
                      <a:prstGeom prst="triangle">
                        <a:avLst/>
                      </a:prstGeom>
                      <a:solidFill>
                        <a:srgbClr val="6F3D9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255" name="Овал 254">
                      <a:extLst>
                        <a:ext uri="{FF2B5EF4-FFF2-40B4-BE49-F238E27FC236}">
                          <a16:creationId xmlns:a16="http://schemas.microsoft.com/office/drawing/2014/main" id="{44792FE9-55C4-FF48-9DB4-75407DEBFA6E}"/>
                        </a:ext>
                      </a:extLst>
                    </p:cNvPr>
                    <p:cNvSpPr/>
                    <p:nvPr/>
                  </p:nvSpPr>
                  <p:spPr>
                    <a:xfrm rot="4793021">
                      <a:off x="5870006" y="5593138"/>
                      <a:ext cx="31876" cy="31876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196" name="Группа 195">
                  <a:extLst>
                    <a:ext uri="{FF2B5EF4-FFF2-40B4-BE49-F238E27FC236}">
                      <a16:creationId xmlns:a16="http://schemas.microsoft.com/office/drawing/2014/main" id="{5D3E38EC-EE68-784F-9996-B54C2877FFAE}"/>
                    </a:ext>
                  </a:extLst>
                </p:cNvPr>
                <p:cNvGrpSpPr/>
                <p:nvPr/>
              </p:nvGrpSpPr>
              <p:grpSpPr>
                <a:xfrm>
                  <a:off x="7897106" y="4401416"/>
                  <a:ext cx="1911308" cy="1912478"/>
                  <a:chOff x="7786333" y="4341034"/>
                  <a:chExt cx="1911308" cy="1912478"/>
                </a:xfrm>
              </p:grpSpPr>
              <p:grpSp>
                <p:nvGrpSpPr>
                  <p:cNvPr id="226" name="Группа 225">
                    <a:extLst>
                      <a:ext uri="{FF2B5EF4-FFF2-40B4-BE49-F238E27FC236}">
                        <a16:creationId xmlns:a16="http://schemas.microsoft.com/office/drawing/2014/main" id="{E839DDA6-3C80-FC4F-89C2-86ACDB156788}"/>
                      </a:ext>
                    </a:extLst>
                  </p:cNvPr>
                  <p:cNvGrpSpPr/>
                  <p:nvPr/>
                </p:nvGrpSpPr>
                <p:grpSpPr>
                  <a:xfrm>
                    <a:off x="7904261" y="4341034"/>
                    <a:ext cx="1256392" cy="374212"/>
                    <a:chOff x="7521890" y="5094635"/>
                    <a:chExt cx="1256392" cy="374212"/>
                  </a:xfrm>
                </p:grpSpPr>
                <p:sp>
                  <p:nvSpPr>
                    <p:cNvPr id="246" name="Скругленный прямоугольник 170">
                      <a:extLst>
                        <a:ext uri="{FF2B5EF4-FFF2-40B4-BE49-F238E27FC236}">
                          <a16:creationId xmlns:a16="http://schemas.microsoft.com/office/drawing/2014/main" id="{9E41697E-26EF-3C4E-AE1E-CFAE14DFE4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21890" y="5094635"/>
                      <a:ext cx="1256392" cy="374212"/>
                    </a:xfrm>
                    <a:prstGeom prst="roundRect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47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ABAF5B17-0A0D-C047-80CA-97A2C866B1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00546" y="5143806"/>
                      <a:ext cx="1124644" cy="293648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Отдел по тех поддержке</a:t>
                      </a:r>
                      <a:endPara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227" name="Группа 226">
                    <a:extLst>
                      <a:ext uri="{FF2B5EF4-FFF2-40B4-BE49-F238E27FC236}">
                        <a16:creationId xmlns:a16="http://schemas.microsoft.com/office/drawing/2014/main" id="{BD2D8AEF-2759-3D44-8AA9-936138D3E19F}"/>
                      </a:ext>
                    </a:extLst>
                  </p:cNvPr>
                  <p:cNvGrpSpPr/>
                  <p:nvPr/>
                </p:nvGrpSpPr>
                <p:grpSpPr>
                  <a:xfrm>
                    <a:off x="8298261" y="5104115"/>
                    <a:ext cx="748000" cy="762488"/>
                    <a:chOff x="7118324" y="4975441"/>
                    <a:chExt cx="967393" cy="986133"/>
                  </a:xfrm>
                </p:grpSpPr>
                <p:pic>
                  <p:nvPicPr>
                    <p:cNvPr id="244" name="Рисунок 243">
                      <a:extLst>
                        <a:ext uri="{FF2B5EF4-FFF2-40B4-BE49-F238E27FC236}">
                          <a16:creationId xmlns:a16="http://schemas.microsoft.com/office/drawing/2014/main" id="{AF372FCC-826F-224B-A85C-2F4D5DA38DE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429784" y="4975441"/>
                      <a:ext cx="472108" cy="531869"/>
                    </a:xfrm>
                    <a:prstGeom prst="rect">
                      <a:avLst/>
                    </a:prstGeom>
                    <a:ln w="3175">
                      <a:miter lim="400000"/>
                    </a:ln>
                  </p:spPr>
                </p:pic>
                <p:sp>
                  <p:nvSpPr>
                    <p:cNvPr id="245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B21F48A6-95F9-224C-8652-AC076746D6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18324" y="5663037"/>
                      <a:ext cx="967393" cy="298537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Мобильный телефон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228" name="Группа 227">
                    <a:extLst>
                      <a:ext uri="{FF2B5EF4-FFF2-40B4-BE49-F238E27FC236}">
                        <a16:creationId xmlns:a16="http://schemas.microsoft.com/office/drawing/2014/main" id="{463B5C14-8026-7546-99E0-397C0784B7DA}"/>
                      </a:ext>
                    </a:extLst>
                  </p:cNvPr>
                  <p:cNvGrpSpPr/>
                  <p:nvPr/>
                </p:nvGrpSpPr>
                <p:grpSpPr>
                  <a:xfrm>
                    <a:off x="8976835" y="5681283"/>
                    <a:ext cx="720806" cy="572229"/>
                    <a:chOff x="10703030" y="5086669"/>
                    <a:chExt cx="967393" cy="767987"/>
                  </a:xfrm>
                </p:grpSpPr>
                <p:pic>
                  <p:nvPicPr>
                    <p:cNvPr id="242" name="Рисунок 241">
                      <a:extLst>
                        <a:ext uri="{FF2B5EF4-FFF2-40B4-BE49-F238E27FC236}">
                          <a16:creationId xmlns:a16="http://schemas.microsoft.com/office/drawing/2014/main" id="{52F18083-6A8D-ED48-A45F-0994003E5F2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0949734" y="5086669"/>
                      <a:ext cx="417257" cy="35403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43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BEA0FFA7-5E56-9941-9F17-117137EB80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703030" y="5544857"/>
                      <a:ext cx="967393" cy="309799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Голосовая почта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229" name="Группа 228">
                    <a:extLst>
                      <a:ext uri="{FF2B5EF4-FFF2-40B4-BE49-F238E27FC236}">
                        <a16:creationId xmlns:a16="http://schemas.microsoft.com/office/drawing/2014/main" id="{947CD1B9-D239-1A43-9BBC-972E06751C18}"/>
                      </a:ext>
                    </a:extLst>
                  </p:cNvPr>
                  <p:cNvGrpSpPr/>
                  <p:nvPr/>
                </p:nvGrpSpPr>
                <p:grpSpPr>
                  <a:xfrm>
                    <a:off x="8192870" y="5081358"/>
                    <a:ext cx="265882" cy="159948"/>
                    <a:chOff x="5870006" y="5593138"/>
                    <a:chExt cx="313017" cy="188303"/>
                  </a:xfrm>
                </p:grpSpPr>
                <p:grpSp>
                  <p:nvGrpSpPr>
                    <p:cNvPr id="237" name="Группа 236">
                      <a:extLst>
                        <a:ext uri="{FF2B5EF4-FFF2-40B4-BE49-F238E27FC236}">
                          <a16:creationId xmlns:a16="http://schemas.microsoft.com/office/drawing/2014/main" id="{C8ADD2A6-A797-1248-AE0F-681F2A5CF96F}"/>
                        </a:ext>
                      </a:extLst>
                    </p:cNvPr>
                    <p:cNvGrpSpPr/>
                    <p:nvPr/>
                  </p:nvGrpSpPr>
                  <p:grpSpPr>
                    <a:xfrm rot="2340277">
                      <a:off x="5914652" y="5664305"/>
                      <a:ext cx="268371" cy="117136"/>
                      <a:chOff x="1976627" y="2011577"/>
                      <a:chExt cx="384931" cy="168011"/>
                    </a:xfrm>
                  </p:grpSpPr>
                  <p:sp>
                    <p:nvSpPr>
                      <p:cNvPr id="239" name="Овал 238">
                        <a:extLst>
                          <a:ext uri="{FF2B5EF4-FFF2-40B4-BE49-F238E27FC236}">
                            <a16:creationId xmlns:a16="http://schemas.microsoft.com/office/drawing/2014/main" id="{0D0E4AC5-C6EE-E04A-B56B-FCABA8F05CA5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1976627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40" name="Овал 239">
                        <a:extLst>
                          <a:ext uri="{FF2B5EF4-FFF2-40B4-BE49-F238E27FC236}">
                            <a16:creationId xmlns:a16="http://schemas.microsoft.com/office/drawing/2014/main" id="{3EBB0B11-7E46-8242-9384-1872717271B0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2088848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41" name="Треугольник 199">
                        <a:extLst>
                          <a:ext uri="{FF2B5EF4-FFF2-40B4-BE49-F238E27FC236}">
                            <a16:creationId xmlns:a16="http://schemas.microsoft.com/office/drawing/2014/main" id="{ADCA1D45-09EF-A840-8217-343582001010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2205132" y="2023163"/>
                        <a:ext cx="168011" cy="144840"/>
                      </a:xfrm>
                      <a:prstGeom prst="triangle">
                        <a:avLst/>
                      </a:prstGeom>
                      <a:solidFill>
                        <a:srgbClr val="6F3D9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238" name="Овал 237">
                      <a:extLst>
                        <a:ext uri="{FF2B5EF4-FFF2-40B4-BE49-F238E27FC236}">
                          <a16:creationId xmlns:a16="http://schemas.microsoft.com/office/drawing/2014/main" id="{C2C9CF6B-8AEC-6041-B521-B3EF3C6F5F89}"/>
                        </a:ext>
                      </a:extLst>
                    </p:cNvPr>
                    <p:cNvSpPr/>
                    <p:nvPr/>
                  </p:nvSpPr>
                  <p:spPr>
                    <a:xfrm rot="4793021">
                      <a:off x="5870006" y="5593138"/>
                      <a:ext cx="31876" cy="31876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30" name="Группа 229">
                    <a:extLst>
                      <a:ext uri="{FF2B5EF4-FFF2-40B4-BE49-F238E27FC236}">
                        <a16:creationId xmlns:a16="http://schemas.microsoft.com/office/drawing/2014/main" id="{7ECABE73-16DA-1A46-A77E-D9A30918F705}"/>
                      </a:ext>
                    </a:extLst>
                  </p:cNvPr>
                  <p:cNvGrpSpPr/>
                  <p:nvPr/>
                </p:nvGrpSpPr>
                <p:grpSpPr>
                  <a:xfrm>
                    <a:off x="8894330" y="5415614"/>
                    <a:ext cx="265881" cy="159951"/>
                    <a:chOff x="5870006" y="5593138"/>
                    <a:chExt cx="313016" cy="188307"/>
                  </a:xfrm>
                </p:grpSpPr>
                <p:grpSp>
                  <p:nvGrpSpPr>
                    <p:cNvPr id="232" name="Группа 231">
                      <a:extLst>
                        <a:ext uri="{FF2B5EF4-FFF2-40B4-BE49-F238E27FC236}">
                          <a16:creationId xmlns:a16="http://schemas.microsoft.com/office/drawing/2014/main" id="{D72D62E4-CDA3-F248-A94C-D6ED66C47CD6}"/>
                        </a:ext>
                      </a:extLst>
                    </p:cNvPr>
                    <p:cNvGrpSpPr/>
                    <p:nvPr/>
                  </p:nvGrpSpPr>
                  <p:grpSpPr>
                    <a:xfrm rot="2340277">
                      <a:off x="5914649" y="5664309"/>
                      <a:ext cx="268373" cy="117136"/>
                      <a:chOff x="1976627" y="2011583"/>
                      <a:chExt cx="384934" cy="168011"/>
                    </a:xfrm>
                  </p:grpSpPr>
                  <p:sp>
                    <p:nvSpPr>
                      <p:cNvPr id="234" name="Овал 233">
                        <a:extLst>
                          <a:ext uri="{FF2B5EF4-FFF2-40B4-BE49-F238E27FC236}">
                            <a16:creationId xmlns:a16="http://schemas.microsoft.com/office/drawing/2014/main" id="{A9CB412C-03D7-BF4F-A84B-2646D762D741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1976627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35" name="Овал 234">
                        <a:extLst>
                          <a:ext uri="{FF2B5EF4-FFF2-40B4-BE49-F238E27FC236}">
                            <a16:creationId xmlns:a16="http://schemas.microsoft.com/office/drawing/2014/main" id="{616721EE-CE9F-7C44-8782-112AF6667960}"/>
                          </a:ext>
                        </a:extLst>
                      </p:cNvPr>
                      <p:cNvSpPr/>
                      <p:nvPr/>
                    </p:nvSpPr>
                    <p:spPr>
                      <a:xfrm rot="2452744">
                        <a:off x="2088848" y="2084085"/>
                        <a:ext cx="45720" cy="45720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6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36" name="Треугольник 205">
                        <a:extLst>
                          <a:ext uri="{FF2B5EF4-FFF2-40B4-BE49-F238E27FC236}">
                            <a16:creationId xmlns:a16="http://schemas.microsoft.com/office/drawing/2014/main" id="{1E1693B0-E24E-1241-91D9-76050756636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2205135" y="2023168"/>
                        <a:ext cx="168011" cy="144841"/>
                      </a:xfrm>
                      <a:prstGeom prst="triangle">
                        <a:avLst/>
                      </a:prstGeom>
                      <a:solidFill>
                        <a:srgbClr val="6F3D9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ru-KZ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sp>
                  <p:nvSpPr>
                    <p:cNvPr id="233" name="Овал 232">
                      <a:extLst>
                        <a:ext uri="{FF2B5EF4-FFF2-40B4-BE49-F238E27FC236}">
                          <a16:creationId xmlns:a16="http://schemas.microsoft.com/office/drawing/2014/main" id="{1AB919ED-279C-1E44-B670-C358B2EEE47A}"/>
                        </a:ext>
                      </a:extLst>
                    </p:cNvPr>
                    <p:cNvSpPr/>
                    <p:nvPr/>
                  </p:nvSpPr>
                  <p:spPr>
                    <a:xfrm rot="4793021">
                      <a:off x="5870006" y="5593138"/>
                      <a:ext cx="31876" cy="31876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pic>
                <p:nvPicPr>
                  <p:cNvPr id="231" name="Рисунок 230">
                    <a:extLst>
                      <a:ext uri="{FF2B5EF4-FFF2-40B4-BE49-F238E27FC236}">
                        <a16:creationId xmlns:a16="http://schemas.microsoft.com/office/drawing/2014/main" id="{E8604570-F64E-CE47-B104-024F586973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7786333" y="4794400"/>
                    <a:ext cx="526251" cy="37297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7" name="Группа 196">
                  <a:extLst>
                    <a:ext uri="{FF2B5EF4-FFF2-40B4-BE49-F238E27FC236}">
                      <a16:creationId xmlns:a16="http://schemas.microsoft.com/office/drawing/2014/main" id="{4739978E-6D56-BE48-81A9-BCFF698A16CA}"/>
                    </a:ext>
                  </a:extLst>
                </p:cNvPr>
                <p:cNvGrpSpPr/>
                <p:nvPr/>
              </p:nvGrpSpPr>
              <p:grpSpPr>
                <a:xfrm>
                  <a:off x="10207151" y="4959990"/>
                  <a:ext cx="748000" cy="762494"/>
                  <a:chOff x="7118324" y="4975431"/>
                  <a:chExt cx="967393" cy="986138"/>
                </a:xfrm>
              </p:grpSpPr>
              <p:pic>
                <p:nvPicPr>
                  <p:cNvPr id="224" name="Рисунок 223">
                    <a:extLst>
                      <a:ext uri="{FF2B5EF4-FFF2-40B4-BE49-F238E27FC236}">
                        <a16:creationId xmlns:a16="http://schemas.microsoft.com/office/drawing/2014/main" id="{F86ACC2E-1F19-D645-AB6A-511B9333CB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429784" y="4975431"/>
                    <a:ext cx="472108" cy="531869"/>
                  </a:xfrm>
                  <a:prstGeom prst="rect">
                    <a:avLst/>
                  </a:prstGeom>
                  <a:ln w="3175">
                    <a:miter lim="400000"/>
                  </a:ln>
                </p:spPr>
              </p:pic>
              <p:sp>
                <p:nvSpPr>
                  <p:cNvPr id="225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D18B980E-5851-994E-8FFF-5163DF0FD5BC}"/>
                      </a:ext>
                    </a:extLst>
                  </p:cNvPr>
                  <p:cNvSpPr txBox="1"/>
                  <p:nvPr/>
                </p:nvSpPr>
                <p:spPr>
                  <a:xfrm>
                    <a:off x="7118324" y="5663033"/>
                    <a:ext cx="967393" cy="298536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Мобильный телефон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198" name="Группа 197">
                  <a:extLst>
                    <a:ext uri="{FF2B5EF4-FFF2-40B4-BE49-F238E27FC236}">
                      <a16:creationId xmlns:a16="http://schemas.microsoft.com/office/drawing/2014/main" id="{CC25A989-F45F-7241-96AC-168854DF25C9}"/>
                    </a:ext>
                  </a:extLst>
                </p:cNvPr>
                <p:cNvGrpSpPr/>
                <p:nvPr/>
              </p:nvGrpSpPr>
              <p:grpSpPr>
                <a:xfrm>
                  <a:off x="10928855" y="5580285"/>
                  <a:ext cx="720806" cy="572225"/>
                  <a:chOff x="10703030" y="5086676"/>
                  <a:chExt cx="967393" cy="767983"/>
                </a:xfrm>
              </p:grpSpPr>
              <p:pic>
                <p:nvPicPr>
                  <p:cNvPr id="222" name="Рисунок 221">
                    <a:extLst>
                      <a:ext uri="{FF2B5EF4-FFF2-40B4-BE49-F238E27FC236}">
                        <a16:creationId xmlns:a16="http://schemas.microsoft.com/office/drawing/2014/main" id="{65C81FF1-D648-8645-9197-402C4E01EE4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0949734" y="5086676"/>
                    <a:ext cx="417257" cy="354037"/>
                  </a:xfrm>
                  <a:prstGeom prst="rect">
                    <a:avLst/>
                  </a:prstGeom>
                </p:spPr>
              </p:pic>
              <p:sp>
                <p:nvSpPr>
                  <p:cNvPr id="223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0AED53B6-6E2A-BD45-9E6D-FAF983655EB9}"/>
                      </a:ext>
                    </a:extLst>
                  </p:cNvPr>
                  <p:cNvSpPr txBox="1"/>
                  <p:nvPr/>
                </p:nvSpPr>
                <p:spPr>
                  <a:xfrm>
                    <a:off x="10703030" y="5544861"/>
                    <a:ext cx="967393" cy="309798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9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Голосовая почта</a:t>
                    </a:r>
                    <a:endPara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</p:txBody>
              </p:sp>
            </p:grpSp>
            <p:grpSp>
              <p:nvGrpSpPr>
                <p:cNvPr id="199" name="Группа 198">
                  <a:extLst>
                    <a:ext uri="{FF2B5EF4-FFF2-40B4-BE49-F238E27FC236}">
                      <a16:creationId xmlns:a16="http://schemas.microsoft.com/office/drawing/2014/main" id="{4250410E-F40A-574D-A785-6458310090CE}"/>
                    </a:ext>
                  </a:extLst>
                </p:cNvPr>
                <p:cNvGrpSpPr/>
                <p:nvPr/>
              </p:nvGrpSpPr>
              <p:grpSpPr>
                <a:xfrm>
                  <a:off x="10854987" y="5297383"/>
                  <a:ext cx="265879" cy="159955"/>
                  <a:chOff x="5870006" y="5593138"/>
                  <a:chExt cx="313013" cy="188311"/>
                </a:xfrm>
              </p:grpSpPr>
              <p:grpSp>
                <p:nvGrpSpPr>
                  <p:cNvPr id="217" name="Группа 216">
                    <a:extLst>
                      <a:ext uri="{FF2B5EF4-FFF2-40B4-BE49-F238E27FC236}">
                        <a16:creationId xmlns:a16="http://schemas.microsoft.com/office/drawing/2014/main" id="{4C3E26CB-141A-8649-82C5-FC474AE67B00}"/>
                      </a:ext>
                    </a:extLst>
                  </p:cNvPr>
                  <p:cNvGrpSpPr/>
                  <p:nvPr/>
                </p:nvGrpSpPr>
                <p:grpSpPr>
                  <a:xfrm rot="2340277">
                    <a:off x="5914644" y="5664312"/>
                    <a:ext cx="268375" cy="117137"/>
                    <a:chOff x="1976627" y="2011585"/>
                    <a:chExt cx="384937" cy="168012"/>
                  </a:xfrm>
                </p:grpSpPr>
                <p:sp>
                  <p:nvSpPr>
                    <p:cNvPr id="219" name="Овал 218">
                      <a:extLst>
                        <a:ext uri="{FF2B5EF4-FFF2-40B4-BE49-F238E27FC236}">
                          <a16:creationId xmlns:a16="http://schemas.microsoft.com/office/drawing/2014/main" id="{AE02E20F-0433-4140-A33F-B8164DFBE082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0" name="Овал 219">
                      <a:extLst>
                        <a:ext uri="{FF2B5EF4-FFF2-40B4-BE49-F238E27FC236}">
                          <a16:creationId xmlns:a16="http://schemas.microsoft.com/office/drawing/2014/main" id="{01046841-AE9D-984A-B404-524DA804FAAC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1" name="Треугольник 217">
                      <a:extLst>
                        <a:ext uri="{FF2B5EF4-FFF2-40B4-BE49-F238E27FC236}">
                          <a16:creationId xmlns:a16="http://schemas.microsoft.com/office/drawing/2014/main" id="{C698735A-0CCC-EC42-A57C-4B3F77A9F9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8" y="2023170"/>
                      <a:ext cx="168012" cy="144841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218" name="Овал 217">
                    <a:extLst>
                      <a:ext uri="{FF2B5EF4-FFF2-40B4-BE49-F238E27FC236}">
                        <a16:creationId xmlns:a16="http://schemas.microsoft.com/office/drawing/2014/main" id="{2058722C-8BAB-7047-987C-E9A55AC3AC34}"/>
                      </a:ext>
                    </a:extLst>
                  </p:cNvPr>
                  <p:cNvSpPr/>
                  <p:nvPr/>
                </p:nvSpPr>
                <p:spPr>
                  <a:xfrm rot="4793021">
                    <a:off x="5870006" y="5593138"/>
                    <a:ext cx="31876" cy="31876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00" name="Группа 199">
                  <a:extLst>
                    <a:ext uri="{FF2B5EF4-FFF2-40B4-BE49-F238E27FC236}">
                      <a16:creationId xmlns:a16="http://schemas.microsoft.com/office/drawing/2014/main" id="{58C04C85-A82F-0D44-B54A-90AA0808ED8C}"/>
                    </a:ext>
                  </a:extLst>
                </p:cNvPr>
                <p:cNvGrpSpPr/>
                <p:nvPr/>
              </p:nvGrpSpPr>
              <p:grpSpPr>
                <a:xfrm rot="5400000">
                  <a:off x="6641733" y="4170728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214" name="Овал 213">
                    <a:extLst>
                      <a:ext uri="{FF2B5EF4-FFF2-40B4-BE49-F238E27FC236}">
                        <a16:creationId xmlns:a16="http://schemas.microsoft.com/office/drawing/2014/main" id="{77D51C12-8493-EA41-A761-DCFB6C270B36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" name="Овал 214">
                    <a:extLst>
                      <a:ext uri="{FF2B5EF4-FFF2-40B4-BE49-F238E27FC236}">
                        <a16:creationId xmlns:a16="http://schemas.microsoft.com/office/drawing/2014/main" id="{B5686954-B369-FC4F-BFB6-E85F42591014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6" name="Треугольник 227">
                    <a:extLst>
                      <a:ext uri="{FF2B5EF4-FFF2-40B4-BE49-F238E27FC236}">
                        <a16:creationId xmlns:a16="http://schemas.microsoft.com/office/drawing/2014/main" id="{9DBEC05F-FCA5-9248-8467-BE04B19FE83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01" name="Группа 200">
                  <a:extLst>
                    <a:ext uri="{FF2B5EF4-FFF2-40B4-BE49-F238E27FC236}">
                      <a16:creationId xmlns:a16="http://schemas.microsoft.com/office/drawing/2014/main" id="{505F8F6D-5017-0B48-AC2B-D79127E9B60C}"/>
                    </a:ext>
                  </a:extLst>
                </p:cNvPr>
                <p:cNvGrpSpPr/>
                <p:nvPr/>
              </p:nvGrpSpPr>
              <p:grpSpPr>
                <a:xfrm rot="5400000">
                  <a:off x="8410149" y="4170729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211" name="Овал 210">
                    <a:extLst>
                      <a:ext uri="{FF2B5EF4-FFF2-40B4-BE49-F238E27FC236}">
                        <a16:creationId xmlns:a16="http://schemas.microsoft.com/office/drawing/2014/main" id="{106CC27E-BB50-D646-9BA0-5D9BF8FCFEAE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2" name="Овал 211">
                    <a:extLst>
                      <a:ext uri="{FF2B5EF4-FFF2-40B4-BE49-F238E27FC236}">
                        <a16:creationId xmlns:a16="http://schemas.microsoft.com/office/drawing/2014/main" id="{3C24E730-26F6-D84F-9930-ED0FF101B405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3" name="Треугольник 234">
                    <a:extLst>
                      <a:ext uri="{FF2B5EF4-FFF2-40B4-BE49-F238E27FC236}">
                        <a16:creationId xmlns:a16="http://schemas.microsoft.com/office/drawing/2014/main" id="{54415B29-5043-3948-A597-F1B098DB71D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02" name="Группа 201">
                  <a:extLst>
                    <a:ext uri="{FF2B5EF4-FFF2-40B4-BE49-F238E27FC236}">
                      <a16:creationId xmlns:a16="http://schemas.microsoft.com/office/drawing/2014/main" id="{9ED56686-3F46-A842-8EE3-A4DE9B95D45D}"/>
                    </a:ext>
                  </a:extLst>
                </p:cNvPr>
                <p:cNvGrpSpPr/>
                <p:nvPr/>
              </p:nvGrpSpPr>
              <p:grpSpPr>
                <a:xfrm rot="5400000">
                  <a:off x="10575384" y="4170730"/>
                  <a:ext cx="268371" cy="117136"/>
                  <a:chOff x="1976627" y="2011577"/>
                  <a:chExt cx="384931" cy="168011"/>
                </a:xfrm>
              </p:grpSpPr>
              <p:sp>
                <p:nvSpPr>
                  <p:cNvPr id="208" name="Овал 207">
                    <a:extLst>
                      <a:ext uri="{FF2B5EF4-FFF2-40B4-BE49-F238E27FC236}">
                        <a16:creationId xmlns:a16="http://schemas.microsoft.com/office/drawing/2014/main" id="{478BFB4A-B8F0-624A-926E-3B531D5E8AB2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1976627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9" name="Овал 208">
                    <a:extLst>
                      <a:ext uri="{FF2B5EF4-FFF2-40B4-BE49-F238E27FC236}">
                        <a16:creationId xmlns:a16="http://schemas.microsoft.com/office/drawing/2014/main" id="{DB36C821-CF77-2C42-96A0-6E8493AD06DF}"/>
                      </a:ext>
                    </a:extLst>
                  </p:cNvPr>
                  <p:cNvSpPr/>
                  <p:nvPr/>
                </p:nvSpPr>
                <p:spPr>
                  <a:xfrm rot="2452744">
                    <a:off x="2088848" y="2084085"/>
                    <a:ext cx="45720" cy="45720"/>
                  </a:xfrm>
                  <a:prstGeom prst="ellipse">
                    <a:avLst/>
                  </a:pr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0" name="Треугольник 238">
                    <a:extLst>
                      <a:ext uri="{FF2B5EF4-FFF2-40B4-BE49-F238E27FC236}">
                        <a16:creationId xmlns:a16="http://schemas.microsoft.com/office/drawing/2014/main" id="{EB48BF65-92EF-2840-A269-EBBD1ED3883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205132" y="2023163"/>
                    <a:ext cx="168011" cy="144840"/>
                  </a:xfrm>
                  <a:prstGeom prst="triangle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60E55D62-FE3E-3D42-8B2D-462E89D7AB72}"/>
                    </a:ext>
                  </a:extLst>
                </p:cNvPr>
                <p:cNvSpPr txBox="1"/>
                <p:nvPr/>
              </p:nvSpPr>
              <p:spPr>
                <a:xfrm>
                  <a:off x="6231798" y="2649175"/>
                  <a:ext cx="1138783" cy="2819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9:00-18:00</a:t>
                  </a:r>
                </a:p>
              </p:txBody>
            </p:sp>
            <p:pic>
              <p:nvPicPr>
                <p:cNvPr id="204" name="Рисунок 203">
                  <a:extLst>
                    <a:ext uri="{FF2B5EF4-FFF2-40B4-BE49-F238E27FC236}">
                      <a16:creationId xmlns:a16="http://schemas.microsoft.com/office/drawing/2014/main" id="{FBCF9366-0C61-4F4D-BF8D-9A0762A028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46117" y="2626967"/>
                  <a:ext cx="250595" cy="250595"/>
                </a:xfrm>
                <a:prstGeom prst="rect">
                  <a:avLst/>
                </a:prstGeom>
              </p:spPr>
            </p:pic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4B14E4A4-06E3-7E49-A570-D88F7FBF2AF7}"/>
                    </a:ext>
                  </a:extLst>
                </p:cNvPr>
                <p:cNvSpPr txBox="1"/>
                <p:nvPr/>
              </p:nvSpPr>
              <p:spPr>
                <a:xfrm>
                  <a:off x="10998158" y="2649175"/>
                  <a:ext cx="1050520" cy="2819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18</a:t>
                  </a:r>
                  <a:r>
                    <a:rPr kumimoji="0" lang="ru-RU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:00-</a:t>
                  </a: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9</a:t>
                  </a:r>
                  <a:r>
                    <a:rPr kumimoji="0" lang="ru-RU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52D86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:00</a:t>
                  </a:r>
                </a:p>
              </p:txBody>
            </p:sp>
            <p:pic>
              <p:nvPicPr>
                <p:cNvPr id="206" name="Рисунок 205">
                  <a:extLst>
                    <a:ext uri="{FF2B5EF4-FFF2-40B4-BE49-F238E27FC236}">
                      <a16:creationId xmlns:a16="http://schemas.microsoft.com/office/drawing/2014/main" id="{428CB25B-752E-8544-9640-7788AA7154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872455" y="2626967"/>
                  <a:ext cx="250595" cy="250595"/>
                </a:xfrm>
                <a:prstGeom prst="rect">
                  <a:avLst/>
                </a:prstGeom>
              </p:spPr>
            </p:pic>
            <p:sp>
              <p:nvSpPr>
                <p:cNvPr id="207" name="Овал 206">
                  <a:extLst>
                    <a:ext uri="{FF2B5EF4-FFF2-40B4-BE49-F238E27FC236}">
                      <a16:creationId xmlns:a16="http://schemas.microsoft.com/office/drawing/2014/main" id="{F19BC1F7-35EC-9144-A146-E3F589D4C1C4}"/>
                    </a:ext>
                  </a:extLst>
                </p:cNvPr>
                <p:cNvSpPr/>
                <p:nvPr/>
              </p:nvSpPr>
              <p:spPr>
                <a:xfrm>
                  <a:off x="8632257" y="4107039"/>
                  <a:ext cx="214578" cy="21457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rgbClr val="6F3D9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6F3D94"/>
                      </a:solidFill>
                      <a:effectLst/>
                      <a:uLnTx/>
                      <a:uFillTx/>
                      <a:latin typeface="Helvetica Neue Light" panose="02000403000000020004" pitchFamily="2" charset="0"/>
                      <a:ea typeface="Helvetica Neue Light" panose="02000403000000020004" pitchFamily="2" charset="0"/>
                      <a:cs typeface="+mn-cs"/>
                    </a:rPr>
                    <a:t>2</a:t>
                  </a:r>
                  <a:endParaRPr kumimoji="0" lang="ru-KZ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6F3D94"/>
                    </a:solidFill>
                    <a:effectLst/>
                    <a:uLnTx/>
                    <a:uFillTx/>
                    <a:latin typeface="Helvetica Neue Light" panose="02000403000000020004" pitchFamily="2" charset="0"/>
                    <a:ea typeface="Helvetica Neue Light" panose="02000403000000020004" pitchFamily="2" charset="0"/>
                    <a:cs typeface="+mn-cs"/>
                  </a:endParaRPr>
                </a:p>
              </p:txBody>
            </p:sp>
          </p:grpSp>
        </p:grpSp>
        <p:grpSp>
          <p:nvGrpSpPr>
            <p:cNvPr id="153" name="Группа 152">
              <a:extLst>
                <a:ext uri="{FF2B5EF4-FFF2-40B4-BE49-F238E27FC236}">
                  <a16:creationId xmlns:a16="http://schemas.microsoft.com/office/drawing/2014/main" id="{51B1FF84-6467-F746-AEC4-CCDC22D812DA}"/>
                </a:ext>
              </a:extLst>
            </p:cNvPr>
            <p:cNvGrpSpPr/>
            <p:nvPr/>
          </p:nvGrpSpPr>
          <p:grpSpPr>
            <a:xfrm>
              <a:off x="4630865" y="3458770"/>
              <a:ext cx="1944229" cy="2655524"/>
              <a:chOff x="4630865" y="3458770"/>
              <a:chExt cx="1944229" cy="2655524"/>
            </a:xfrm>
          </p:grpSpPr>
          <p:grpSp>
            <p:nvGrpSpPr>
              <p:cNvPr id="154" name="Группа 153">
                <a:extLst>
                  <a:ext uri="{FF2B5EF4-FFF2-40B4-BE49-F238E27FC236}">
                    <a16:creationId xmlns:a16="http://schemas.microsoft.com/office/drawing/2014/main" id="{1D26AF2A-9403-8646-9D54-4DCC1576C146}"/>
                  </a:ext>
                </a:extLst>
              </p:cNvPr>
              <p:cNvGrpSpPr/>
              <p:nvPr/>
            </p:nvGrpSpPr>
            <p:grpSpPr>
              <a:xfrm rot="5400000">
                <a:off x="6341773" y="3424482"/>
                <a:ext cx="117136" cy="349507"/>
                <a:chOff x="7862086" y="4602292"/>
                <a:chExt cx="117136" cy="349507"/>
              </a:xfrm>
            </p:grpSpPr>
            <p:sp>
              <p:nvSpPr>
                <p:cNvPr id="181" name="Овал 180">
                  <a:extLst>
                    <a:ext uri="{FF2B5EF4-FFF2-40B4-BE49-F238E27FC236}">
                      <a16:creationId xmlns:a16="http://schemas.microsoft.com/office/drawing/2014/main" id="{41F75927-051D-8046-9C43-1DB90D9E21E6}"/>
                    </a:ext>
                  </a:extLst>
                </p:cNvPr>
                <p:cNvSpPr/>
                <p:nvPr/>
              </p:nvSpPr>
              <p:spPr>
                <a:xfrm rot="7852744">
                  <a:off x="7896795" y="4602292"/>
                  <a:ext cx="31876" cy="31876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Овал 181">
                  <a:extLst>
                    <a:ext uri="{FF2B5EF4-FFF2-40B4-BE49-F238E27FC236}">
                      <a16:creationId xmlns:a16="http://schemas.microsoft.com/office/drawing/2014/main" id="{E4DDC10F-22AB-5649-A0A0-ED65BD821E9F}"/>
                    </a:ext>
                  </a:extLst>
                </p:cNvPr>
                <p:cNvSpPr/>
                <p:nvPr/>
              </p:nvSpPr>
              <p:spPr>
                <a:xfrm rot="7852744">
                  <a:off x="7896795" y="4683429"/>
                  <a:ext cx="31876" cy="31876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Овал 182">
                  <a:extLst>
                    <a:ext uri="{FF2B5EF4-FFF2-40B4-BE49-F238E27FC236}">
                      <a16:creationId xmlns:a16="http://schemas.microsoft.com/office/drawing/2014/main" id="{2E489FE1-39B0-0849-90A5-B22F48104FB5}"/>
                    </a:ext>
                  </a:extLst>
                </p:cNvPr>
                <p:cNvSpPr/>
                <p:nvPr/>
              </p:nvSpPr>
              <p:spPr>
                <a:xfrm rot="7852744">
                  <a:off x="7896795" y="4761668"/>
                  <a:ext cx="31876" cy="31876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Треугольник 90">
                  <a:extLst>
                    <a:ext uri="{FF2B5EF4-FFF2-40B4-BE49-F238E27FC236}">
                      <a16:creationId xmlns:a16="http://schemas.microsoft.com/office/drawing/2014/main" id="{AAE25FE8-FB56-2E4E-9510-94272F29BF56}"/>
                    </a:ext>
                  </a:extLst>
                </p:cNvPr>
                <p:cNvSpPr/>
                <p:nvPr/>
              </p:nvSpPr>
              <p:spPr>
                <a:xfrm rot="10800000">
                  <a:off x="7862086" y="4850818"/>
                  <a:ext cx="117136" cy="100981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KZ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5" name="Группа 154">
                <a:extLst>
                  <a:ext uri="{FF2B5EF4-FFF2-40B4-BE49-F238E27FC236}">
                    <a16:creationId xmlns:a16="http://schemas.microsoft.com/office/drawing/2014/main" id="{2293795D-D7C1-9F41-AC22-45E6A892DDB4}"/>
                  </a:ext>
                </a:extLst>
              </p:cNvPr>
              <p:cNvGrpSpPr/>
              <p:nvPr/>
            </p:nvGrpSpPr>
            <p:grpSpPr>
              <a:xfrm>
                <a:off x="4630865" y="3458770"/>
                <a:ext cx="1663799" cy="2655524"/>
                <a:chOff x="4435405" y="3436636"/>
                <a:chExt cx="1860025" cy="2968713"/>
              </a:xfrm>
            </p:grpSpPr>
            <p:grpSp>
              <p:nvGrpSpPr>
                <p:cNvPr id="156" name="Группа 155">
                  <a:extLst>
                    <a:ext uri="{FF2B5EF4-FFF2-40B4-BE49-F238E27FC236}">
                      <a16:creationId xmlns:a16="http://schemas.microsoft.com/office/drawing/2014/main" id="{E1511E2D-1CE4-584F-A73B-0F54C21F8BC1}"/>
                    </a:ext>
                  </a:extLst>
                </p:cNvPr>
                <p:cNvGrpSpPr/>
                <p:nvPr/>
              </p:nvGrpSpPr>
              <p:grpSpPr>
                <a:xfrm>
                  <a:off x="4869143" y="3436636"/>
                  <a:ext cx="1159715" cy="332738"/>
                  <a:chOff x="4869143" y="3436636"/>
                  <a:chExt cx="1159715" cy="332738"/>
                </a:xfrm>
              </p:grpSpPr>
              <p:sp>
                <p:nvSpPr>
                  <p:cNvPr id="179" name="Скругленный прямоугольник 28">
                    <a:extLst>
                      <a:ext uri="{FF2B5EF4-FFF2-40B4-BE49-F238E27FC236}">
                        <a16:creationId xmlns:a16="http://schemas.microsoft.com/office/drawing/2014/main" id="{16B28CEC-1AE1-0045-BB4A-9D579E0EBF93}"/>
                      </a:ext>
                    </a:extLst>
                  </p:cNvPr>
                  <p:cNvSpPr/>
                  <p:nvPr/>
                </p:nvSpPr>
                <p:spPr>
                  <a:xfrm>
                    <a:off x="4869143" y="3436636"/>
                    <a:ext cx="1159715" cy="325197"/>
                  </a:xfrm>
                  <a:prstGeom prst="roundRect">
                    <a:avLst/>
                  </a:prstGeom>
                  <a:solidFill>
                    <a:srgbClr val="6F3D9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KZ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0" name="Заголовок текста (Helvetica Neue bold 22)…">
                    <a:extLst>
                      <a:ext uri="{FF2B5EF4-FFF2-40B4-BE49-F238E27FC236}">
                        <a16:creationId xmlns:a16="http://schemas.microsoft.com/office/drawing/2014/main" id="{3DE5C1B1-8BDC-6843-89BE-E2C6AF972E25}"/>
                      </a:ext>
                    </a:extLst>
                  </p:cNvPr>
                  <p:cNvSpPr txBox="1"/>
                  <p:nvPr/>
                </p:nvSpPr>
                <p:spPr>
                  <a:xfrm>
                    <a:off x="4968185" y="3477931"/>
                    <a:ext cx="982615" cy="291443"/>
                  </a:xfrm>
                  <a:prstGeom prst="rect">
                    <a:avLst/>
                  </a:prstGeom>
                  <a:ln w="3175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val="1"/>
                    </a:ext>
                  </a:extLst>
                </p:spPr>
                <p:txBody>
                  <a:bodyPr wrap="square" lIns="0" tIns="0" rIns="0" bIns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Интеграция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ts val="1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ru-RU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с </a:t>
                    </a:r>
                    <a:r>
                      <a:rPr kumimoji="0" 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CRM</a:t>
                    </a:r>
                  </a:p>
                </p:txBody>
              </p:sp>
            </p:grpSp>
            <p:grpSp>
              <p:nvGrpSpPr>
                <p:cNvPr id="157" name="Группа 156">
                  <a:extLst>
                    <a:ext uri="{FF2B5EF4-FFF2-40B4-BE49-F238E27FC236}">
                      <a16:creationId xmlns:a16="http://schemas.microsoft.com/office/drawing/2014/main" id="{705C2D65-CE24-FE4E-B840-44B2AC3A0D0D}"/>
                    </a:ext>
                  </a:extLst>
                </p:cNvPr>
                <p:cNvGrpSpPr/>
                <p:nvPr/>
              </p:nvGrpSpPr>
              <p:grpSpPr>
                <a:xfrm>
                  <a:off x="4435405" y="3885613"/>
                  <a:ext cx="1860025" cy="2519736"/>
                  <a:chOff x="4435405" y="3885613"/>
                  <a:chExt cx="1860025" cy="2519736"/>
                </a:xfrm>
              </p:grpSpPr>
              <p:grpSp>
                <p:nvGrpSpPr>
                  <p:cNvPr id="158" name="Группа 157">
                    <a:extLst>
                      <a:ext uri="{FF2B5EF4-FFF2-40B4-BE49-F238E27FC236}">
                        <a16:creationId xmlns:a16="http://schemas.microsoft.com/office/drawing/2014/main" id="{C5AB9A61-739D-6D4D-B6A1-D78E226AB6B9}"/>
                      </a:ext>
                    </a:extLst>
                  </p:cNvPr>
                  <p:cNvGrpSpPr/>
                  <p:nvPr/>
                </p:nvGrpSpPr>
                <p:grpSpPr>
                  <a:xfrm>
                    <a:off x="4898827" y="5666983"/>
                    <a:ext cx="1039162" cy="738366"/>
                    <a:chOff x="4888553" y="5759449"/>
                    <a:chExt cx="1039162" cy="738366"/>
                  </a:xfrm>
                </p:grpSpPr>
                <p:pic>
                  <p:nvPicPr>
                    <p:cNvPr id="177" name="Рисунок 176">
                      <a:extLst>
                        <a:ext uri="{FF2B5EF4-FFF2-40B4-BE49-F238E27FC236}">
                          <a16:creationId xmlns:a16="http://schemas.microsoft.com/office/drawing/2014/main" id="{986C1781-10D4-3F43-B82C-392C92298EB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21558" y="5759449"/>
                      <a:ext cx="345900" cy="43237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78" name="Заголовок текста (Helvetica Neue bold 22)…">
                      <a:extLst>
                        <a:ext uri="{FF2B5EF4-FFF2-40B4-BE49-F238E27FC236}">
                          <a16:creationId xmlns:a16="http://schemas.microsoft.com/office/drawing/2014/main" id="{75A60326-45C3-AA43-A994-0F05B4773C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88553" y="6266146"/>
                      <a:ext cx="1039162" cy="231669"/>
                    </a:xfrm>
                    <a:prstGeom prst="rect">
                      <a:avLst/>
                    </a:prstGeom>
                    <a:ln w="3175">
                      <a:miter lim="400000"/>
                    </a:ln>
                    <a:extLst>
                      <a:ext uri="{C572A759-6A51-4108-AA02-DFA0A04FC94B}">
                        <ma14:wrappingTextBoxFlag xmlns="" xmlns:ma14="http://schemas.microsoft.com/office/mac/drawingml/2011/main" val="1"/>
                      </a:ext>
                    </a:extLst>
                  </p:spPr>
                  <p:txBody>
                    <a:bodyPr wrap="square" lIns="0" tIns="0" rIns="0" bIns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Ответственный сотрудник</a:t>
                      </a: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kumimoji="0" lang="ru-RU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F3D94"/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p:txBody>
                </p:sp>
              </p:grpSp>
              <p:grpSp>
                <p:nvGrpSpPr>
                  <p:cNvPr id="159" name="Группа 158">
                    <a:extLst>
                      <a:ext uri="{FF2B5EF4-FFF2-40B4-BE49-F238E27FC236}">
                        <a16:creationId xmlns:a16="http://schemas.microsoft.com/office/drawing/2014/main" id="{732D456F-B776-B742-9374-A8633E669D41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5266167" y="5431300"/>
                    <a:ext cx="256680" cy="112033"/>
                    <a:chOff x="1976627" y="2011577"/>
                    <a:chExt cx="384931" cy="168011"/>
                  </a:xfrm>
                </p:grpSpPr>
                <p:sp>
                  <p:nvSpPr>
                    <p:cNvPr id="174" name="Овал 173">
                      <a:extLst>
                        <a:ext uri="{FF2B5EF4-FFF2-40B4-BE49-F238E27FC236}">
                          <a16:creationId xmlns:a16="http://schemas.microsoft.com/office/drawing/2014/main" id="{6D1850D8-A073-AB46-A4CA-524EBBDF4F4C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1976627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75" name="Овал 174">
                      <a:extLst>
                        <a:ext uri="{FF2B5EF4-FFF2-40B4-BE49-F238E27FC236}">
                          <a16:creationId xmlns:a16="http://schemas.microsoft.com/office/drawing/2014/main" id="{6AF61354-A2C5-F147-B285-0BBF151C201F}"/>
                        </a:ext>
                      </a:extLst>
                    </p:cNvPr>
                    <p:cNvSpPr/>
                    <p:nvPr/>
                  </p:nvSpPr>
                  <p:spPr>
                    <a:xfrm rot="2452744">
                      <a:off x="2088848" y="2084085"/>
                      <a:ext cx="45720" cy="45720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76" name="Треугольник 234">
                      <a:extLst>
                        <a:ext uri="{FF2B5EF4-FFF2-40B4-BE49-F238E27FC236}">
                          <a16:creationId xmlns:a16="http://schemas.microsoft.com/office/drawing/2014/main" id="{C6F5B28C-EB71-844B-8CE2-AC24AA9781F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05132" y="2023163"/>
                      <a:ext cx="168011" cy="144840"/>
                    </a:xfrm>
                    <a:prstGeom prst="triangle">
                      <a:avLst/>
                    </a:prstGeom>
                    <a:solidFill>
                      <a:srgbClr val="6F3D9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KZ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60" name="Группа 159">
                    <a:extLst>
                      <a:ext uri="{FF2B5EF4-FFF2-40B4-BE49-F238E27FC236}">
                        <a16:creationId xmlns:a16="http://schemas.microsoft.com/office/drawing/2014/main" id="{521E0DD4-C21F-024F-9F0F-C03B0DC885CA}"/>
                      </a:ext>
                    </a:extLst>
                  </p:cNvPr>
                  <p:cNvGrpSpPr/>
                  <p:nvPr/>
                </p:nvGrpSpPr>
                <p:grpSpPr>
                  <a:xfrm>
                    <a:off x="4435405" y="3885613"/>
                    <a:ext cx="1860025" cy="1436266"/>
                    <a:chOff x="4435405" y="3885613"/>
                    <a:chExt cx="1860025" cy="1436266"/>
                  </a:xfrm>
                </p:grpSpPr>
                <p:grpSp>
                  <p:nvGrpSpPr>
                    <p:cNvPr id="161" name="Группа 160">
                      <a:extLst>
                        <a:ext uri="{FF2B5EF4-FFF2-40B4-BE49-F238E27FC236}">
                          <a16:creationId xmlns:a16="http://schemas.microsoft.com/office/drawing/2014/main" id="{8FFD9340-8F77-4E4D-A5ED-A06A422C699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04285" y="4832462"/>
                      <a:ext cx="755984" cy="489417"/>
                      <a:chOff x="5004285" y="4832462"/>
                      <a:chExt cx="755984" cy="489417"/>
                    </a:xfrm>
                  </p:grpSpPr>
                  <p:pic>
                    <p:nvPicPr>
                      <p:cNvPr id="172" name="Рисунок 171">
                        <a:extLst>
                          <a:ext uri="{FF2B5EF4-FFF2-40B4-BE49-F238E27FC236}">
                            <a16:creationId xmlns:a16="http://schemas.microsoft.com/office/drawing/2014/main" id="{06F26513-8945-7646-AA75-2A286A87FCF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extLst>
                          <a:ext uri="{96DAC541-7B7A-43D3-8B79-37D633B846F1}">
                            <asvg:svgBlip xmlns:asvg="http://schemas.microsoft.com/office/drawing/2016/SVG/main" r:embed="rId13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170514" y="4832462"/>
                        <a:ext cx="445643" cy="32519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73" name="Заголовок текста (Helvetica Neue bold 22)…">
                        <a:extLst>
                          <a:ext uri="{FF2B5EF4-FFF2-40B4-BE49-F238E27FC236}">
                            <a16:creationId xmlns:a16="http://schemas.microsoft.com/office/drawing/2014/main" id="{D56EB925-A598-ED47-8406-33DFA1490CE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04285" y="5206463"/>
                        <a:ext cx="755984" cy="115416"/>
                      </a:xfrm>
                      <a:prstGeom prst="rect">
                        <a:avLst/>
                      </a:prstGeom>
                      <a:ln w="3175">
                        <a:miter lim="400000"/>
                      </a:ln>
                      <a:extLst>
                        <a:ext uri="{C572A759-6A51-4108-AA02-DFA0A04FC94B}">
                          <ma14:wrappingTextBoxFlag xmlns="" xmlns:ma14="http://schemas.microsoft.com/office/mac/drawingml/2011/main" val="1"/>
                        </a:ext>
                      </a:extLst>
                    </p:spPr>
                    <p:txBody>
                      <a:bodyPr wrap="square" lIns="0" tIns="0" rIns="0" bIns="0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ts val="9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kk-KZ" sz="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6F3D94"/>
                            </a:solidFill>
                            <a:effectLst/>
                            <a:uLnTx/>
                            <a:uFillTx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a:t>Карточка</a:t>
                        </a:r>
                        <a:endPara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</p:grpSp>
                <p:grpSp>
                  <p:nvGrpSpPr>
                    <p:cNvPr id="162" name="Группа 161">
                      <a:extLst>
                        <a:ext uri="{FF2B5EF4-FFF2-40B4-BE49-F238E27FC236}">
                          <a16:creationId xmlns:a16="http://schemas.microsoft.com/office/drawing/2014/main" id="{D5CF08A9-9E62-C345-9796-50CBDB3924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39446" y="4008070"/>
                      <a:ext cx="755984" cy="528290"/>
                      <a:chOff x="5539446" y="4008070"/>
                      <a:chExt cx="755984" cy="528290"/>
                    </a:xfrm>
                  </p:grpSpPr>
                  <p:pic>
                    <p:nvPicPr>
                      <p:cNvPr id="170" name="Рисунок 169">
                        <a:extLst>
                          <a:ext uri="{FF2B5EF4-FFF2-40B4-BE49-F238E27FC236}">
                            <a16:creationId xmlns:a16="http://schemas.microsoft.com/office/drawing/2014/main" id="{B5C10896-325E-624E-855B-E8A5389AC6A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extLst>
                          <a:ext uri="{96DAC541-7B7A-43D3-8B79-37D633B846F1}">
                            <asvg:svgBlip xmlns:asvg="http://schemas.microsoft.com/office/drawing/2016/SVG/main" r:embed="rId1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706079" y="4008070"/>
                        <a:ext cx="334264" cy="334264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71" name="Заголовок текста (Helvetica Neue bold 22)…">
                        <a:extLst>
                          <a:ext uri="{FF2B5EF4-FFF2-40B4-BE49-F238E27FC236}">
                            <a16:creationId xmlns:a16="http://schemas.microsoft.com/office/drawing/2014/main" id="{033C00B8-FE1B-484F-990C-9E870778EBB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539446" y="4420944"/>
                        <a:ext cx="755984" cy="115416"/>
                      </a:xfrm>
                      <a:prstGeom prst="rect">
                        <a:avLst/>
                      </a:prstGeom>
                      <a:ln w="3175">
                        <a:miter lim="400000"/>
                      </a:ln>
                      <a:extLst>
                        <a:ext uri="{C572A759-6A51-4108-AA02-DFA0A04FC94B}">
                          <ma14:wrappingTextBoxFlag xmlns="" xmlns:ma14="http://schemas.microsoft.com/office/mac/drawingml/2011/main" val="1"/>
                        </a:ext>
                      </a:extLst>
                    </p:spPr>
                    <p:txBody>
                      <a:bodyPr wrap="square" lIns="0" tIns="0" rIns="0" bIns="0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ts val="9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kk-KZ" sz="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6F3D94"/>
                            </a:solidFill>
                            <a:effectLst/>
                            <a:uLnTx/>
                            <a:uFillTx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a:t>ВАТС</a:t>
                        </a:r>
                        <a:endPara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6F3D94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endParaRPr>
                      </a:p>
                    </p:txBody>
                  </p:sp>
                </p:grpSp>
                <p:grpSp>
                  <p:nvGrpSpPr>
                    <p:cNvPr id="163" name="Группа 162">
                      <a:extLst>
                        <a:ext uri="{FF2B5EF4-FFF2-40B4-BE49-F238E27FC236}">
                          <a16:creationId xmlns:a16="http://schemas.microsoft.com/office/drawing/2014/main" id="{AEFF51F8-CDFF-6F4F-B29D-8153BFC453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35405" y="3990086"/>
                      <a:ext cx="755984" cy="550897"/>
                      <a:chOff x="4435405" y="3990086"/>
                      <a:chExt cx="755984" cy="550897"/>
                    </a:xfrm>
                  </p:grpSpPr>
                  <p:pic>
                    <p:nvPicPr>
                      <p:cNvPr id="167" name="Рисунок 166">
                        <a:extLst>
                          <a:ext uri="{FF2B5EF4-FFF2-40B4-BE49-F238E27FC236}">
                            <a16:creationId xmlns:a16="http://schemas.microsoft.com/office/drawing/2014/main" id="{1D14E143-19F7-7843-B7E3-BEEB55C4106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extLst>
                          <a:ext uri="{96DAC541-7B7A-43D3-8B79-37D633B846F1}">
                            <asvg:svgBlip xmlns:asvg="http://schemas.microsoft.com/office/drawing/2016/SVG/main" r:embed="rId17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517686" y="4040846"/>
                        <a:ext cx="362944" cy="306714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68" name="Рисунок 167">
                        <a:extLst>
                          <a:ext uri="{FF2B5EF4-FFF2-40B4-BE49-F238E27FC236}">
                            <a16:creationId xmlns:a16="http://schemas.microsoft.com/office/drawing/2014/main" id="{619CBF6D-CF99-354F-A499-8065E947A96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extLst>
                          <a:ext uri="{96DAC541-7B7A-43D3-8B79-37D633B846F1}">
                            <asvg:svgBlip xmlns:asvg="http://schemas.microsoft.com/office/drawing/2016/SVG/main" r:embed="rId19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4903718" y="3990086"/>
                        <a:ext cx="270095" cy="287805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169" name="Заголовок текста (Helvetica Neue bold 22)…">
                        <a:extLst>
                          <a:ext uri="{FF2B5EF4-FFF2-40B4-BE49-F238E27FC236}">
                            <a16:creationId xmlns:a16="http://schemas.microsoft.com/office/drawing/2014/main" id="{CA7952D6-03B6-D944-95A8-14347CED073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35405" y="4425567"/>
                        <a:ext cx="755984" cy="115416"/>
                      </a:xfrm>
                      <a:prstGeom prst="rect">
                        <a:avLst/>
                      </a:prstGeom>
                      <a:ln w="3175">
                        <a:miter lim="400000"/>
                      </a:ln>
                      <a:extLst>
                        <a:ext uri="{C572A759-6A51-4108-AA02-DFA0A04FC94B}">
                          <ma14:wrappingTextBoxFlag xmlns="" xmlns:ma14="http://schemas.microsoft.com/office/mac/drawingml/2011/main" val="1"/>
                        </a:ext>
                      </a:extLst>
                    </p:spPr>
                    <p:txBody>
                      <a:bodyPr wrap="square" lIns="0" tIns="0" rIns="0" bIns="0">
                        <a:spAutoFit/>
                      </a:bodyPr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ts val="9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6F3D94"/>
                            </a:solidFill>
                            <a:effectLst/>
                            <a:uLnTx/>
                            <a:uFillTx/>
                            <a:latin typeface="Helvetica Neue" panose="02000503000000020004" pitchFamily="2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a:t>CRM</a:t>
                        </a:r>
                      </a:p>
                    </p:txBody>
                  </p:sp>
                </p:grpSp>
                <p:sp>
                  <p:nvSpPr>
                    <p:cNvPr id="164" name="Дуга 163">
                      <a:extLst>
                        <a:ext uri="{FF2B5EF4-FFF2-40B4-BE49-F238E27FC236}">
                          <a16:creationId xmlns:a16="http://schemas.microsoft.com/office/drawing/2014/main" id="{0F702256-B815-0E44-A1F2-41DFCEB5EA9B}"/>
                        </a:ext>
                      </a:extLst>
                    </p:cNvPr>
                    <p:cNvSpPr/>
                    <p:nvPr/>
                  </p:nvSpPr>
                  <p:spPr>
                    <a:xfrm rot="5173898">
                      <a:off x="5480993" y="4376925"/>
                      <a:ext cx="460683" cy="460683"/>
                    </a:xfrm>
                    <a:prstGeom prst="arc">
                      <a:avLst/>
                    </a:prstGeom>
                    <a:noFill/>
                    <a:ln w="28575" cap="rnd" cmpd="sng" algn="ctr">
                      <a:solidFill>
                        <a:srgbClr val="A6A6A6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65" name="Дуга 164">
                      <a:extLst>
                        <a:ext uri="{FF2B5EF4-FFF2-40B4-BE49-F238E27FC236}">
                          <a16:creationId xmlns:a16="http://schemas.microsoft.com/office/drawing/2014/main" id="{F5AC676A-EB92-5D47-ABB0-D8520753BEDB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816819" y="4378648"/>
                      <a:ext cx="460683" cy="460683"/>
                    </a:xfrm>
                    <a:prstGeom prst="arc">
                      <a:avLst/>
                    </a:prstGeom>
                    <a:noFill/>
                    <a:ln w="28575" cap="rnd" cmpd="sng" algn="ctr">
                      <a:solidFill>
                        <a:srgbClr val="A6A6A6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66" name="Дуга 165">
                      <a:extLst>
                        <a:ext uri="{FF2B5EF4-FFF2-40B4-BE49-F238E27FC236}">
                          <a16:creationId xmlns:a16="http://schemas.microsoft.com/office/drawing/2014/main" id="{71C13BA4-6B9F-1744-92A7-1B931D562A5E}"/>
                        </a:ext>
                      </a:extLst>
                    </p:cNvPr>
                    <p:cNvSpPr/>
                    <p:nvPr/>
                  </p:nvSpPr>
                  <p:spPr>
                    <a:xfrm rot="19058235">
                      <a:off x="5172839" y="3885613"/>
                      <a:ext cx="460683" cy="460683"/>
                    </a:xfrm>
                    <a:prstGeom prst="arc">
                      <a:avLst/>
                    </a:prstGeom>
                    <a:noFill/>
                    <a:ln w="28575" cap="rnd" cmpd="sng" algn="ctr">
                      <a:solidFill>
                        <a:srgbClr val="A6A6A6"/>
                      </a:solidFill>
                      <a:prstDash val="sysDot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444" name="TextBox 443">
            <a:extLst>
              <a:ext uri="{FF2B5EF4-FFF2-40B4-BE49-F238E27FC236}">
                <a16:creationId xmlns:a16="http://schemas.microsoft.com/office/drawing/2014/main" id="{D181C4B1-77C6-204B-8B39-6AA309BD9FCA}"/>
              </a:ext>
            </a:extLst>
          </p:cNvPr>
          <p:cNvSpPr txBox="1"/>
          <p:nvPr/>
        </p:nvSpPr>
        <p:spPr>
          <a:xfrm>
            <a:off x="778222" y="1196060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k-KZ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Возможности интеграции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0" lang="kk-KZ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с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С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RM</a:t>
            </a:r>
            <a:r>
              <a:rPr kumimoji="0" lang="kk-KZ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</a:t>
            </a:r>
            <a:r>
              <a:rPr kumimoji="0" lang="kk-KZ" sz="1800" b="1" i="0" u="none" strike="noStrike" kern="1200" cap="none" spc="0" normalizeH="0" baseline="0" noProof="0" dirty="0">
                <a:ln>
                  <a:noFill/>
                </a:ln>
                <a:solidFill>
                  <a:srgbClr val="652D86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системой для всех созданных сценариев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srgbClr val="652D86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0581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48690335E3F45B6D32F35E393220A" ma:contentTypeVersion="0" ma:contentTypeDescription="Create a new document." ma:contentTypeScope="" ma:versionID="7bebcf5451cb4fd0a5969123f2c8bff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e49189b09f1ade3a025730c41919c3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940098-4E00-452D-8A6F-FCD672D4A39B}">
  <ds:schemaRefs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2F1689D-B88E-4D02-916E-C24FC291B7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190EF3-1402-4404-A14F-52EC503AB2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1031</Words>
  <Application>Microsoft Office PowerPoint</Application>
  <PresentationFormat>Широкоэкранный</PresentationFormat>
  <Paragraphs>204</Paragraphs>
  <Slides>5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Gill Sans</vt:lpstr>
      <vt:lpstr>Helvetica Neue</vt:lpstr>
      <vt:lpstr>Helvetica Neue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Aisulu Kapassova</dc:creator>
  <cp:lastModifiedBy>Alexandr Murdassov</cp:lastModifiedBy>
  <cp:revision>1</cp:revision>
  <dcterms:created xsi:type="dcterms:W3CDTF">2022-12-01T05:40:56Z</dcterms:created>
  <dcterms:modified xsi:type="dcterms:W3CDTF">2025-12-02T06:56:26Z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0x010100BB748690335E3F45B6D32F35E393220A</vt:lpwstr>
  </property>
  <property fmtid="{D5CDD505-2E9C-101B-9397-08002B2CF9AE}" pid="3" name="MSIP_Label_9cdd97af-22dc-49fa-ac47-e24224ce56c4_Enabled">
    <vt:lpwstr>true</vt:lpwstr>
  </property>
  <property fmtid="{D5CDD505-2E9C-101B-9397-08002B2CF9AE}" pid="4" name="MSIP_Label_9cdd97af-22dc-49fa-ac47-e24224ce56c4_SetDate">
    <vt:lpwstr>2025-12-02T06:56:18Z</vt:lpwstr>
  </property>
  <property fmtid="{D5CDD505-2E9C-101B-9397-08002B2CF9AE}" pid="5" name="MSIP_Label_9cdd97af-22dc-49fa-ac47-e24224ce56c4_Method">
    <vt:lpwstr>Standard</vt:lpwstr>
  </property>
  <property fmtid="{D5CDD505-2E9C-101B-9397-08002B2CF9AE}" pid="6" name="MSIP_Label_9cdd97af-22dc-49fa-ac47-e24224ce56c4_Name">
    <vt:lpwstr>General</vt:lpwstr>
  </property>
  <property fmtid="{D5CDD505-2E9C-101B-9397-08002B2CF9AE}" pid="7" name="MSIP_Label_9cdd97af-22dc-49fa-ac47-e24224ce56c4_SiteId">
    <vt:lpwstr>41149801-8e93-4eae-a438-1ff037fd4bdc</vt:lpwstr>
  </property>
  <property fmtid="{D5CDD505-2E9C-101B-9397-08002B2CF9AE}" pid="8" name="MSIP_Label_9cdd97af-22dc-49fa-ac47-e24224ce56c4_ActionId">
    <vt:lpwstr>5294597b-7882-47e9-b643-d3a5388834e4</vt:lpwstr>
  </property>
  <property fmtid="{D5CDD505-2E9C-101B-9397-08002B2CF9AE}" pid="9" name="MSIP_Label_9cdd97af-22dc-49fa-ac47-e24224ce56c4_ContentBits">
    <vt:lpwstr>0</vt:lpwstr>
  </property>
</Properties>
</file>