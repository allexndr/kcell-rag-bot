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01F09-7CDD-4C90-B0FC-BF2D6E77B5E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1FC14-DCE3-4BB7-8A64-8BE60DA81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9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B37F-34F1-F853-DB1E-BACA2430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FD7869-B3AB-7B54-D6E0-27AC72665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5AF8C3-77B4-E156-4949-0AB0FB6F7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1A61FC-5975-A0C2-2DBB-603D093E2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4E01-09AE-40AA-AEAE-D9393DD2A3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39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F404C-0B6A-1435-3263-4580F87CD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673CE3-43C0-A61A-53E9-4C4F13748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CE143-2AD6-2D92-C9B9-791D822C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BE87BD-7B1E-EA25-A041-656F8E66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C75E84-875C-5860-9149-B2A09589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3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A32FD-1E21-31D5-9D84-A3F2EFA4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002ED9-2F46-35A7-B8CF-6389FA707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BAFE34-5D6B-1C1B-8180-7C571679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AEA434-2E1B-C3FB-E7D5-45B79567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E812CF-4A00-3CCC-536E-EB36A34B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8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2F605-4713-8DE2-56AD-F3556E96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C164CB-3EDC-A7D8-DB9D-D0D4069D4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843844-E318-9EA5-AB52-3316A0FE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D06A29-F1AA-B6B7-EE90-7AE392FB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D7A09F-1970-2A24-5C0C-27F23BE7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9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2BE0A-F051-25C5-A643-F1ABE8F5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1EFA04-807D-15B1-3EEC-FF66F2AD4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B3321C-E790-AA0D-A0C2-8C56109BD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C78562-26E4-745B-5F33-034C0D7F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D63068-CDF0-9282-942D-9E81B70B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63545D-20F0-203E-3A30-6C974EFC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9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C5B80-4A15-2CDB-8BFF-D8DECB37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38F3BB-AFF2-CB17-A55F-1A83E6B7B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27703E-7CBD-600C-2DFB-9DB468D72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15D6B2-7875-77C9-5AB2-F913125BA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5048F1-1A6B-AD37-DED9-17E42DF60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099A6F-351F-8C9C-AF2E-A247044F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FB3329C-1484-CC11-C6AC-6A663286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D80F47-E5D0-8624-E848-4AE315C3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5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6101-9471-0463-FDD9-BA08DE50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3584660-68AF-E9BA-4BA5-242E04B1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E4A388-8BD0-EB5A-B869-2FD16682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AC5F79E-07E4-2F51-B801-5E2B26DA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0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8747DF-33D5-7F81-0438-B151B9B9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5D86C2-10E9-ADF6-565A-86052AEBE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F94AF2-E852-5505-631B-583F74AE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4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672C4-5679-EDD6-941F-5D86B6C1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45F131-4EB4-07A9-ACC0-35D3FCEA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AF4F70-1587-94C9-7031-D3BF6BDD4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B2A2ED-4C8B-0CEA-0574-A7D4819F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B9F995-BDC8-29FC-E8EA-657C6479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0754D-8997-5715-96E4-16DFF7AA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3068A-2D04-9855-1663-298FB540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59B20A-F687-69BD-6BCD-513C30410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5889E5-F86C-7AB8-8A61-120780DD2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F4F181-2116-712B-44EA-A3CCFB800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A0E8D2-981A-8023-3593-879A9CCF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A8BBC0-15B6-C507-4472-BF0B1DD3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0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1D84C-32E6-5391-510E-CA06529B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F470AA-C4A2-2F10-E3B7-7D01E559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D8A603-3C92-A97A-6B4E-6EC87155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25733E-C079-6C11-507C-51864B1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CD82DC-160B-D4E8-6B45-5C1715AF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0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85D2B11-4FB8-FD71-DEA8-052DE23CB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14D6FE-2E2C-C5B5-047F-F26C3C4F8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B8820C-CDA1-CA80-5627-A3210819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C791F0-4F0D-3A12-28AC-0BE062E1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9261F6-F914-EC0A-BD15-78EC48F5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2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F2E00-F23E-768B-97AC-1985F53D5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B13A62-EB32-5A0C-C3DF-D27335537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F2398-1DC1-F82B-D0C4-B61DB50F3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860A3-343F-4AEF-8D3A-3783F6611EC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495FD-C927-7984-7468-2FACA987D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CCCA77-55C8-7BED-E599-703F6759F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0ACBE-1EE1-46F3-ACC2-4A047690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4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A3431-F69B-34EB-4BE0-368319D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TextBox 1074">
            <a:extLst>
              <a:ext uri="{FF2B5EF4-FFF2-40B4-BE49-F238E27FC236}">
                <a16:creationId xmlns:a16="http://schemas.microsoft.com/office/drawing/2014/main" id="{8E71044C-052A-4241-4E03-F1D2F4514D45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КОНКУРЕНТНАЯ СРЕДА:</a:t>
            </a:r>
          </a:p>
        </p:txBody>
      </p:sp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44F1F971-D9DE-A73F-49E3-D3F0BC9B8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77" name="Прямая соединительная линия 1076">
            <a:extLst>
              <a:ext uri="{FF2B5EF4-FFF2-40B4-BE49-F238E27FC236}">
                <a16:creationId xmlns:a16="http://schemas.microsoft.com/office/drawing/2014/main" id="{6D4C1ECC-5E99-A9ED-3737-6A83F1DBBA75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55" name="Таблица 54">
            <a:extLst>
              <a:ext uri="{FF2B5EF4-FFF2-40B4-BE49-F238E27FC236}">
                <a16:creationId xmlns:a16="http://schemas.microsoft.com/office/drawing/2014/main" id="{5410BE63-3C5C-0859-2020-D9D734F61259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333500"/>
          <a:ext cx="11677648" cy="4762506"/>
        </p:xfrm>
        <a:graphic>
          <a:graphicData uri="http://schemas.openxmlformats.org/drawingml/2006/table">
            <a:tbl>
              <a:tblPr/>
              <a:tblGrid>
                <a:gridCol w="4786171">
                  <a:extLst>
                    <a:ext uri="{9D8B030D-6E8A-4147-A177-3AD203B41FA5}">
                      <a16:colId xmlns:a16="http://schemas.microsoft.com/office/drawing/2014/main" val="1119120665"/>
                    </a:ext>
                  </a:extLst>
                </a:gridCol>
                <a:gridCol w="840611">
                  <a:extLst>
                    <a:ext uri="{9D8B030D-6E8A-4147-A177-3AD203B41FA5}">
                      <a16:colId xmlns:a16="http://schemas.microsoft.com/office/drawing/2014/main" val="433683458"/>
                    </a:ext>
                  </a:extLst>
                </a:gridCol>
                <a:gridCol w="817891">
                  <a:extLst>
                    <a:ext uri="{9D8B030D-6E8A-4147-A177-3AD203B41FA5}">
                      <a16:colId xmlns:a16="http://schemas.microsoft.com/office/drawing/2014/main" val="1704586030"/>
                    </a:ext>
                  </a:extLst>
                </a:gridCol>
                <a:gridCol w="817891">
                  <a:extLst>
                    <a:ext uri="{9D8B030D-6E8A-4147-A177-3AD203B41FA5}">
                      <a16:colId xmlns:a16="http://schemas.microsoft.com/office/drawing/2014/main" val="2631814901"/>
                    </a:ext>
                  </a:extLst>
                </a:gridCol>
                <a:gridCol w="817891">
                  <a:extLst>
                    <a:ext uri="{9D8B030D-6E8A-4147-A177-3AD203B41FA5}">
                      <a16:colId xmlns:a16="http://schemas.microsoft.com/office/drawing/2014/main" val="2304832526"/>
                    </a:ext>
                  </a:extLst>
                </a:gridCol>
                <a:gridCol w="492247">
                  <a:extLst>
                    <a:ext uri="{9D8B030D-6E8A-4147-A177-3AD203B41FA5}">
                      <a16:colId xmlns:a16="http://schemas.microsoft.com/office/drawing/2014/main" val="2831611118"/>
                    </a:ext>
                  </a:extLst>
                </a:gridCol>
                <a:gridCol w="492247">
                  <a:extLst>
                    <a:ext uri="{9D8B030D-6E8A-4147-A177-3AD203B41FA5}">
                      <a16:colId xmlns:a16="http://schemas.microsoft.com/office/drawing/2014/main" val="3951332757"/>
                    </a:ext>
                  </a:extLst>
                </a:gridCol>
                <a:gridCol w="492247">
                  <a:extLst>
                    <a:ext uri="{9D8B030D-6E8A-4147-A177-3AD203B41FA5}">
                      <a16:colId xmlns:a16="http://schemas.microsoft.com/office/drawing/2014/main" val="1948409946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3796452971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339670153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2182397861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1354387456"/>
                    </a:ext>
                  </a:extLst>
                </a:gridCol>
              </a:tblGrid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44816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Ежемесячная абонентская плата за 1 пользователя и 1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тлф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линию (в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тнг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с НДС)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4465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Единовременный платеж за подключение (в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тнг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с НДС)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663383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Наименование пакета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​Виртуальный 5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Виртуальный 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Виртуальный 30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Виртуальный 50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3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4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5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6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500688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​Ежемесячная ​​​абонентская плата (тенге с НДС)*​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1​0 000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​​30 000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​50 000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02566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​​​Ежемесячный пакет минут для звонков на номера всех мобильных операторов по Казахстану (мин)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​1 250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​7 000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050721"/>
                  </a:ext>
                </a:extLst>
              </a:tr>
              <a:tr h="340179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​Исходящие звонки сверх бонусных минут: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08095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Внутри виртуальной АТС (на внутренние номера) и внутри корпоративной группы,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37408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Onnet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тенге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86161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Offnet, тенге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767992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PSTN, тенге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91246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Кол-во линий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пользователь = 1 тлф. линия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лицензия Audiocodes = 1 тлф. Линия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15292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Кол-во сип номеров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пользователь = 1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sip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номер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по запросу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32075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​На международные направления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В рамках доп услуги "Звонки без границ"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Стандартный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588680"/>
                  </a:ext>
                </a:extLst>
              </a:tr>
            </a:tbl>
          </a:graphicData>
        </a:graphic>
      </p:graphicFrame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D817EFA-8A37-95F1-6F17-9D0FF65D0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9410"/>
          <a:stretch>
            <a:fillRect/>
          </a:stretch>
        </p:blipFill>
        <p:spPr>
          <a:xfrm>
            <a:off x="6272497" y="1407211"/>
            <a:ext cx="638844" cy="199527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9D7B8F2B-0B63-49BF-60EB-505783522F3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0" t="19965" r="12597" b="29253"/>
          <a:stretch/>
        </p:blipFill>
        <p:spPr>
          <a:xfrm>
            <a:off x="9225778" y="1361050"/>
            <a:ext cx="289833" cy="29184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4BBF747-7BC3-9E14-BF72-9AC2D725CFBD}"/>
              </a:ext>
            </a:extLst>
          </p:cNvPr>
          <p:cNvSpPr txBox="1"/>
          <p:nvPr/>
        </p:nvSpPr>
        <p:spPr>
          <a:xfrm>
            <a:off x="9539708" y="1380015"/>
            <a:ext cx="136280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Beeline Kazakhstan</a:t>
            </a:r>
          </a:p>
        </p:txBody>
      </p:sp>
    </p:spTree>
    <p:extLst>
      <p:ext uri="{BB962C8B-B14F-4D97-AF65-F5344CB8AC3E}">
        <p14:creationId xmlns:p14="http://schemas.microsoft.com/office/powerpoint/2010/main" val="16797460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Link xmlns="34351eb4-5e07-4c99-b842-6b98263d0705">
      <Url xsi:nil="true"/>
      <Description xsi:nil="true"/>
    </Link>
    <Update xmlns="34351eb4-5e07-4c99-b842-6b98263d0705" xsi:nil="true"/>
    <ShowRepairView xmlns="http://schemas.microsoft.com/sharepoint/v3" xsi:nil="true"/>
    <_x0410__x043a__x0442__x0438__x0432__x043d__x043e__x0441__x0442__x044c_ xmlns="34351eb4-5e07-4c99-b842-6b98263d0705" xsi:nil="true"/>
    <ShowCombineView xmlns="http://schemas.microsoft.com/sharepoint/v3" xsi:nil="true"/>
    <xd_ProgID xmlns="http://schemas.microsoft.com/sharepoint/v3" xsi:nil="true"/>
    <Company_x0020_Link xmlns="34351eb4-5e07-4c99-b842-6b98263d0705" xsi:nil="true"/>
    <User xmlns="34351eb4-5e07-4c99-b842-6b98263d0705">
      <UserInfo>
        <DisplayName/>
        <AccountId xsi:nil="true"/>
        <AccountType/>
      </UserInfo>
    </User>
    <Test xmlns="34351eb4-5e07-4c99-b842-6b98263d07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Форма" ma:contentTypeID="0x010101005735C98F2F9FC74E9C48A2E5D7E53F63" ma:contentTypeVersion="27118" ma:contentTypeDescription="Заполнение формы." ma:contentTypeScope="" ma:versionID="a669978e604b8b8f6328f08562b839fa">
  <xsd:schema xmlns:xsd="http://www.w3.org/2001/XMLSchema" xmlns:xs="http://www.w3.org/2001/XMLSchema" xmlns:p="http://schemas.microsoft.com/office/2006/metadata/properties" xmlns:ns1="http://schemas.microsoft.com/sharepoint/v3" xmlns:ns2="34351eb4-5e07-4c99-b842-6b98263d0705" targetNamespace="http://schemas.microsoft.com/office/2006/metadata/properties" ma:root="true" ma:fieldsID="1350af98472859266514a7173cdd1a10" ns1:_="" ns2:_="">
    <xsd:import namespace="http://schemas.microsoft.com/sharepoint/v3"/>
    <xsd:import namespace="34351eb4-5e07-4c99-b842-6b98263d0705"/>
    <xsd:element name="properties">
      <xsd:complexType>
        <xsd:sequence>
          <xsd:element name="documentManagement">
            <xsd:complexType>
              <xsd:all>
                <xsd:element ref="ns1:ShowRepairView" minOccurs="0"/>
                <xsd:element ref="ns1:TemplateUrl" minOccurs="0"/>
                <xsd:element ref="ns1:xd_ProgID" minOccurs="0"/>
                <xsd:element ref="ns2:BIN" minOccurs="0"/>
                <xsd:element ref="ns2:Account_x0020_Name" minOccurs="0"/>
                <xsd:element ref="ns2:_x0424__x043e__x0440__x043c__x0430_" minOccurs="0"/>
                <xsd:element ref="ns2:_x0423__x0441__x0442__x0430__x0432_" minOccurs="0"/>
                <xsd:element ref="ns2:_x0421__x0432__x0438__x0434__x0435__x0442__x0435__x043b__x044c__x0441__x0442__x0432__x043e___x041d__x0414__x0421_" minOccurs="0"/>
                <xsd:element ref="ns2:_x0421__x0432__x0438__x0434__x0435__x0442__x0435__x043b__x044c__x0441__x0442__x0432__x043e___x043e___x0440__x0435__x0433__x0438__x0441__x0442__x0440__x0430__x0446__x0438__x0438_" minOccurs="0"/>
                <xsd:element ref="ns2:_x0414__x043e__x0432__x0435__x0440__x0435__x043d__x043d__x043e__x0441__x0442__x044c_" minOccurs="0"/>
                <xsd:element ref="ns2:_x0423__x0434__x043e__x0441__x0442__x043e__x0432__x0435__x0440__x0435__x043d__x0438__x0435___x043b__x0438__x0447__x043d__x043e__x0441__x0442__x0438_" minOccurs="0"/>
                <xsd:element ref="ns2:_x0421__x0432__x0438__x0434__x0435__x0442__x0435__x043b__x044c__x0441__x0442__x0432__x043e___x0418__x041f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inOccurs="0"/>
                <xsd:element ref="ns2:_x041f__x0440__x0438__x043a__x0430__x0437___x043e___x043d__x0430__x0437__x043d__x0430__x0447__x0435__x043d__x0438__x0438_" minOccurs="0"/>
                <xsd:element ref="ns2:_x0412__x044b__x043f__x0438__x0441__x043a__x0430___x0438__x0437___x043f__x0440__x043e__x0442__x043e__x043a__x043e__x043b__x0430___x0443__x0447__x0430__x0441__x0442__x043d__x0438__x043a__x043e__x0432_" minOccurs="0"/>
                <xsd:element ref="ns2:_x041f__x0430__x0440__x043e__x043b__x044c___x043d__x0430___x0432__x0435__x0440__x0438__x0444__x0438__x043a__x0430__x0446__x0438__x044e_" minOccurs="0"/>
                <xsd:element ref="ns2:_x041f__x0430__x0440__x043e__x043b__x044c___x043d__x0430___x0432__x0435__x0440__x0438__x0444__x0438__x043a__x0430__x0446__x0438__x044e___x0418__x041f_" minOccurs="0"/>
                <xsd:element ref="ns2:_x041f__x0440__x0438__x043a__x0430__x0437___x043d__x0430__x0447__x0430__x043b__x043e_" minOccurs="0"/>
                <xsd:element ref="ns2:_x041f__x0440__x0438__x043a__x0430__x0437___x043a__x043e__x043d__x0435__x0446_" minOccurs="0"/>
                <xsd:element ref="ns2:_x0412__x044b__x043f__x0438__x0441__x043a__x0430___x043d__x0430__x0447__x0430__x043b__x043e_" minOccurs="0"/>
                <xsd:element ref="ns2:_x0412__x044b__x043f__x0438__x0441__x043a__x0430___x043a__x043e__x043d__x0435__x0446_" minOccurs="0"/>
                <xsd:element ref="ns2:_x0414__x043e__x0432__x0435__x0440__x0435__x043d__x043d__x043e__x0441__x0442__x044c___x043d__x0430__x0447__x0430__x043b__x043e_" minOccurs="0"/>
                <xsd:element ref="ns2:_x0414__x043e__x0432__x0435__x0440__x0435__x043d__x043d__x043e__x0441__x0442__x044c___x043e__x043a__x043e__x043d__x0447__x0430__x043d__x0438__x0435_" minOccurs="0"/>
                <xsd:element ref="ns2:KASE" minOccurs="0"/>
                <xsd:element ref="ns2:SM" minOccurs="0"/>
                <xsd:element ref="ns2:Company_x0020_Documents" minOccurs="0"/>
                <xsd:element ref="ns2:_x0418__x041f___x0443__x0434___x043a__x043e__x043d__x0435__x0446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inOccurs="0"/>
                <xsd:element ref="ns2:_x0414__x043e__x0433__x043e__x0432__x043e__x0440__x0020__x0430__x0440__x0435__x043d__x0434__x044b_" minOccurs="0"/>
                <xsd:element ref="ns2:_x0410__x043a__x0442__x0020__x043f__x0440__x0438__x0435__x043c__x0430__x0020__x043f__x043e__x043c__x0435__x0449__x0435__x043d__x0438__x044f_0" minOccurs="0"/>
                <xsd:element ref="ns2:_x0410__x043a__x0442__x0443__x043b__x044c__x043d__x043e__x0441__x0442__x044c_" minOccurs="0"/>
                <xsd:element ref="ns2:_x0410__x043a__x0442__x0443__x043b__x044c__x043d__x043e__x0441__x0442__x044c_1" minOccurs="0"/>
                <xsd:element ref="ns2:_x0414__x0430__x0442__x0430___x043e__x043a__x043e__x043d__x0447__x0430__x043d__x0438__x044f___x0434__x0435__x0439__x0441__x0442__x0432__x0438__x044f_" minOccurs="0"/>
                <xsd:element ref="ns2:_x0414__x0430__x0442__x0430___x043e__x043a__x043e__x043d__x0447__x0430__x043d__x0438__x044f___x0434__x0435__x0439__x0441__x0442__x0432__x0438__x044f_1" minOccurs="0"/>
                <xsd:element ref="ns2:_x042e__x0440__x0438__x0434__x0438__x0447__x0435__x0441__x043a__x043e__x0435___x043d__x0430__x0438__x043c__x0435__x043d__x043e__x0432__x0430__x043d__x0438__x0435_" minOccurs="0"/>
                <xsd:element ref="ns2:_x0421__x0442__x0440__x0430__x043d__x0430___x044e__x0440_" minOccurs="0"/>
                <xsd:element ref="ns2:_x0418__x043d__x0434__x0435__x043a__x0441___x044e__x0440_" minOccurs="0"/>
                <xsd:element ref="ns2:_x0413__x043e__x0440__x043e__x0434___x044e__x0440_" minOccurs="0"/>
                <xsd:element ref="ns2:_x0410__x0434__x0440__x0435__x0441___x044e__x0440_" minOccurs="0"/>
                <xsd:element ref="ns2:_x0421__x0442__x0440__x0430__x043d__x0430___x0444__x0430__x043a__x0442_" minOccurs="0"/>
                <xsd:element ref="ns2:_x0418__x043d__x0434__x0435__x043a__x0441___x0444__x0430__x043a__x0442_" minOccurs="0"/>
                <xsd:element ref="ns2:_x0413__x043e__x0440__x043e__x0434___x0444__x0430__x043a__x0442_" minOccurs="0"/>
                <xsd:element ref="ns2:_x0410__x0434__x0440__x0435__x0441___x0444__x0430__x043a__x0442_" minOccurs="0"/>
                <xsd:element ref="ns2:_x0442__x0435__x043b__x0435__x0444__x043e__x043d___x0444__x0430__x043a__x0441_" minOccurs="0"/>
                <xsd:element ref="ns2:E_x0020_Mail" minOccurs="0"/>
                <xsd:element ref="ns2:_x0411__x0430__x043d__x043a_" minOccurs="0"/>
                <xsd:element ref="ns2:IBAN" minOccurs="0"/>
                <xsd:element ref="ns2:_x0411__x0418__x041a_" minOccurs="0"/>
                <xsd:element ref="ns2:_x0411__x0418__x041d_" minOccurs="0"/>
                <xsd:element ref="ns2:_x041a__x0411__x0415_" minOccurs="0"/>
                <xsd:element ref="ns2:_x0410__x043a__x0442__x0438__x0432__x043d__x043e__x0441__x0442__x044c_" minOccurs="0"/>
                <xsd:element ref="ns2:_x041f__x0430__x0440__x043e__x043b__x044c_" minOccurs="0"/>
                <xsd:element ref="ns2:_x041a__x043e__x043d__x0442__x0430__x043a__x0442__x043d__x044b__x0439___x0430__x0431__x043e__x043d__x0435__x043d__x0442__x0441__x043a__x0438__x0439___x043d__x043e__x043c__x0435__x0440_" minOccurs="0"/>
                <xsd:element ref="ns2:_x042d__x043b__x0435__x043a__x0442__x0440__x043e__x043d__x043d__x044b__x0439___x0430__x0434__x0440__x0435__x0441_" minOccurs="0"/>
                <xsd:element ref="ns2:Test" minOccurs="0"/>
                <xsd:element ref="ns2:Company_x0020_Link" minOccurs="0"/>
                <xsd:element ref="ns2:Update" minOccurs="0"/>
                <xsd:element ref="ns2:Link" minOccurs="0"/>
                <xsd:element ref="ns2:_x041f__x0438__x0441__x044c__x043c__x043e___x0441__x043e__x0433__x043b__x0430__x0441__x0438__x0435___x0441__x0442__x0430__x0442__x0443__x0441_" minOccurs="0"/>
                <xsd:element ref="ns2:_x041f__x0438__x0441__x044c__x043c__x043e___x0441__x043e__x0433__x043b__x0430__x0441__x0438__x0435__date" minOccurs="0"/>
                <xsd:element ref="ns2:_x041f__x0438__x0441__x044c__x043c__x043e___x0441__x043e__x0433__x043b__x0430__x0441__x0438__x0435___x044e__x0437__x0435__x0440_" minOccurs="0"/>
                <xsd:element ref="ns2:_x041f__x0438__x0441__x044c__x043c__x043e___x0441__x043e__x0433__x043b__x0430__x0441__x0438__x0435___x043e__x0440__x0438__x0433__x0438__x043d__x0430__x043b_" minOccurs="0"/>
                <xsd:element ref="ns2:_x041f__x0438__x0441__x044c__x043c__x043e___x0441__x043e__x0433__x043b__x0430__x0441__x0438__x0435___x043e__x0440__x0438__x0433__x0438__x043d__x0430__x043b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" minOccurs="0"/>
                <xsd:element ref="ns2:_x0424__x0418__x041e___x043f__x043e__x0432__x0435__x0440__x0435__x043d__x043d__x043e__x0433__x043e_" minOccurs="0"/>
                <xsd:element ref="ns2:_x0412__x0435__x0440__x0438__x0444__x0438__x043a__x0430__x0446__x0438__x044f___x043d__x0430__x043b__x0438__x0447__x0438__x0435___x043e__x0440__x0438__x0433__x0438__x043d__x0430__x043b__x0430_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__x0438__x0441__x0442__x043e__x0440__x0438__x044f_" minOccurs="0"/>
                <xsd:element ref="ns2:_x041f__x0430__x0440__x043e__x043b__x044c__2" minOccurs="0"/>
                <xsd:element ref="ns2:_x041f__x0430__x0440__x043e__x043b__x044c___x0438__x0441__x0442__x043e__x0440__x0438__x044f__2" minOccurs="0"/>
                <xsd:element ref="ns2:_x041a__x043e__x043d__x0442__x0430__x043a__x0442__x043d__x044b__x0439___x0430__x0431__x043e__x043d__x0435__x043d__x0442__x0441__x043a__x0438__x0439___x043d__x043e__x043c__x0435__x0440__2" minOccurs="0"/>
                <xsd:element ref="ns2:_x042d__x043b__x0435__x043a__x0442__x0440__x043e__x043d__x043d__x044b__x0439___x0430__x0434__x0440__x0435__x0441__2" minOccurs="0"/>
                <xsd:element ref="ns2:_x0412__x0435__x0440__x0438__x0444__x0438__x043a__x0430__x0446__x0438__x044f___x043d__x0430__x043b__x0438__x0447__x0438__x0435___x043e__x0440__x0438__x0433__x0438__x043d__x0430__x043b__x0430__2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_2" minOccurs="0"/>
                <xsd:element ref="ns2:Email__x0443__x0434_" minOccurs="0"/>
                <xsd:element ref="ns2:_x0422__x0435__x0441__x0442___x043f__x0430__x0440__x043e__x043b__x044f_" minOccurs="0"/>
                <xsd:element ref="ns2:_x0422__x0438__x043f___x0434__x043e__x0432__x0435__x0440__x0435__x043d__x043d__x043e__x0441__x0442__x0438_" minOccurs="0"/>
                <xsd:element ref="ns2:_x0422__x0438__x043f___x0434__x043e__x043a__x0443__x043c__x0435__x043d__x0442__x0430_" minOccurs="0"/>
                <xsd:element ref="ns2:_x041a__x043e__x043d__x0442__x0430__x043a__x0442__x043d__x044b__x0439___x043d__x043e__x043c__x0435__x0440_" minOccurs="0"/>
                <xsd:element ref="ns2:User" minOccurs="0"/>
                <xsd:element ref="ns1:ShowCombineView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RepairView" ma:index="9" nillable="true" ma:displayName="Показать представление восстановления" ma:hidden="true" ma:internalName="ShowRepairView" ma:readOnly="false">
      <xsd:simpleType>
        <xsd:restriction base="dms:Text"/>
      </xsd:simpleType>
    </xsd:element>
    <xsd:element name="TemplateUrl" ma:index="10" nillable="true" ma:displayName="Ссылка на шаблон" ma:hidden="true" ma:internalName="TemplateUrl" ma:readOnly="false">
      <xsd:simpleType>
        <xsd:restriction base="dms:Text"/>
      </xsd:simpleType>
    </xsd:element>
    <xsd:element name="xd_ProgID" ma:index="11" nillable="true" ma:displayName="Ссылка на HTML-файл" ma:hidden="true" ma:internalName="xd_ProgID" ma:readOnly="false">
      <xsd:simpleType>
        <xsd:restriction base="dms:Text"/>
      </xsd:simpleType>
    </xsd:element>
    <xsd:element name="ShowCombineView" ma:index="89" nillable="true" ma:displayName="Показать составное представление" ma:hidden="true" ma:internalName="ShowCombineView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51eb4-5e07-4c99-b842-6b98263d0705" elementFormDefault="qualified">
    <xsd:import namespace="http://schemas.microsoft.com/office/2006/documentManagement/types"/>
    <xsd:import namespace="http://schemas.microsoft.com/office/infopath/2007/PartnerControls"/>
    <xsd:element name="BIN" ma:index="12" nillable="true" ma:displayName="BIN" ma:internalName="BIN" ma:readOnly="true">
      <xsd:simpleType>
        <xsd:restriction base="dms:Text"/>
      </xsd:simpleType>
    </xsd:element>
    <xsd:element name="Account_x0020_Name" ma:index="13" nillable="true" ma:displayName="Account Name" ma:internalName="Account_x0020_Name" ma:readOnly="true">
      <xsd:simpleType>
        <xsd:restriction base="dms:Text"/>
      </xsd:simpleType>
    </xsd:element>
    <xsd:element name="_x0424__x043e__x0440__x043c__x0430_" ma:index="14" nillable="true" ma:displayName="Форма" ma:internalName="_x0424__x043e__x0440__x043c__x0430_" ma:readOnly="true">
      <xsd:simpleType>
        <xsd:restriction base="dms:Text"/>
      </xsd:simpleType>
    </xsd:element>
    <xsd:element name="_x0423__x0441__x0442__x0430__x0432_" ma:index="15" nillable="true" ma:displayName="Устав" ma:internalName="_x0423__x0441__x0442__x0430__x0432_" ma:readOnly="true">
      <xsd:simpleType>
        <xsd:restriction base="dms:Boolean"/>
      </xsd:simpleType>
    </xsd:element>
    <xsd:element name="_x0421__x0432__x0438__x0434__x0435__x0442__x0435__x043b__x044c__x0441__x0442__x0432__x043e___x041d__x0414__x0421_" ma:index="16" nillable="true" ma:displayName="Свидетельство_НДС" ma:internalName="_x0421__x0432__x0438__x0434__x0435__x0442__x0435__x043b__x044c__x0441__x0442__x0432__x043e___x041d__x0414__x0421_" ma:readOnly="true">
      <xsd:simpleType>
        <xsd:restriction base="dms:Boolean"/>
      </xsd:simpleType>
    </xsd:element>
    <xsd:element name="_x0421__x0432__x0438__x0434__x0435__x0442__x0435__x043b__x044c__x0441__x0442__x0432__x043e___x043e___x0440__x0435__x0433__x0438__x0441__x0442__x0440__x0430__x0446__x0438__x0438_" ma:index="17" nillable="true" ma:displayName="Свидетельство_о_регистрации" ma:internalName="_x0421__x0432__x0438__x0434__x0435__x0442__x0435__x043b__x044c__x0441__x0442__x0432__x043e___x043e___x0440__x0435__x0433__x0438__x0441__x0442__x0440__x0430__x0446__x0438__x0438_" ma:readOnly="true">
      <xsd:simpleType>
        <xsd:restriction base="dms:Boolean"/>
      </xsd:simpleType>
    </xsd:element>
    <xsd:element name="_x0414__x043e__x0432__x0435__x0440__x0435__x043d__x043d__x043e__x0441__x0442__x044c_" ma:index="18" nillable="true" ma:displayName="Доверенность" ma:internalName="_x0414__x043e__x0432__x0435__x0440__x0435__x043d__x043d__x043e__x0441__x0442__x044c_" ma:readOnly="true">
      <xsd:simpleType>
        <xsd:restriction base="dms:Boolean"/>
      </xsd:simpleType>
    </xsd:element>
    <xsd:element name="_x0423__x0434__x043e__x0441__x0442__x043e__x0432__x0435__x0440__x0435__x043d__x0438__x0435___x043b__x0438__x0447__x043d__x043e__x0441__x0442__x0438_" ma:index="19" nillable="true" ma:displayName="Удостоверение_личности" ma:internalName="_x0423__x0434__x043e__x0441__x0442__x043e__x0432__x0435__x0440__x0435__x043d__x0438__x0435___x043b__x0438__x0447__x043d__x043e__x0441__x0442__x0438_" ma:readOnly="true">
      <xsd:simpleType>
        <xsd:restriction base="dms:Boolean"/>
      </xsd:simpleType>
    </xsd:element>
    <xsd:element name="_x0421__x0432__x0438__x0434__x0435__x0442__x0435__x043b__x044c__x0441__x0442__x0432__x043e___x0418__x041f_" ma:index="20" nillable="true" ma:displayName="Свидетельство_ИП" ma:internalName="_x0421__x0432__x0438__x0434__x0435__x0442__x0435__x043b__x044c__x0441__x0442__x0432__x043e___x0418__x041f_" ma:readOnly="true">
      <xsd:simpleType>
        <xsd:restriction base="dms:Boolean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index="21" nillable="true" ma:displayName="Cправка_с_банка_о_наличии_банковских_реквизитов_ИП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readOnly="true">
      <xsd:simpleType>
        <xsd:restriction base="dms:Boolean"/>
      </xsd:simpleType>
    </xsd:element>
    <xsd:element name="_x041f__x0440__x0438__x043a__x0430__x0437___x043e___x043d__x0430__x0437__x043d__x0430__x0447__x0435__x043d__x0438__x0438_" ma:index="22" nillable="true" ma:displayName="Приказ_о_назначении" ma:internalName="_x041f__x0440__x0438__x043a__x0430__x0437___x043e___x043d__x0430__x0437__x043d__x0430__x0447__x0435__x043d__x0438__x0438_" ma:readOnly="true">
      <xsd:simpleType>
        <xsd:restriction base="dms:Boolean"/>
      </xsd:simpleType>
    </xsd:element>
    <xsd:element name="_x0412__x044b__x043f__x0438__x0441__x043a__x0430___x0438__x0437___x043f__x0440__x043e__x0442__x043e__x043a__x043e__x043b__x0430___x0443__x0447__x0430__x0441__x0442__x043d__x0438__x043a__x043e__x0432_" ma:index="23" nillable="true" ma:displayName="Выписка_из_протокола_участников" ma:internalName="_x0412__x044b__x043f__x0438__x0441__x043a__x0430___x0438__x0437___x043f__x0440__x043e__x0442__x043e__x043a__x043e__x043b__x0430___x0443__x0447__x0430__x0441__x0442__x043d__x0438__x043a__x043e__x0432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" ma:index="24" nillable="true" ma:displayName="Пароль_на_верификацию" ma:internalName="_x041f__x0430__x0440__x043e__x043b__x044c___x043d__x0430___x0432__x0435__x0440__x0438__x0444__x0438__x043a__x0430__x0446__x0438__x044e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__x0418__x041f_" ma:index="25" nillable="true" ma:displayName="Пароль_на_верификацию_ИП" ma:internalName="_x041f__x0430__x0440__x043e__x043b__x044c___x043d__x0430___x0432__x0435__x0440__x0438__x0444__x0438__x043a__x0430__x0446__x0438__x044e___x0418__x041f_" ma:readOnly="true">
      <xsd:simpleType>
        <xsd:restriction base="dms:Boolean"/>
      </xsd:simpleType>
    </xsd:element>
    <xsd:element name="_x041f__x0440__x0438__x043a__x0430__x0437___x043d__x0430__x0447__x0430__x043b__x043e_" ma:index="26" nillable="true" ma:displayName="Приказ_начало" ma:internalName="_x041f__x0440__x0438__x043a__x0430__x0437___x043d__x0430__x0447__x0430__x043b__x043e_" ma:readOnly="true">
      <xsd:simpleType>
        <xsd:restriction base="dms:Text"/>
      </xsd:simpleType>
    </xsd:element>
    <xsd:element name="_x041f__x0440__x0438__x043a__x0430__x0437___x043a__x043e__x043d__x0435__x0446_" ma:index="27" nillable="true" ma:displayName="Приказ_конец" ma:internalName="_x041f__x0440__x0438__x043a__x0430__x0437___x043a__x043e__x043d__x0435__x0446_" ma:readOnly="true">
      <xsd:simpleType>
        <xsd:restriction base="dms:Text"/>
      </xsd:simpleType>
    </xsd:element>
    <xsd:element name="_x0412__x044b__x043f__x0438__x0441__x043a__x0430___x043d__x0430__x0447__x0430__x043b__x043e_" ma:index="28" nillable="true" ma:displayName="Выписка_начало" ma:internalName="_x0412__x044b__x043f__x0438__x0441__x043a__x0430___x043d__x0430__x0447__x0430__x043b__x043e_" ma:readOnly="true">
      <xsd:simpleType>
        <xsd:restriction base="dms:Text"/>
      </xsd:simpleType>
    </xsd:element>
    <xsd:element name="_x0412__x044b__x043f__x0438__x0441__x043a__x0430___x043a__x043e__x043d__x0435__x0446_" ma:index="29" nillable="true" ma:displayName="Выписка_конец" ma:internalName="_x0412__x044b__x043f__x0438__x0441__x043a__x0430___x043a__x043e__x043d__x0435__x0446_" ma:readOnly="true">
      <xsd:simpleType>
        <xsd:restriction base="dms:Text"/>
      </xsd:simpleType>
    </xsd:element>
    <xsd:element name="_x0414__x043e__x0432__x0435__x0440__x0435__x043d__x043d__x043e__x0441__x0442__x044c___x043d__x0430__x0447__x0430__x043b__x043e_" ma:index="30" nillable="true" ma:displayName="Доверенность_начало" ma:internalName="_x0414__x043e__x0432__x0435__x0440__x0435__x043d__x043d__x043e__x0441__x0442__x044c___x043d__x0430__x0447__x0430__x043b__x043e_" ma:readOnly="true">
      <xsd:simpleType>
        <xsd:restriction base="dms:Note">
          <xsd:maxLength value="255"/>
        </xsd:restriction>
      </xsd:simpleType>
    </xsd:element>
    <xsd:element name="_x0414__x043e__x0432__x0435__x0440__x0435__x043d__x043d__x043e__x0441__x0442__x044c___x043e__x043a__x043e__x043d__x0447__x0430__x043d__x0438__x0435_" ma:index="31" nillable="true" ma:displayName="Доверенность_окончание" ma:internalName="_x0414__x043e__x0432__x0435__x0440__x0435__x043d__x043d__x043e__x0441__x0442__x044c___x043e__x043a__x043e__x043d__x0447__x0430__x043d__x0438__x0435_" ma:readOnly="true">
      <xsd:simpleType>
        <xsd:restriction base="dms:Note">
          <xsd:maxLength value="255"/>
        </xsd:restriction>
      </xsd:simpleType>
    </xsd:element>
    <xsd:element name="KASE" ma:index="32" nillable="true" ma:displayName="KASE" ma:internalName="KASE" ma:readOnly="true">
      <xsd:simpleType>
        <xsd:restriction base="dms:Text"/>
      </xsd:simpleType>
    </xsd:element>
    <xsd:element name="SM" ma:index="33" nillable="true" ma:displayName="SM" ma:internalName="SM" ma:readOnly="true">
      <xsd:simpleType>
        <xsd:restriction base="dms:Text"/>
      </xsd:simpleType>
    </xsd:element>
    <xsd:element name="Company_x0020_Documents" ma:index="34" nillable="true" ma:displayName="Company Documents" ma:internalName="Company_x0020_Document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8__x041f___x0443__x0434___x043a__x043e__x043d__x0435__x0446_" ma:index="35" nillable="true" ma:displayName="ИП_уд_конец" ma:internalName="_x0418__x041f___x0443__x0434___x043a__x043e__x043d__x0435__x0446_" ma:readOnly="true">
      <xsd:simpleType>
        <xsd:restriction base="dms:Text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index="36" nillable="true" ma:displayName="Cправка_с_банка_о_наличии_банковских_реквизитов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readOnly="true">
      <xsd:simpleType>
        <xsd:restriction base="dms:Boolean"/>
      </xsd:simpleType>
    </xsd:element>
    <xsd:element name="_x0414__x043e__x0433__x043e__x0432__x043e__x0440__x0020__x0430__x0440__x0435__x043d__x0434__x044b_" ma:index="37" nillable="true" ma:displayName="Договор аренды" ma:internalName="_x0414__x043e__x0433__x043e__x0432__x043e__x0440__x0020__x0430__x0440__x0435__x043d__x0434__x044b_" ma:readOnly="true">
      <xsd:simpleType>
        <xsd:restriction base="dms:Boolean"/>
      </xsd:simpleType>
    </xsd:element>
    <xsd:element name="_x0410__x043a__x0442__x0020__x043f__x0440__x0438__x0435__x043c__x0430__x0020__x043f__x043e__x043c__x0435__x0449__x0435__x043d__x0438__x044f_0" ma:index="38" nillable="true" ma:displayName="Акт приема помещения" ma:internalName="_x0410__x043a__x0442__x0020__x043f__x0440__x0438__x0435__x043c__x0430__x0020__x043f__x043e__x043c__x0435__x0449__x0435__x043d__x0438__x044f_0" ma:readOnly="true">
      <xsd:simpleType>
        <xsd:restriction base="dms:Boolean"/>
      </xsd:simpleType>
    </xsd:element>
    <xsd:element name="_x0410__x043a__x0442__x0443__x043b__x044c__x043d__x043e__x0441__x0442__x044c_" ma:index="39" nillable="true" ma:displayName="Актульность" ma:internalName="_x0410__x043a__x0442__x0443__x043b__x044c__x043d__x043e__x0441__x0442__x044c_" ma:readOnly="true">
      <xsd:simpleType>
        <xsd:restriction base="dms:Text"/>
      </xsd:simpleType>
    </xsd:element>
    <xsd:element name="_x0410__x043a__x0442__x0443__x043b__x044c__x043d__x043e__x0441__x0442__x044c_1" ma:index="40" nillable="true" ma:displayName="Актульность1" ma:internalName="_x0410__x043a__x0442__x0443__x043b__x044c__x043d__x043e__x0441__x0442__x044c_1" ma:readOnly="true">
      <xsd:simpleType>
        <xsd:restriction base="dms:Text"/>
      </xsd:simpleType>
    </xsd:element>
    <xsd:element name="_x0414__x0430__x0442__x0430___x043e__x043a__x043e__x043d__x0447__x0430__x043d__x0438__x044f___x0434__x0435__x0439__x0441__x0442__x0432__x0438__x044f_" ma:index="41" nillable="true" ma:displayName="Дата_окончания_действия" ma:format="DateOnly" ma:internalName="_x0414__x0430__x0442__x0430___x043e__x043a__x043e__x043d__x0447__x0430__x043d__x0438__x044f___x0434__x0435__x0439__x0441__x0442__x0432__x0438__x044f_" ma:readOnly="true">
      <xsd:simpleType>
        <xsd:restriction base="dms:DateTime"/>
      </xsd:simpleType>
    </xsd:element>
    <xsd:element name="_x0414__x0430__x0442__x0430___x043e__x043a__x043e__x043d__x0447__x0430__x043d__x0438__x044f___x0434__x0435__x0439__x0441__x0442__x0432__x0438__x044f_1" ma:index="42" nillable="true" ma:displayName="Дата_окончания_действия1" ma:format="DateOnly" ma:internalName="_x0414__x0430__x0442__x0430___x043e__x043a__x043e__x043d__x0447__x0430__x043d__x0438__x044f___x0434__x0435__x0439__x0441__x0442__x0432__x0438__x044f_1" ma:readOnly="true">
      <xsd:simpleType>
        <xsd:restriction base="dms:DateTime"/>
      </xsd:simpleType>
    </xsd:element>
    <xsd:element name="_x042e__x0440__x0438__x0434__x0438__x0447__x0435__x0441__x043a__x043e__x0435___x043d__x0430__x0438__x043c__x0435__x043d__x043e__x0432__x0430__x043d__x0438__x0435_" ma:index="43" nillable="true" ma:displayName="Юридическое_наименование" ma:internalName="_x042e__x0440__x0438__x0434__x0438__x0447__x0435__x0441__x043a__x043e__x0435___x043d__x0430__x0438__x043c__x0435__x043d__x043e__x0432__x0430__x043d__x0438__x0435_" ma:readOnly="true">
      <xsd:simpleType>
        <xsd:restriction base="dms:Text"/>
      </xsd:simpleType>
    </xsd:element>
    <xsd:element name="_x0421__x0442__x0440__x0430__x043d__x0430___x044e__x0440_" ma:index="44" nillable="true" ma:displayName="Страна_юр" ma:internalName="_x0421__x0442__x0440__x0430__x043d__x0430___x044e__x0440_" ma:readOnly="true">
      <xsd:simpleType>
        <xsd:restriction base="dms:Text"/>
      </xsd:simpleType>
    </xsd:element>
    <xsd:element name="_x0418__x043d__x0434__x0435__x043a__x0441___x044e__x0440_" ma:index="45" nillable="true" ma:displayName="Индекс_юр" ma:internalName="_x0418__x043d__x0434__x0435__x043a__x0441___x044e__x0440_" ma:readOnly="true">
      <xsd:simpleType>
        <xsd:restriction base="dms:Text"/>
      </xsd:simpleType>
    </xsd:element>
    <xsd:element name="_x0413__x043e__x0440__x043e__x0434___x044e__x0440_" ma:index="46" nillable="true" ma:displayName="Город_юр" ma:internalName="_x0413__x043e__x0440__x043e__x0434___x044e__x0440_" ma:readOnly="true">
      <xsd:simpleType>
        <xsd:restriction base="dms:Text"/>
      </xsd:simpleType>
    </xsd:element>
    <xsd:element name="_x0410__x0434__x0440__x0435__x0441___x044e__x0440_" ma:index="47" nillable="true" ma:displayName="Адрес_юр" ma:internalName="_x0410__x0434__x0440__x0435__x0441___x044e__x0440_" ma:readOnly="true">
      <xsd:simpleType>
        <xsd:restriction base="dms:Text"/>
      </xsd:simpleType>
    </xsd:element>
    <xsd:element name="_x0421__x0442__x0440__x0430__x043d__x0430___x0444__x0430__x043a__x0442_" ma:index="48" nillable="true" ma:displayName="Страна_факт" ma:internalName="_x0421__x0442__x0440__x0430__x043d__x0430___x0444__x0430__x043a__x0442_" ma:readOnly="true">
      <xsd:simpleType>
        <xsd:restriction base="dms:Text"/>
      </xsd:simpleType>
    </xsd:element>
    <xsd:element name="_x0418__x043d__x0434__x0435__x043a__x0441___x0444__x0430__x043a__x0442_" ma:index="49" nillable="true" ma:displayName="Индекс_факт" ma:internalName="_x0418__x043d__x0434__x0435__x043a__x0441___x0444__x0430__x043a__x0442_" ma:readOnly="true">
      <xsd:simpleType>
        <xsd:restriction base="dms:Text"/>
      </xsd:simpleType>
    </xsd:element>
    <xsd:element name="_x0413__x043e__x0440__x043e__x0434___x0444__x0430__x043a__x0442_" ma:index="50" nillable="true" ma:displayName="Город_факт" ma:internalName="_x0413__x043e__x0440__x043e__x0434___x0444__x0430__x043a__x0442_" ma:readOnly="true">
      <xsd:simpleType>
        <xsd:restriction base="dms:Text"/>
      </xsd:simpleType>
    </xsd:element>
    <xsd:element name="_x0410__x0434__x0440__x0435__x0441___x0444__x0430__x043a__x0442_" ma:index="51" nillable="true" ma:displayName="Адрес_факт" ma:internalName="_x0410__x0434__x0440__x0435__x0441___x0444__x0430__x043a__x0442_" ma:readOnly="true">
      <xsd:simpleType>
        <xsd:restriction base="dms:Text"/>
      </xsd:simpleType>
    </xsd:element>
    <xsd:element name="_x0442__x0435__x043b__x0435__x0444__x043e__x043d___x0444__x0430__x043a__x0441_" ma:index="52" nillable="true" ma:displayName="телефон_факс" ma:internalName="_x0442__x0435__x043b__x0435__x0444__x043e__x043d___x0444__x0430__x043a__x0441_" ma:readOnly="true">
      <xsd:simpleType>
        <xsd:restriction base="dms:Text"/>
      </xsd:simpleType>
    </xsd:element>
    <xsd:element name="E_x0020_Mail" ma:index="53" nillable="true" ma:displayName="E Mail" ma:internalName="E_x0020_Mail" ma:readOnly="true">
      <xsd:simpleType>
        <xsd:restriction base="dms:Text"/>
      </xsd:simpleType>
    </xsd:element>
    <xsd:element name="_x0411__x0430__x043d__x043a_" ma:index="54" nillable="true" ma:displayName="Банк" ma:internalName="_x0411__x0430__x043d__x043a_" ma:readOnly="true">
      <xsd:simpleType>
        <xsd:restriction base="dms:Text"/>
      </xsd:simpleType>
    </xsd:element>
    <xsd:element name="IBAN" ma:index="55" nillable="true" ma:displayName="IBAN" ma:internalName="IBAN" ma:readOnly="true">
      <xsd:simpleType>
        <xsd:restriction base="dms:Text"/>
      </xsd:simpleType>
    </xsd:element>
    <xsd:element name="_x0411__x0418__x041a_" ma:index="56" nillable="true" ma:displayName="БИК" ma:internalName="_x0411__x0418__x041a_" ma:readOnly="true">
      <xsd:simpleType>
        <xsd:restriction base="dms:Text"/>
      </xsd:simpleType>
    </xsd:element>
    <xsd:element name="_x0411__x0418__x041d_" ma:index="57" nillable="true" ma:displayName="БИН" ma:internalName="_x0411__x0418__x041d_" ma:readOnly="true">
      <xsd:simpleType>
        <xsd:restriction base="dms:Text"/>
      </xsd:simpleType>
    </xsd:element>
    <xsd:element name="_x041a__x0411__x0415_" ma:index="58" nillable="true" ma:displayName="КБЕ" ma:internalName="_x041a__x0411__x0415_" ma:readOnly="true">
      <xsd:simpleType>
        <xsd:restriction base="dms:Text"/>
      </xsd:simpleType>
    </xsd:element>
    <xsd:element name="_x0410__x043a__x0442__x0438__x0432__x043d__x043e__x0441__x0442__x044c_" ma:index="59" nillable="true" ma:displayName="Активность" ma:internalName="_x0410__x043a__x0442__x0438__x0432__x043d__x043e__x0441__x0442__x044c_">
      <xsd:simpleType>
        <xsd:restriction base="dms:Text">
          <xsd:maxLength value="255"/>
        </xsd:restriction>
      </xsd:simpleType>
    </xsd:element>
    <xsd:element name="_x041f__x0430__x0440__x043e__x043b__x044c_" ma:index="60" nillable="true" ma:displayName="Пароль" ma:internalName="_x041f__x0430__x0440__x043e__x043b__x044c_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" ma:index="61" nillable="true" ma:displayName="Контактный_абонентский_номер" ma:internalName="_x041a__x043e__x043d__x0442__x0430__x043a__x0442__x043d__x044b__x0439___x0430__x0431__x043e__x043d__x0435__x043d__x0442__x0441__x043a__x0438__x0439___x043d__x043e__x043c__x0435__x0440_" ma:readOnly="true">
      <xsd:simpleType>
        <xsd:restriction base="dms:Text"/>
      </xsd:simpleType>
    </xsd:element>
    <xsd:element name="_x042d__x043b__x0435__x043a__x0442__x0440__x043e__x043d__x043d__x044b__x0439___x0430__x0434__x0440__x0435__x0441_" ma:index="62" nillable="true" ma:displayName="Электронный_адрес" ma:internalName="_x042d__x043b__x0435__x043a__x0442__x0440__x043e__x043d__x043d__x044b__x0439___x0430__x0434__x0440__x0435__x0441_" ma:readOnly="true">
      <xsd:simpleType>
        <xsd:restriction base="dms:Text"/>
      </xsd:simpleType>
    </xsd:element>
    <xsd:element name="Test" ma:index="63" nillable="true" ma:displayName="Test" ma:internalName="Test">
      <xsd:simpleType>
        <xsd:restriction base="dms:Text">
          <xsd:maxLength value="255"/>
        </xsd:restriction>
      </xsd:simpleType>
    </xsd:element>
    <xsd:element name="Company_x0020_Link" ma:index="64" nillable="true" ma:displayName="Company Link" ma:internalName="Company_x0020_Link">
      <xsd:simpleType>
        <xsd:restriction base="dms:Text">
          <xsd:maxLength value="255"/>
        </xsd:restriction>
      </xsd:simpleType>
    </xsd:element>
    <xsd:element name="Update" ma:index="65" nillable="true" ma:displayName="Update" ma:internalName="Update">
      <xsd:simpleType>
        <xsd:restriction base="dms:Text">
          <xsd:maxLength value="255"/>
        </xsd:restriction>
      </xsd:simpleType>
    </xsd:element>
    <xsd:element name="Link" ma:index="66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f__x0438__x0441__x044c__x043c__x043e___x0441__x043e__x0433__x043b__x0430__x0441__x0438__x0435___x0441__x0442__x0430__x0442__x0443__x0441_" ma:index="67" nillable="true" ma:displayName="Письмо_согласие_статус" ma:internalName="_x041f__x0438__x0441__x044c__x043c__x043e___x0441__x043e__x0433__x043b__x0430__x0441__x0438__x0435___x0441__x0442__x0430__x0442__x0443__x0441_" ma:readOnly="true">
      <xsd:simpleType>
        <xsd:restriction base="dms:Boolean"/>
      </xsd:simpleType>
    </xsd:element>
    <xsd:element name="_x041f__x0438__x0441__x044c__x043c__x043e___x0441__x043e__x0433__x043b__x0430__x0441__x0438__x0435__date" ma:index="68" nillable="true" ma:displayName="Письмо_согласие_date" ma:internalName="_x041f__x0438__x0441__x044c__x043c__x043e___x0441__x043e__x0433__x043b__x0430__x0441__x0438__x0435__date" ma:readOnly="true">
      <xsd:simpleType>
        <xsd:restriction base="dms:Text"/>
      </xsd:simpleType>
    </xsd:element>
    <xsd:element name="_x041f__x0438__x0441__x044c__x043c__x043e___x0441__x043e__x0433__x043b__x0430__x0441__x0438__x0435___x044e__x0437__x0435__x0440_" ma:index="69" nillable="true" ma:displayName="Письмо_согласие_юзер" ma:internalName="_x041f__x0438__x0441__x044c__x043c__x043e___x0441__x043e__x0433__x043b__x0430__x0441__x0438__x0435___x044e__x0437__x0435__x0440_" ma:readOnly="true">
      <xsd:simpleType>
        <xsd:restriction base="dms:Text"/>
      </xsd:simpleType>
    </xsd:element>
    <xsd:element name="_x041f__x0438__x0441__x044c__x043c__x043e___x0441__x043e__x0433__x043b__x0430__x0441__x0438__x0435___x043e__x0440__x0438__x0433__x0438__x043d__x0430__x043b_" ma:index="70" nillable="true" ma:displayName="Письмо_согласие_оригинал" ma:internalName="_x041f__x0438__x0441__x044c__x043c__x043e___x0441__x043e__x0433__x043b__x0430__x0441__x0438__x0435___x043e__x0440__x0438__x0433__x0438__x043d__x0430__x043b_" ma:readOnly="true">
      <xsd:simpleType>
        <xsd:restriction base="dms:Boolean"/>
      </xsd:simpleType>
    </xsd:element>
    <xsd:element name="_x041f__x0438__x0441__x044c__x043c__x043e___x0441__x043e__x0433__x043b__x0430__x0441__x0438__x0435___x043e__x0440__x0438__x0433__x0438__x043d__x0430__x043b___x0438__x0441__x0442__x043e__x0440__x0438__x044f_" ma:index="71" nillable="true" ma:displayName="Письмо_согласие_оригинал_история" ma:internalName="_x041f__x0438__x0441__x044c__x043c__x043e___x0441__x043e__x0433__x043b__x0430__x0441__x0438__x0435___x043e__x0440__x0438__x0433__x0438__x043d__x0430__x043b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" ma:index="72" nillable="true" ma:displayName="Доверенность_наличие_оригинала" ma:internalName="_x0414__x043e__x0432__x0435__x0440__x0435__x043d__x043d__x043e__x0441__x0442__x044c___x043d__x0430__x043b__x0438__x0447__x0438__x0435___x043e__x0440__x0438__x0433__x0438__x043d__x0430__x043b__x0430_" ma:readOnly="true">
      <xsd:simpleType>
        <xsd:restriction base="dms:Boolean"/>
      </xsd:simpleType>
    </xsd:element>
    <xsd:element name="_x0424__x0418__x041e___x043f__x043e__x0432__x0435__x0440__x0435__x043d__x043d__x043e__x0433__x043e_" ma:index="73" nillable="true" ma:displayName="ФИО_поверенного" ma:internalName="_x0424__x0418__x041e___x043f__x043e__x0432__x0435__x0440__x0435__x043d__x043d__x043e__x0433__x043e_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" ma:index="74" nillable="true" ma:displayName="Верификация_наличие_оригинала" ma:internalName="_x0412__x0435__x0440__x0438__x0444__x0438__x043a__x0430__x0446__x0438__x044f___x043d__x0430__x043b__x0438__x0447__x0438__x0435___x043e__x0440__x0438__x0433__x0438__x043d__x0430__x043b__x0430_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" ma:index="75" nillable="true" ma:displayName="Верификация_наличие_оригинала_история" ma:internalName="_x0412__x0435__x0440__x0438__x0444__x0438__x043a__x0430__x0446__x0438__x044f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__x0438__x0441__x0442__x043e__x0440__x0438__x044f_" ma:index="76" nillable="true" ma:displayName="Доверенность_наличие_оригинала_история" ma:internalName="_x0414__x043e__x0432__x0435__x0440__x0435__x043d__x043d__x043e__x0441__x0442__x044c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f__x0430__x0440__x043e__x043b__x044c__2" ma:index="77" nillable="true" ma:displayName="Пароль_2" ma:internalName="_x041f__x0430__x0440__x043e__x043b__x044c__2" ma:readOnly="true">
      <xsd:simpleType>
        <xsd:restriction base="dms:Text"/>
      </xsd:simpleType>
    </xsd:element>
    <xsd:element name="_x041f__x0430__x0440__x043e__x043b__x044c___x0438__x0441__x0442__x043e__x0440__x0438__x044f__2" ma:index="78" nillable="true" ma:displayName="Пароль_история_2" ma:internalName="_x041f__x0430__x0440__x043e__x043b__x044c___x0438__x0441__x0442__x043e__x0440__x0438__x044f__2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_2" ma:index="79" nillable="true" ma:displayName="Контактный_абонентский_номер_2" ma:internalName="_x041a__x043e__x043d__x0442__x0430__x043a__x0442__x043d__x044b__x0439___x0430__x0431__x043e__x043d__x0435__x043d__x0442__x0441__x043a__x0438__x0439___x043d__x043e__x043c__x0435__x0440__2" ma:readOnly="true">
      <xsd:simpleType>
        <xsd:restriction base="dms:Text"/>
      </xsd:simpleType>
    </xsd:element>
    <xsd:element name="_x042d__x043b__x0435__x043a__x0442__x0440__x043e__x043d__x043d__x044b__x0439___x0430__x0434__x0440__x0435__x0441__2" ma:index="80" nillable="true" ma:displayName="Электронный_адрес_2" ma:internalName="_x042d__x043b__x0435__x043a__x0442__x0440__x043e__x043d__x043d__x044b__x0439___x0430__x0434__x0440__x0435__x0441__2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_2" ma:index="81" nillable="true" ma:displayName="Верификация_наличие_оригинала_2" ma:internalName="_x0412__x0435__x0440__x0438__x0444__x0438__x043a__x0430__x0446__x0438__x044f___x043d__x0430__x043b__x0438__x0447__x0438__x0435___x043e__x0440__x0438__x0433__x0438__x043d__x0430__x043b__x0430__2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_2" ma:index="82" nillable="true" ma:displayName="Верификация_наличие_оригинала_история_2" ma:internalName="_x0412__x0435__x0440__x0438__x0444__x0438__x043a__x0430__x0446__x0438__x044f___x043d__x0430__x043b__x0438__x0447__x0438__x0435___x043e__x0440__x0438__x0433__x0438__x043d__x0430__x043b__x0430___x0438__x0441__x0442__x043e__x0440__x0438__x044f__2" ma:readOnly="true">
      <xsd:simpleType>
        <xsd:restriction base="dms:Text"/>
      </xsd:simpleType>
    </xsd:element>
    <xsd:element name="Email__x0443__x0434_" ma:index="83" nillable="true" ma:displayName="Email_уд" ma:internalName="Email__x0443__x0434_" ma:readOnly="true">
      <xsd:simpleType>
        <xsd:restriction base="dms:Note">
          <xsd:maxLength value="255"/>
        </xsd:restriction>
      </xsd:simpleType>
    </xsd:element>
    <xsd:element name="_x0422__x0435__x0441__x0442___x043f__x0430__x0440__x043e__x043b__x044f_" ma:index="84" nillable="true" ma:displayName="Тест_пароля" ma:internalName="_x0422__x0435__x0441__x0442___x043f__x0430__x0440__x043e__x043b__x044f_" ma:readOnly="true">
      <xsd:simpleType>
        <xsd:restriction base="dms:Note">
          <xsd:maxLength value="255"/>
        </xsd:restriction>
      </xsd:simpleType>
    </xsd:element>
    <xsd:element name="_x0422__x0438__x043f___x0434__x043e__x0432__x0435__x0440__x0435__x043d__x043d__x043e__x0441__x0442__x0438_" ma:index="85" nillable="true" ma:displayName="Тип_доверенности" ma:internalName="_x0422__x0438__x043f___x0434__x043e__x0432__x0435__x0440__x0435__x043d__x043d__x043e__x0441__x0442__x0438_" ma:readOnly="true">
      <xsd:simpleType>
        <xsd:restriction base="dms:Note">
          <xsd:maxLength value="255"/>
        </xsd:restriction>
      </xsd:simpleType>
    </xsd:element>
    <xsd:element name="_x0422__x0438__x043f___x0434__x043e__x043a__x0443__x043c__x0435__x043d__x0442__x0430_" ma:index="86" nillable="true" ma:displayName="Тип_документа" ma:internalName="_x0422__x0438__x043f___x0434__x043e__x043a__x0443__x043c__x0435__x043d__x0442__x0430_" ma:readOnly="true">
      <xsd:simpleType>
        <xsd:restriction base="dms:Note">
          <xsd:maxLength value="255"/>
        </xsd:restriction>
      </xsd:simpleType>
    </xsd:element>
    <xsd:element name="_x041a__x043e__x043d__x0442__x0430__x043a__x0442__x043d__x044b__x0439___x043d__x043e__x043c__x0435__x0440_" ma:index="87" nillable="true" ma:displayName="Контактный_номер" ma:internalName="_x041a__x043e__x043d__x0442__x0430__x043a__x0442__x043d__x044b__x0439___x043d__x043e__x043c__x0435__x0440_" ma:readOnly="true">
      <xsd:simpleType>
        <xsd:restriction base="dms:Note">
          <xsd:maxLength value="255"/>
        </xsd:restriction>
      </xsd:simpleType>
    </xsd:element>
    <xsd:element name="User" ma:index="88" nillable="true" ma:displayName="User" ma:list="UserInfo" ma:SharePointGroup="0" ma:internalName="Us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49A92C-6D76-42D3-9DC1-C0D73B9E1F4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4351eb4-5e07-4c99-b842-6b98263d0705"/>
  </ds:schemaRefs>
</ds:datastoreItem>
</file>

<file path=customXml/itemProps2.xml><?xml version="1.0" encoding="utf-8"?>
<ds:datastoreItem xmlns:ds="http://schemas.openxmlformats.org/officeDocument/2006/customXml" ds:itemID="{8796FA72-51E8-41AE-8A5D-B259C8DD58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963A28-D0DB-4761-9596-1A76E4390D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4351eb4-5e07-4c99-b842-6b98263d07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Широкоэкранный</PresentationFormat>
  <Paragraphs>103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 Auezov</dc:creator>
  <cp:lastModifiedBy>Alexandr Murdassov</cp:lastModifiedBy>
  <cp:revision>1</cp:revision>
  <dcterms:created xsi:type="dcterms:W3CDTF">2025-10-20T12:30:48Z</dcterms:created>
  <dcterms:modified xsi:type="dcterms:W3CDTF">2025-12-02T06:52:25Z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dd97af-22dc-49fa-ac47-e24224ce56c4_Enabled">
    <vt:lpwstr>true</vt:lpwstr>
  </property>
  <property fmtid="{D5CDD505-2E9C-101B-9397-08002B2CF9AE}" pid="3" name="MSIP_Label_9cdd97af-22dc-49fa-ac47-e24224ce56c4_SetDate">
    <vt:lpwstr>2025-10-20T12:30:59Z</vt:lpwstr>
  </property>
  <property fmtid="{D5CDD505-2E9C-101B-9397-08002B2CF9AE}" pid="4" name="MSIP_Label_9cdd97af-22dc-49fa-ac47-e24224ce56c4_Method">
    <vt:lpwstr>Standard</vt:lpwstr>
  </property>
  <property fmtid="{D5CDD505-2E9C-101B-9397-08002B2CF9AE}" pid="5" name="MSIP_Label_9cdd97af-22dc-49fa-ac47-e24224ce56c4_Name">
    <vt:lpwstr>General</vt:lpwstr>
  </property>
  <property fmtid="{D5CDD505-2E9C-101B-9397-08002B2CF9AE}" pid="6" name="MSIP_Label_9cdd97af-22dc-49fa-ac47-e24224ce56c4_SiteId">
    <vt:lpwstr>41149801-8e93-4eae-a438-1ff037fd4bdc</vt:lpwstr>
  </property>
  <property fmtid="{D5CDD505-2E9C-101B-9397-08002B2CF9AE}" pid="7" name="MSIP_Label_9cdd97af-22dc-49fa-ac47-e24224ce56c4_ActionId">
    <vt:lpwstr>5342fa01-1bac-4ea0-9947-5eea040bfb18</vt:lpwstr>
  </property>
  <property fmtid="{D5CDD505-2E9C-101B-9397-08002B2CF9AE}" pid="8" name="MSIP_Label_9cdd97af-22dc-49fa-ac47-e24224ce56c4_ContentBits">
    <vt:lpwstr>0</vt:lpwstr>
  </property>
  <property fmtid="{D5CDD505-2E9C-101B-9397-08002B2CF9AE}" pid="9" name="MSIP_Label_9cdd97af-22dc-49fa-ac47-e24224ce56c4_Tag">
    <vt:lpwstr>10, 3, 0, 1</vt:lpwstr>
  </property>
  <property fmtid="{D5CDD505-2E9C-101B-9397-08002B2CF9AE}" pid="10" name="ContentTypeId">
    <vt:lpwstr>0x010101005735C98F2F9FC74E9C48A2E5D7E53F63</vt:lpwstr>
  </property>
</Properties>
</file>