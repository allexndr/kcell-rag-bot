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54" r:id="rId5"/>
    <p:sldId id="359" r:id="rId6"/>
    <p:sldId id="360" r:id="rId7"/>
    <p:sldId id="361" r:id="rId8"/>
    <p:sldId id="367" r:id="rId9"/>
    <p:sldId id="3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4E4"/>
    <a:srgbClr val="6A2C91"/>
    <a:srgbClr val="652D86"/>
    <a:srgbClr val="4E6882"/>
    <a:srgbClr val="467597"/>
    <a:srgbClr val="4DA4BE"/>
    <a:srgbClr val="60C2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AC37BC-12C2-48A4-BA71-6D83A317A3E6}" v="353" dt="2025-10-13T05:56:35.5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67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mir Auezov" userId="f5afe8ad-fb23-4f06-9417-74fabd8a07d7" providerId="ADAL" clId="{E8D1E8B3-1EC6-43CC-9036-36868EC4EF2A}"/>
    <pc:docChg chg="undo custSel mod addSld delSld modSld sldOrd modMainMaster">
      <pc:chgData name="Damir Auezov" userId="f5afe8ad-fb23-4f06-9417-74fabd8a07d7" providerId="ADAL" clId="{E8D1E8B3-1EC6-43CC-9036-36868EC4EF2A}" dt="2025-10-13T05:56:43.983" v="3763" actId="47"/>
      <pc:docMkLst>
        <pc:docMk/>
      </pc:docMkLst>
      <pc:sldChg chg="addSp delSp modSp new del mod">
        <pc:chgData name="Damir Auezov" userId="f5afe8ad-fb23-4f06-9417-74fabd8a07d7" providerId="ADAL" clId="{E8D1E8B3-1EC6-43CC-9036-36868EC4EF2A}" dt="2025-10-01T13:09:35.693" v="1277" actId="47"/>
        <pc:sldMkLst>
          <pc:docMk/>
          <pc:sldMk cId="858840230" sldId="256"/>
        </pc:sldMkLst>
      </pc:sldChg>
      <pc:sldChg chg="addSp modSp add del">
        <pc:chgData name="Damir Auezov" userId="f5afe8ad-fb23-4f06-9417-74fabd8a07d7" providerId="ADAL" clId="{E8D1E8B3-1EC6-43CC-9036-36868EC4EF2A}" dt="2025-10-03T10:45:58.865" v="2096" actId="47"/>
        <pc:sldMkLst>
          <pc:docMk/>
          <pc:sldMk cId="1663392871" sldId="257"/>
        </pc:sldMkLst>
      </pc:sldChg>
      <pc:sldChg chg="add del">
        <pc:chgData name="Damir Auezov" userId="f5afe8ad-fb23-4f06-9417-74fabd8a07d7" providerId="ADAL" clId="{E8D1E8B3-1EC6-43CC-9036-36868EC4EF2A}" dt="2025-10-03T10:45:42.627" v="2076" actId="47"/>
        <pc:sldMkLst>
          <pc:docMk/>
          <pc:sldMk cId="755284657" sldId="258"/>
        </pc:sldMkLst>
      </pc:sldChg>
      <pc:sldChg chg="add del">
        <pc:chgData name="Damir Auezov" userId="f5afe8ad-fb23-4f06-9417-74fabd8a07d7" providerId="ADAL" clId="{E8D1E8B3-1EC6-43CC-9036-36868EC4EF2A}" dt="2025-10-03T10:45:42.627" v="2076" actId="47"/>
        <pc:sldMkLst>
          <pc:docMk/>
          <pc:sldMk cId="1336237908" sldId="259"/>
        </pc:sldMkLst>
      </pc:sldChg>
      <pc:sldChg chg="add del">
        <pc:chgData name="Damir Auezov" userId="f5afe8ad-fb23-4f06-9417-74fabd8a07d7" providerId="ADAL" clId="{E8D1E8B3-1EC6-43CC-9036-36868EC4EF2A}" dt="2025-10-03T10:45:42.627" v="2076" actId="47"/>
        <pc:sldMkLst>
          <pc:docMk/>
          <pc:sldMk cId="1284531209" sldId="260"/>
        </pc:sldMkLst>
      </pc:sldChg>
      <pc:sldChg chg="add del">
        <pc:chgData name="Damir Auezov" userId="f5afe8ad-fb23-4f06-9417-74fabd8a07d7" providerId="ADAL" clId="{E8D1E8B3-1EC6-43CC-9036-36868EC4EF2A}" dt="2025-10-03T10:45:42.627" v="2076" actId="47"/>
        <pc:sldMkLst>
          <pc:docMk/>
          <pc:sldMk cId="1091110146" sldId="261"/>
        </pc:sldMkLst>
      </pc:sldChg>
      <pc:sldChg chg="delSp modSp add del mod setBg">
        <pc:chgData name="Damir Auezov" userId="f5afe8ad-fb23-4f06-9417-74fabd8a07d7" providerId="ADAL" clId="{E8D1E8B3-1EC6-43CC-9036-36868EC4EF2A}" dt="2025-10-13T05:56:25.916" v="3757" actId="47"/>
        <pc:sldMkLst>
          <pc:docMk/>
          <pc:sldMk cId="3038705337" sldId="276"/>
        </pc:sldMkLst>
      </pc:sldChg>
      <pc:sldChg chg="modSp add mod ord">
        <pc:chgData name="Damir Auezov" userId="f5afe8ad-fb23-4f06-9417-74fabd8a07d7" providerId="ADAL" clId="{E8D1E8B3-1EC6-43CC-9036-36868EC4EF2A}" dt="2025-10-03T10:51:24.327" v="2323" actId="1076"/>
        <pc:sldMkLst>
          <pc:docMk/>
          <pc:sldMk cId="1604216113" sldId="354"/>
        </pc:sldMkLst>
        <pc:spChg chg="mod">
          <ac:chgData name="Damir Auezov" userId="f5afe8ad-fb23-4f06-9417-74fabd8a07d7" providerId="ADAL" clId="{E8D1E8B3-1EC6-43CC-9036-36868EC4EF2A}" dt="2025-10-03T10:51:24.327" v="2323" actId="1076"/>
          <ac:spMkLst>
            <pc:docMk/>
            <pc:sldMk cId="1604216113" sldId="354"/>
            <ac:spMk id="7" creationId="{00000000-0000-0000-0000-000000000000}"/>
          </ac:spMkLst>
        </pc:spChg>
        <pc:spChg chg="mod">
          <ac:chgData name="Damir Auezov" userId="f5afe8ad-fb23-4f06-9417-74fabd8a07d7" providerId="ADAL" clId="{E8D1E8B3-1EC6-43CC-9036-36868EC4EF2A}" dt="2025-10-03T10:51:24.327" v="2323" actId="1076"/>
          <ac:spMkLst>
            <pc:docMk/>
            <pc:sldMk cId="1604216113" sldId="354"/>
            <ac:spMk id="8" creationId="{00000000-0000-0000-0000-000000000000}"/>
          </ac:spMkLst>
        </pc:spChg>
        <pc:cxnChg chg="mod">
          <ac:chgData name="Damir Auezov" userId="f5afe8ad-fb23-4f06-9417-74fabd8a07d7" providerId="ADAL" clId="{E8D1E8B3-1EC6-43CC-9036-36868EC4EF2A}" dt="2025-10-03T10:51:24.327" v="2323" actId="1076"/>
          <ac:cxnSpMkLst>
            <pc:docMk/>
            <pc:sldMk cId="1604216113" sldId="354"/>
            <ac:cxnSpMk id="10" creationId="{00000000-0000-0000-0000-000000000000}"/>
          </ac:cxnSpMkLst>
        </pc:cxnChg>
      </pc:sldChg>
      <pc:sldChg chg="addSp delSp modSp add mod ord">
        <pc:chgData name="Damir Auezov" userId="f5afe8ad-fb23-4f06-9417-74fabd8a07d7" providerId="ADAL" clId="{E8D1E8B3-1EC6-43CC-9036-36868EC4EF2A}" dt="2025-10-09T09:16:15.734" v="3717" actId="164"/>
        <pc:sldMkLst>
          <pc:docMk/>
          <pc:sldMk cId="1901056593" sldId="359"/>
        </pc:sldMkLst>
        <pc:spChg chg="add mod ord topLvl">
          <ac:chgData name="Damir Auezov" userId="f5afe8ad-fb23-4f06-9417-74fabd8a07d7" providerId="ADAL" clId="{E8D1E8B3-1EC6-43CC-9036-36868EC4EF2A}" dt="2025-10-03T11:03:02.123" v="2605" actId="1076"/>
          <ac:spMkLst>
            <pc:docMk/>
            <pc:sldMk cId="1901056593" sldId="359"/>
            <ac:spMk id="3" creationId="{1CD987A1-1189-17DA-174F-911A49270A41}"/>
          </ac:spMkLst>
        </pc:spChg>
        <pc:spChg chg="add mod ord topLvl">
          <ac:chgData name="Damir Auezov" userId="f5afe8ad-fb23-4f06-9417-74fabd8a07d7" providerId="ADAL" clId="{E8D1E8B3-1EC6-43CC-9036-36868EC4EF2A}" dt="2025-10-03T11:03:02.123" v="2605" actId="1076"/>
          <ac:spMkLst>
            <pc:docMk/>
            <pc:sldMk cId="1901056593" sldId="359"/>
            <ac:spMk id="6" creationId="{01586ABB-CFC2-314B-CA26-1ACCBBFAF26D}"/>
          </ac:spMkLst>
        </pc:spChg>
        <pc:spChg chg="mod ord">
          <ac:chgData name="Damir Auezov" userId="f5afe8ad-fb23-4f06-9417-74fabd8a07d7" providerId="ADAL" clId="{E8D1E8B3-1EC6-43CC-9036-36868EC4EF2A}" dt="2025-10-03T10:55:59.473" v="2452"/>
          <ac:spMkLst>
            <pc:docMk/>
            <pc:sldMk cId="1901056593" sldId="359"/>
            <ac:spMk id="8" creationId="{00000000-0000-0000-0000-000000000000}"/>
          </ac:spMkLst>
        </pc:spChg>
        <pc:spChg chg="mod ord">
          <ac:chgData name="Damir Auezov" userId="f5afe8ad-fb23-4f06-9417-74fabd8a07d7" providerId="ADAL" clId="{E8D1E8B3-1EC6-43CC-9036-36868EC4EF2A}" dt="2025-10-03T10:55:59.475" v="2454"/>
          <ac:spMkLst>
            <pc:docMk/>
            <pc:sldMk cId="1901056593" sldId="359"/>
            <ac:spMk id="9" creationId="{00000000-0000-0000-0000-000000000000}"/>
          </ac:spMkLst>
        </pc:spChg>
        <pc:spChg chg="add mod ord topLvl">
          <ac:chgData name="Damir Auezov" userId="f5afe8ad-fb23-4f06-9417-74fabd8a07d7" providerId="ADAL" clId="{E8D1E8B3-1EC6-43CC-9036-36868EC4EF2A}" dt="2025-10-03T11:03:02.123" v="2605" actId="1076"/>
          <ac:spMkLst>
            <pc:docMk/>
            <pc:sldMk cId="1901056593" sldId="359"/>
            <ac:spMk id="10" creationId="{15A20FBD-F84B-355B-8017-5B718E83FA87}"/>
          </ac:spMkLst>
        </pc:spChg>
        <pc:spChg chg="add mod topLvl">
          <ac:chgData name="Damir Auezov" userId="f5afe8ad-fb23-4f06-9417-74fabd8a07d7" providerId="ADAL" clId="{E8D1E8B3-1EC6-43CC-9036-36868EC4EF2A}" dt="2025-10-03T11:03:02.123" v="2605" actId="1076"/>
          <ac:spMkLst>
            <pc:docMk/>
            <pc:sldMk cId="1901056593" sldId="359"/>
            <ac:spMk id="12" creationId="{BD295B37-EFBF-D928-E62A-5030320F5A72}"/>
          </ac:spMkLst>
        </pc:spChg>
        <pc:spChg chg="add mod topLvl">
          <ac:chgData name="Damir Auezov" userId="f5afe8ad-fb23-4f06-9417-74fabd8a07d7" providerId="ADAL" clId="{E8D1E8B3-1EC6-43CC-9036-36868EC4EF2A}" dt="2025-10-03T11:03:02.123" v="2605" actId="1076"/>
          <ac:spMkLst>
            <pc:docMk/>
            <pc:sldMk cId="1901056593" sldId="359"/>
            <ac:spMk id="14" creationId="{DFCB3F39-9775-0570-70C2-6A910C017252}"/>
          </ac:spMkLst>
        </pc:spChg>
        <pc:spChg chg="mod ord">
          <ac:chgData name="Damir Auezov" userId="f5afe8ad-fb23-4f06-9417-74fabd8a07d7" providerId="ADAL" clId="{E8D1E8B3-1EC6-43CC-9036-36868EC4EF2A}" dt="2025-10-09T09:16:15.734" v="3717" actId="164"/>
          <ac:spMkLst>
            <pc:docMk/>
            <pc:sldMk cId="1901056593" sldId="359"/>
            <ac:spMk id="20" creationId="{00000000-0000-0000-0000-000000000000}"/>
          </ac:spMkLst>
        </pc:spChg>
        <pc:spChg chg="mod">
          <ac:chgData name="Damir Auezov" userId="f5afe8ad-fb23-4f06-9417-74fabd8a07d7" providerId="ADAL" clId="{E8D1E8B3-1EC6-43CC-9036-36868EC4EF2A}" dt="2025-10-03T10:56:27.160" v="2505" actId="208"/>
          <ac:spMkLst>
            <pc:docMk/>
            <pc:sldMk cId="1901056593" sldId="359"/>
            <ac:spMk id="24" creationId="{86B55CFE-A213-27F8-55BF-1C2CD6E3C2EC}"/>
          </ac:spMkLst>
        </pc:spChg>
        <pc:spChg chg="mod ord">
          <ac:chgData name="Damir Auezov" userId="f5afe8ad-fb23-4f06-9417-74fabd8a07d7" providerId="ADAL" clId="{E8D1E8B3-1EC6-43CC-9036-36868EC4EF2A}" dt="2025-10-09T09:16:15.734" v="3717" actId="164"/>
          <ac:spMkLst>
            <pc:docMk/>
            <pc:sldMk cId="1901056593" sldId="359"/>
            <ac:spMk id="26" creationId="{00000000-0000-0000-0000-000000000000}"/>
          </ac:spMkLst>
        </pc:spChg>
        <pc:spChg chg="mod">
          <ac:chgData name="Damir Auezov" userId="f5afe8ad-fb23-4f06-9417-74fabd8a07d7" providerId="ADAL" clId="{E8D1E8B3-1EC6-43CC-9036-36868EC4EF2A}" dt="2025-10-03T10:56:29.883" v="2506" actId="571"/>
          <ac:spMkLst>
            <pc:docMk/>
            <pc:sldMk cId="1901056593" sldId="359"/>
            <ac:spMk id="31" creationId="{05BF39C2-075C-A4B6-7EEF-1FF23556AA4D}"/>
          </ac:spMkLst>
        </pc:spChg>
        <pc:spChg chg="mod">
          <ac:chgData name="Damir Auezov" userId="f5afe8ad-fb23-4f06-9417-74fabd8a07d7" providerId="ADAL" clId="{E8D1E8B3-1EC6-43CC-9036-36868EC4EF2A}" dt="2025-10-03T10:56:32.274" v="2507" actId="571"/>
          <ac:spMkLst>
            <pc:docMk/>
            <pc:sldMk cId="1901056593" sldId="359"/>
            <ac:spMk id="34" creationId="{44C73C53-5619-F92D-C1EA-B98E0D7AAF41}"/>
          </ac:spMkLst>
        </pc:spChg>
        <pc:spChg chg="mod">
          <ac:chgData name="Damir Auezov" userId="f5afe8ad-fb23-4f06-9417-74fabd8a07d7" providerId="ADAL" clId="{E8D1E8B3-1EC6-43CC-9036-36868EC4EF2A}" dt="2025-10-03T10:56:34.266" v="2508" actId="571"/>
          <ac:spMkLst>
            <pc:docMk/>
            <pc:sldMk cId="1901056593" sldId="359"/>
            <ac:spMk id="37" creationId="{30EAE434-2CB3-D7F0-B601-5F09B304F645}"/>
          </ac:spMkLst>
        </pc:spChg>
        <pc:spChg chg="mod">
          <ac:chgData name="Damir Auezov" userId="f5afe8ad-fb23-4f06-9417-74fabd8a07d7" providerId="ADAL" clId="{E8D1E8B3-1EC6-43CC-9036-36868EC4EF2A}" dt="2025-10-03T10:56:37.364" v="2509" actId="571"/>
          <ac:spMkLst>
            <pc:docMk/>
            <pc:sldMk cId="1901056593" sldId="359"/>
            <ac:spMk id="40" creationId="{1C535A48-EF31-DC60-42CB-3A0EF296E6BF}"/>
          </ac:spMkLst>
        </pc:spChg>
        <pc:grpChg chg="add mod">
          <ac:chgData name="Damir Auezov" userId="f5afe8ad-fb23-4f06-9417-74fabd8a07d7" providerId="ADAL" clId="{E8D1E8B3-1EC6-43CC-9036-36868EC4EF2A}" dt="2025-10-09T09:16:15.734" v="3717" actId="164"/>
          <ac:grpSpMkLst>
            <pc:docMk/>
            <pc:sldMk cId="1901056593" sldId="359"/>
            <ac:grpSpMk id="2" creationId="{60047468-7299-ED0C-0AAA-7067F9B924DA}"/>
          </ac:grpSpMkLst>
        </pc:grpChg>
        <pc:grpChg chg="add mod ord">
          <ac:chgData name="Damir Auezov" userId="f5afe8ad-fb23-4f06-9417-74fabd8a07d7" providerId="ADAL" clId="{E8D1E8B3-1EC6-43CC-9036-36868EC4EF2A}" dt="2025-10-03T11:02:23.019" v="2598" actId="164"/>
          <ac:grpSpMkLst>
            <pc:docMk/>
            <pc:sldMk cId="1901056593" sldId="359"/>
            <ac:grpSpMk id="21" creationId="{BBF49F20-0A57-44F9-3208-2A583A874532}"/>
          </ac:grpSpMkLst>
        </pc:grpChg>
        <pc:grpChg chg="add mod">
          <ac:chgData name="Damir Auezov" userId="f5afe8ad-fb23-4f06-9417-74fabd8a07d7" providerId="ADAL" clId="{E8D1E8B3-1EC6-43CC-9036-36868EC4EF2A}" dt="2025-10-03T11:02:26.972" v="2599" actId="164"/>
          <ac:grpSpMkLst>
            <pc:docMk/>
            <pc:sldMk cId="1901056593" sldId="359"/>
            <ac:grpSpMk id="28" creationId="{EBE1E9D7-7A09-AEEC-DEC9-49BD52CDC40C}"/>
          </ac:grpSpMkLst>
        </pc:grpChg>
        <pc:grpChg chg="add mod">
          <ac:chgData name="Damir Auezov" userId="f5afe8ad-fb23-4f06-9417-74fabd8a07d7" providerId="ADAL" clId="{E8D1E8B3-1EC6-43CC-9036-36868EC4EF2A}" dt="2025-10-03T11:02:31.050" v="2600" actId="164"/>
          <ac:grpSpMkLst>
            <pc:docMk/>
            <pc:sldMk cId="1901056593" sldId="359"/>
            <ac:grpSpMk id="32" creationId="{D0F5536B-016A-04F3-EA08-C87558132806}"/>
          </ac:grpSpMkLst>
        </pc:grpChg>
        <pc:grpChg chg="add mod">
          <ac:chgData name="Damir Auezov" userId="f5afe8ad-fb23-4f06-9417-74fabd8a07d7" providerId="ADAL" clId="{E8D1E8B3-1EC6-43CC-9036-36868EC4EF2A}" dt="2025-10-03T11:02:32.910" v="2601" actId="164"/>
          <ac:grpSpMkLst>
            <pc:docMk/>
            <pc:sldMk cId="1901056593" sldId="359"/>
            <ac:grpSpMk id="35" creationId="{D20D51BD-933E-3D77-0BFF-00B0F594AE9D}"/>
          </ac:grpSpMkLst>
        </pc:grpChg>
        <pc:grpChg chg="add mod">
          <ac:chgData name="Damir Auezov" userId="f5afe8ad-fb23-4f06-9417-74fabd8a07d7" providerId="ADAL" clId="{E8D1E8B3-1EC6-43CC-9036-36868EC4EF2A}" dt="2025-10-03T11:02:35.338" v="2602" actId="164"/>
          <ac:grpSpMkLst>
            <pc:docMk/>
            <pc:sldMk cId="1901056593" sldId="359"/>
            <ac:grpSpMk id="38" creationId="{BF454121-75F6-B170-214B-408B1DD8B1DA}"/>
          </ac:grpSpMkLst>
        </pc:grpChg>
        <pc:grpChg chg="add mod">
          <ac:chgData name="Damir Auezov" userId="f5afe8ad-fb23-4f06-9417-74fabd8a07d7" providerId="ADAL" clId="{E8D1E8B3-1EC6-43CC-9036-36868EC4EF2A}" dt="2025-10-03T11:03:02.123" v="2605" actId="1076"/>
          <ac:grpSpMkLst>
            <pc:docMk/>
            <pc:sldMk cId="1901056593" sldId="359"/>
            <ac:grpSpMk id="51" creationId="{0EB0470C-19C5-3372-23A1-C1A9990BA04F}"/>
          </ac:grpSpMkLst>
        </pc:grpChg>
        <pc:grpChg chg="add mod">
          <ac:chgData name="Damir Auezov" userId="f5afe8ad-fb23-4f06-9417-74fabd8a07d7" providerId="ADAL" clId="{E8D1E8B3-1EC6-43CC-9036-36868EC4EF2A}" dt="2025-10-03T11:03:02.123" v="2605" actId="1076"/>
          <ac:grpSpMkLst>
            <pc:docMk/>
            <pc:sldMk cId="1901056593" sldId="359"/>
            <ac:grpSpMk id="52" creationId="{109EBC56-9EF6-0130-6B70-C5871B972B3B}"/>
          </ac:grpSpMkLst>
        </pc:grpChg>
        <pc:grpChg chg="add mod">
          <ac:chgData name="Damir Auezov" userId="f5afe8ad-fb23-4f06-9417-74fabd8a07d7" providerId="ADAL" clId="{E8D1E8B3-1EC6-43CC-9036-36868EC4EF2A}" dt="2025-10-03T11:03:02.123" v="2605" actId="1076"/>
          <ac:grpSpMkLst>
            <pc:docMk/>
            <pc:sldMk cId="1901056593" sldId="359"/>
            <ac:grpSpMk id="53" creationId="{BB895F24-B3EB-F67E-802A-84B09133187D}"/>
          </ac:grpSpMkLst>
        </pc:grpChg>
        <pc:grpChg chg="add mod">
          <ac:chgData name="Damir Auezov" userId="f5afe8ad-fb23-4f06-9417-74fabd8a07d7" providerId="ADAL" clId="{E8D1E8B3-1EC6-43CC-9036-36868EC4EF2A}" dt="2025-10-03T11:03:02.123" v="2605" actId="1076"/>
          <ac:grpSpMkLst>
            <pc:docMk/>
            <pc:sldMk cId="1901056593" sldId="359"/>
            <ac:grpSpMk id="54" creationId="{B511AE91-CF8A-C21D-0E7E-EE8474B844DA}"/>
          </ac:grpSpMkLst>
        </pc:grpChg>
        <pc:grpChg chg="add mod">
          <ac:chgData name="Damir Auezov" userId="f5afe8ad-fb23-4f06-9417-74fabd8a07d7" providerId="ADAL" clId="{E8D1E8B3-1EC6-43CC-9036-36868EC4EF2A}" dt="2025-10-03T11:03:02.123" v="2605" actId="1076"/>
          <ac:grpSpMkLst>
            <pc:docMk/>
            <pc:sldMk cId="1901056593" sldId="359"/>
            <ac:grpSpMk id="55" creationId="{97D6C776-7147-E8CE-1AD4-1CE6CA4F75C6}"/>
          </ac:grpSpMkLst>
        </pc:grpChg>
        <pc:graphicFrameChg chg="add mod ord modVis">
          <ac:chgData name="Damir Auezov" userId="f5afe8ad-fb23-4f06-9417-74fabd8a07d7" providerId="ADAL" clId="{E8D1E8B3-1EC6-43CC-9036-36868EC4EF2A}" dt="2025-10-03T10:55:59.658" v="2494"/>
          <ac:graphicFrameMkLst>
            <pc:docMk/>
            <pc:sldMk cId="1901056593" sldId="359"/>
            <ac:graphicFrameMk id="27" creationId="{F4AC8079-70A3-199A-027F-3638B8FFF424}"/>
          </ac:graphicFrameMkLst>
        </pc:graphicFrameChg>
        <pc:picChg chg="mod">
          <ac:chgData name="Damir Auezov" userId="f5afe8ad-fb23-4f06-9417-74fabd8a07d7" providerId="ADAL" clId="{E8D1E8B3-1EC6-43CC-9036-36868EC4EF2A}" dt="2025-10-03T10:55:43.240" v="2446"/>
          <ac:picMkLst>
            <pc:docMk/>
            <pc:sldMk cId="1901056593" sldId="359"/>
            <ac:picMk id="22" creationId="{F602BFBC-009D-4A7C-A923-4F96315DF92D}"/>
          </ac:picMkLst>
        </pc:picChg>
        <pc:picChg chg="mod ord">
          <ac:chgData name="Damir Auezov" userId="f5afe8ad-fb23-4f06-9417-74fabd8a07d7" providerId="ADAL" clId="{E8D1E8B3-1EC6-43CC-9036-36868EC4EF2A}" dt="2025-10-03T10:55:59.481" v="2462"/>
          <ac:picMkLst>
            <pc:docMk/>
            <pc:sldMk cId="1901056593" sldId="359"/>
            <ac:picMk id="29" creationId="{CB0B0C40-3093-47FF-98F9-D447C67D81F7}"/>
          </ac:picMkLst>
        </pc:picChg>
        <pc:picChg chg="mod">
          <ac:chgData name="Damir Auezov" userId="f5afe8ad-fb23-4f06-9417-74fabd8a07d7" providerId="ADAL" clId="{E8D1E8B3-1EC6-43CC-9036-36868EC4EF2A}" dt="2025-10-03T10:56:29.883" v="2506" actId="571"/>
          <ac:picMkLst>
            <pc:docMk/>
            <pc:sldMk cId="1901056593" sldId="359"/>
            <ac:picMk id="30" creationId="{1FFEDEE3-2114-CC75-945B-6DA00BEDED0B}"/>
          </ac:picMkLst>
        </pc:picChg>
        <pc:picChg chg="mod">
          <ac:chgData name="Damir Auezov" userId="f5afe8ad-fb23-4f06-9417-74fabd8a07d7" providerId="ADAL" clId="{E8D1E8B3-1EC6-43CC-9036-36868EC4EF2A}" dt="2025-10-03T10:56:32.274" v="2507" actId="571"/>
          <ac:picMkLst>
            <pc:docMk/>
            <pc:sldMk cId="1901056593" sldId="359"/>
            <ac:picMk id="33" creationId="{C7377A0D-B537-725A-9800-E0EDD04920FF}"/>
          </ac:picMkLst>
        </pc:picChg>
        <pc:picChg chg="mod">
          <ac:chgData name="Damir Auezov" userId="f5afe8ad-fb23-4f06-9417-74fabd8a07d7" providerId="ADAL" clId="{E8D1E8B3-1EC6-43CC-9036-36868EC4EF2A}" dt="2025-10-03T10:56:34.266" v="2508" actId="571"/>
          <ac:picMkLst>
            <pc:docMk/>
            <pc:sldMk cId="1901056593" sldId="359"/>
            <ac:picMk id="36" creationId="{8ED126D3-701C-AEB6-ECE6-23946F021A7E}"/>
          </ac:picMkLst>
        </pc:picChg>
        <pc:picChg chg="mod">
          <ac:chgData name="Damir Auezov" userId="f5afe8ad-fb23-4f06-9417-74fabd8a07d7" providerId="ADAL" clId="{E8D1E8B3-1EC6-43CC-9036-36868EC4EF2A}" dt="2025-10-03T10:56:37.364" v="2509" actId="571"/>
          <ac:picMkLst>
            <pc:docMk/>
            <pc:sldMk cId="1901056593" sldId="359"/>
            <ac:picMk id="39" creationId="{EEA8413A-3BDE-F918-4FB0-3A6203CA289E}"/>
          </ac:picMkLst>
        </pc:picChg>
        <pc:picChg chg="add mod">
          <ac:chgData name="Damir Auezov" userId="f5afe8ad-fb23-4f06-9417-74fabd8a07d7" providerId="ADAL" clId="{E8D1E8B3-1EC6-43CC-9036-36868EC4EF2A}" dt="2025-10-03T11:02:23.019" v="2598" actId="164"/>
          <ac:picMkLst>
            <pc:docMk/>
            <pc:sldMk cId="1901056593" sldId="359"/>
            <ac:picMk id="42" creationId="{7174AE48-AA04-EF21-027B-F0AC86EFB350}"/>
          </ac:picMkLst>
        </pc:picChg>
        <pc:picChg chg="add mod">
          <ac:chgData name="Damir Auezov" userId="f5afe8ad-fb23-4f06-9417-74fabd8a07d7" providerId="ADAL" clId="{E8D1E8B3-1EC6-43CC-9036-36868EC4EF2A}" dt="2025-10-03T11:02:26.972" v="2599" actId="164"/>
          <ac:picMkLst>
            <pc:docMk/>
            <pc:sldMk cId="1901056593" sldId="359"/>
            <ac:picMk id="44" creationId="{FDB5D0C3-F5FE-536A-DFB4-8E9F64A5DABC}"/>
          </ac:picMkLst>
        </pc:picChg>
        <pc:picChg chg="add mod">
          <ac:chgData name="Damir Auezov" userId="f5afe8ad-fb23-4f06-9417-74fabd8a07d7" providerId="ADAL" clId="{E8D1E8B3-1EC6-43CC-9036-36868EC4EF2A}" dt="2025-10-03T11:02:32.910" v="2601" actId="164"/>
          <ac:picMkLst>
            <pc:docMk/>
            <pc:sldMk cId="1901056593" sldId="359"/>
            <ac:picMk id="46" creationId="{601862A9-E2D6-CF5A-94B8-3F9B0A81CA25}"/>
          </ac:picMkLst>
        </pc:picChg>
        <pc:picChg chg="add mod">
          <ac:chgData name="Damir Auezov" userId="f5afe8ad-fb23-4f06-9417-74fabd8a07d7" providerId="ADAL" clId="{E8D1E8B3-1EC6-43CC-9036-36868EC4EF2A}" dt="2025-10-03T11:02:31.050" v="2600" actId="164"/>
          <ac:picMkLst>
            <pc:docMk/>
            <pc:sldMk cId="1901056593" sldId="359"/>
            <ac:picMk id="48" creationId="{4F47771A-B325-CD9E-ABDD-8B25844C72C1}"/>
          </ac:picMkLst>
        </pc:picChg>
        <pc:picChg chg="add mod">
          <ac:chgData name="Damir Auezov" userId="f5afe8ad-fb23-4f06-9417-74fabd8a07d7" providerId="ADAL" clId="{E8D1E8B3-1EC6-43CC-9036-36868EC4EF2A}" dt="2025-10-03T11:02:35.338" v="2602" actId="164"/>
          <ac:picMkLst>
            <pc:docMk/>
            <pc:sldMk cId="1901056593" sldId="359"/>
            <ac:picMk id="50" creationId="{8778DDA4-E719-2575-7A33-196559B60D1C}"/>
          </ac:picMkLst>
        </pc:picChg>
        <pc:cxnChg chg="mod ord">
          <ac:chgData name="Damir Auezov" userId="f5afe8ad-fb23-4f06-9417-74fabd8a07d7" providerId="ADAL" clId="{E8D1E8B3-1EC6-43CC-9036-36868EC4EF2A}" dt="2025-10-03T10:55:59.480" v="2460"/>
          <ac:cxnSpMkLst>
            <pc:docMk/>
            <pc:sldMk cId="1901056593" sldId="359"/>
            <ac:cxnSpMk id="4" creationId="{00000000-0000-0000-0000-000000000000}"/>
          </ac:cxnSpMkLst>
        </pc:cxnChg>
      </pc:sldChg>
      <pc:sldChg chg="addSp delSp modSp add mod">
        <pc:chgData name="Damir Auezov" userId="f5afe8ad-fb23-4f06-9417-74fabd8a07d7" providerId="ADAL" clId="{E8D1E8B3-1EC6-43CC-9036-36868EC4EF2A}" dt="2025-10-03T12:02:36.406" v="2748"/>
        <pc:sldMkLst>
          <pc:docMk/>
          <pc:sldMk cId="1471875587" sldId="360"/>
        </pc:sldMkLst>
        <pc:spChg chg="mod ord">
          <ac:chgData name="Damir Auezov" userId="f5afe8ad-fb23-4f06-9417-74fabd8a07d7" providerId="ADAL" clId="{E8D1E8B3-1EC6-43CC-9036-36868EC4EF2A}" dt="2025-10-01T13:06:32.177" v="1140"/>
          <ac:spMkLst>
            <pc:docMk/>
            <pc:sldMk cId="1471875587" sldId="360"/>
            <ac:spMk id="5" creationId="{6261695E-FBF4-87D9-70FF-C494A9B19B37}"/>
          </ac:spMkLst>
        </pc:spChg>
        <pc:spChg chg="mod ord">
          <ac:chgData name="Damir Auezov" userId="f5afe8ad-fb23-4f06-9417-74fabd8a07d7" providerId="ADAL" clId="{E8D1E8B3-1EC6-43CC-9036-36868EC4EF2A}" dt="2025-10-01T13:06:32.178" v="1142"/>
          <ac:spMkLst>
            <pc:docMk/>
            <pc:sldMk cId="1471875587" sldId="360"/>
            <ac:spMk id="6" creationId="{4DC7CCB4-B4E7-0332-C9B9-E7911D5C75E7}"/>
          </ac:spMkLst>
        </pc:spChg>
        <pc:spChg chg="mod ord topLvl">
          <ac:chgData name="Damir Auezov" userId="f5afe8ad-fb23-4f06-9417-74fabd8a07d7" providerId="ADAL" clId="{E8D1E8B3-1EC6-43CC-9036-36868EC4EF2A}" dt="2025-10-03T10:53:36.123" v="2380"/>
          <ac:spMkLst>
            <pc:docMk/>
            <pc:sldMk cId="1471875587" sldId="360"/>
            <ac:spMk id="17" creationId="{937B4A86-0A36-8453-1E05-ABB3750DD6D3}"/>
          </ac:spMkLst>
        </pc:spChg>
        <pc:spChg chg="mod ord">
          <ac:chgData name="Damir Auezov" userId="f5afe8ad-fb23-4f06-9417-74fabd8a07d7" providerId="ADAL" clId="{E8D1E8B3-1EC6-43CC-9036-36868EC4EF2A}" dt="2025-10-01T13:06:32.179" v="1144"/>
          <ac:spMkLst>
            <pc:docMk/>
            <pc:sldMk cId="1471875587" sldId="360"/>
            <ac:spMk id="19" creationId="{53D9039C-6FF4-2D64-390B-6800624BF24B}"/>
          </ac:spMkLst>
        </pc:spChg>
        <pc:spChg chg="mod ord">
          <ac:chgData name="Damir Auezov" userId="f5afe8ad-fb23-4f06-9417-74fabd8a07d7" providerId="ADAL" clId="{E8D1E8B3-1EC6-43CC-9036-36868EC4EF2A}" dt="2025-10-01T13:06:32.180" v="1146"/>
          <ac:spMkLst>
            <pc:docMk/>
            <pc:sldMk cId="1471875587" sldId="360"/>
            <ac:spMk id="20" creationId="{78D0FE4A-36A9-3612-23D9-9204F082D7CE}"/>
          </ac:spMkLst>
        </pc:spChg>
        <pc:spChg chg="add mod">
          <ac:chgData name="Damir Auezov" userId="f5afe8ad-fb23-4f06-9417-74fabd8a07d7" providerId="ADAL" clId="{E8D1E8B3-1EC6-43CC-9036-36868EC4EF2A}" dt="2025-10-01T13:05:50.978" v="1090" actId="164"/>
          <ac:spMkLst>
            <pc:docMk/>
            <pc:sldMk cId="1471875587" sldId="360"/>
            <ac:spMk id="23" creationId="{4D50836F-66CB-BDEA-FD72-A731D734E37B}"/>
          </ac:spMkLst>
        </pc:spChg>
        <pc:spChg chg="add mod">
          <ac:chgData name="Damir Auezov" userId="f5afe8ad-fb23-4f06-9417-74fabd8a07d7" providerId="ADAL" clId="{E8D1E8B3-1EC6-43CC-9036-36868EC4EF2A}" dt="2025-10-03T10:53:34.758" v="2377"/>
          <ac:spMkLst>
            <pc:docMk/>
            <pc:sldMk cId="1471875587" sldId="360"/>
            <ac:spMk id="26" creationId="{18B34A6F-CAF6-A86D-CDA0-B891FFD79EB6}"/>
          </ac:spMkLst>
        </pc:spChg>
        <pc:spChg chg="mod">
          <ac:chgData name="Damir Auezov" userId="f5afe8ad-fb23-4f06-9417-74fabd8a07d7" providerId="ADAL" clId="{E8D1E8B3-1EC6-43CC-9036-36868EC4EF2A}" dt="2025-10-01T13:05:59.627" v="1113" actId="20577"/>
          <ac:spMkLst>
            <pc:docMk/>
            <pc:sldMk cId="1471875587" sldId="360"/>
            <ac:spMk id="30" creationId="{1268E394-E01B-99CA-1B05-565716FA7D79}"/>
          </ac:spMkLst>
        </pc:spChg>
        <pc:spChg chg="add mod ord">
          <ac:chgData name="Damir Auezov" userId="f5afe8ad-fb23-4f06-9417-74fabd8a07d7" providerId="ADAL" clId="{E8D1E8B3-1EC6-43CC-9036-36868EC4EF2A}" dt="2025-10-01T13:07:56.555" v="1222" actId="14100"/>
          <ac:spMkLst>
            <pc:docMk/>
            <pc:sldMk cId="1471875587" sldId="360"/>
            <ac:spMk id="31" creationId="{C43EEDBF-C255-4847-52FE-DD92AEE962C7}"/>
          </ac:spMkLst>
        </pc:spChg>
        <pc:spChg chg="add mod ord">
          <ac:chgData name="Damir Auezov" userId="f5afe8ad-fb23-4f06-9417-74fabd8a07d7" providerId="ADAL" clId="{E8D1E8B3-1EC6-43CC-9036-36868EC4EF2A}" dt="2025-10-01T13:06:35.504" v="1163" actId="1076"/>
          <ac:spMkLst>
            <pc:docMk/>
            <pc:sldMk cId="1471875587" sldId="360"/>
            <ac:spMk id="32" creationId="{53D0AA21-23B5-35D6-F341-1AB03776A855}"/>
          </ac:spMkLst>
        </pc:spChg>
        <pc:spChg chg="add mod">
          <ac:chgData name="Damir Auezov" userId="f5afe8ad-fb23-4f06-9417-74fabd8a07d7" providerId="ADAL" clId="{E8D1E8B3-1EC6-43CC-9036-36868EC4EF2A}" dt="2025-10-03T10:53:34.556" v="2375"/>
          <ac:spMkLst>
            <pc:docMk/>
            <pc:sldMk cId="1471875587" sldId="360"/>
            <ac:spMk id="35" creationId="{9A871278-230A-F349-9AC6-895C0B5E9A69}"/>
          </ac:spMkLst>
        </pc:spChg>
        <pc:spChg chg="mod">
          <ac:chgData name="Damir Auezov" userId="f5afe8ad-fb23-4f06-9417-74fabd8a07d7" providerId="ADAL" clId="{E8D1E8B3-1EC6-43CC-9036-36868EC4EF2A}" dt="2025-10-01T13:07:10.942" v="1188" actId="20577"/>
          <ac:spMkLst>
            <pc:docMk/>
            <pc:sldMk cId="1471875587" sldId="360"/>
            <ac:spMk id="38" creationId="{1EB409B5-3F95-316D-9823-49C65B95275A}"/>
          </ac:spMkLst>
        </pc:spChg>
        <pc:spChg chg="add mod">
          <ac:chgData name="Damir Auezov" userId="f5afe8ad-fb23-4f06-9417-74fabd8a07d7" providerId="ADAL" clId="{E8D1E8B3-1EC6-43CC-9036-36868EC4EF2A}" dt="2025-10-01T13:07:50.097" v="1220" actId="1076"/>
          <ac:spMkLst>
            <pc:docMk/>
            <pc:sldMk cId="1471875587" sldId="360"/>
            <ac:spMk id="40" creationId="{5A0AF13B-9457-E64E-97C7-CE70B5B23CC1}"/>
          </ac:spMkLst>
        </pc:spChg>
        <pc:spChg chg="mod">
          <ac:chgData name="Damir Auezov" userId="f5afe8ad-fb23-4f06-9417-74fabd8a07d7" providerId="ADAL" clId="{E8D1E8B3-1EC6-43CC-9036-36868EC4EF2A}" dt="2025-10-01T13:08:18.187" v="1242" actId="1037"/>
          <ac:spMkLst>
            <pc:docMk/>
            <pc:sldMk cId="1471875587" sldId="360"/>
            <ac:spMk id="54" creationId="{C483C71D-A2DD-1133-0FB5-7307C7BBF619}"/>
          </ac:spMkLst>
        </pc:spChg>
        <pc:spChg chg="mod ord">
          <ac:chgData name="Damir Auezov" userId="f5afe8ad-fb23-4f06-9417-74fabd8a07d7" providerId="ADAL" clId="{E8D1E8B3-1EC6-43CC-9036-36868EC4EF2A}" dt="2025-10-02T03:52:06.588" v="1278" actId="1076"/>
          <ac:spMkLst>
            <pc:docMk/>
            <pc:sldMk cId="1471875587" sldId="360"/>
            <ac:spMk id="56" creationId="{ED25F3AB-EAD0-49CA-1507-B2BF3F25BD8C}"/>
          </ac:spMkLst>
        </pc:spChg>
        <pc:spChg chg="add mod">
          <ac:chgData name="Damir Auezov" userId="f5afe8ad-fb23-4f06-9417-74fabd8a07d7" providerId="ADAL" clId="{E8D1E8B3-1EC6-43CC-9036-36868EC4EF2A}" dt="2025-10-01T13:09:07.825" v="1273" actId="1076"/>
          <ac:spMkLst>
            <pc:docMk/>
            <pc:sldMk cId="1471875587" sldId="360"/>
            <ac:spMk id="58" creationId="{9A270B08-DAED-15E5-45B8-9FA5CBF8151C}"/>
          </ac:spMkLst>
        </pc:spChg>
        <pc:spChg chg="add mod">
          <ac:chgData name="Damir Auezov" userId="f5afe8ad-fb23-4f06-9417-74fabd8a07d7" providerId="ADAL" clId="{E8D1E8B3-1EC6-43CC-9036-36868EC4EF2A}" dt="2025-10-01T13:09:10.467" v="1274" actId="571"/>
          <ac:spMkLst>
            <pc:docMk/>
            <pc:sldMk cId="1471875587" sldId="360"/>
            <ac:spMk id="59" creationId="{2ECFF166-45FB-C004-47BE-C77AAFF415DB}"/>
          </ac:spMkLst>
        </pc:spChg>
        <pc:spChg chg="add mod">
          <ac:chgData name="Damir Auezov" userId="f5afe8ad-fb23-4f06-9417-74fabd8a07d7" providerId="ADAL" clId="{E8D1E8B3-1EC6-43CC-9036-36868EC4EF2A}" dt="2025-10-01T13:09:14.258" v="1275" actId="571"/>
          <ac:spMkLst>
            <pc:docMk/>
            <pc:sldMk cId="1471875587" sldId="360"/>
            <ac:spMk id="60" creationId="{1C24CE23-5799-C480-5702-21FB0CDE88E9}"/>
          </ac:spMkLst>
        </pc:spChg>
        <pc:spChg chg="add mod">
          <ac:chgData name="Damir Auezov" userId="f5afe8ad-fb23-4f06-9417-74fabd8a07d7" providerId="ADAL" clId="{E8D1E8B3-1EC6-43CC-9036-36868EC4EF2A}" dt="2025-10-01T13:09:16.428" v="1276" actId="571"/>
          <ac:spMkLst>
            <pc:docMk/>
            <pc:sldMk cId="1471875587" sldId="360"/>
            <ac:spMk id="61" creationId="{C639EA9D-1977-5117-727A-4C7531B672AD}"/>
          </ac:spMkLst>
        </pc:spChg>
        <pc:grpChg chg="add mod">
          <ac:chgData name="Damir Auezov" userId="f5afe8ad-fb23-4f06-9417-74fabd8a07d7" providerId="ADAL" clId="{E8D1E8B3-1EC6-43CC-9036-36868EC4EF2A}" dt="2025-10-01T13:02:41.486" v="1022" actId="164"/>
          <ac:grpSpMkLst>
            <pc:docMk/>
            <pc:sldMk cId="1471875587" sldId="360"/>
            <ac:grpSpMk id="10" creationId="{78835A72-A86A-3546-6FD0-5FA923D5CE6A}"/>
          </ac:grpSpMkLst>
        </pc:grpChg>
        <pc:grpChg chg="add mod">
          <ac:chgData name="Damir Auezov" userId="f5afe8ad-fb23-4f06-9417-74fabd8a07d7" providerId="ADAL" clId="{E8D1E8B3-1EC6-43CC-9036-36868EC4EF2A}" dt="2025-10-01T13:02:44.102" v="1025" actId="164"/>
          <ac:grpSpMkLst>
            <pc:docMk/>
            <pc:sldMk cId="1471875587" sldId="360"/>
            <ac:grpSpMk id="16" creationId="{22563168-B9A1-9276-8432-1250D0689C1D}"/>
          </ac:grpSpMkLst>
        </pc:grpChg>
        <pc:grpChg chg="add mod ord">
          <ac:chgData name="Damir Auezov" userId="f5afe8ad-fb23-4f06-9417-74fabd8a07d7" providerId="ADAL" clId="{E8D1E8B3-1EC6-43CC-9036-36868EC4EF2A}" dt="2025-10-01T13:06:32.182" v="1152"/>
          <ac:grpSpMkLst>
            <pc:docMk/>
            <pc:sldMk cId="1471875587" sldId="360"/>
            <ac:grpSpMk id="18" creationId="{EEEC2D2B-BB28-D772-4B2B-B16163DDBC24}"/>
          </ac:grpSpMkLst>
        </pc:grpChg>
        <pc:grpChg chg="add mod ord">
          <ac:chgData name="Damir Auezov" userId="f5afe8ad-fb23-4f06-9417-74fabd8a07d7" providerId="ADAL" clId="{E8D1E8B3-1EC6-43CC-9036-36868EC4EF2A}" dt="2025-10-01T13:06:32.182" v="1154"/>
          <ac:grpSpMkLst>
            <pc:docMk/>
            <pc:sldMk cId="1471875587" sldId="360"/>
            <ac:grpSpMk id="27" creationId="{2FD4B8DF-FE00-8EA6-DC3B-EDA8701A1491}"/>
          </ac:grpSpMkLst>
        </pc:grpChg>
        <pc:grpChg chg="add mod ord">
          <ac:chgData name="Damir Auezov" userId="f5afe8ad-fb23-4f06-9417-74fabd8a07d7" providerId="ADAL" clId="{E8D1E8B3-1EC6-43CC-9036-36868EC4EF2A}" dt="2025-10-01T13:06:32.184" v="1158"/>
          <ac:grpSpMkLst>
            <pc:docMk/>
            <pc:sldMk cId="1471875587" sldId="360"/>
            <ac:grpSpMk id="28" creationId="{A5396615-93FC-04EE-398D-47985DFAF2AF}"/>
          </ac:grpSpMkLst>
        </pc:grpChg>
        <pc:grpChg chg="add mod ord">
          <ac:chgData name="Damir Auezov" userId="f5afe8ad-fb23-4f06-9417-74fabd8a07d7" providerId="ADAL" clId="{E8D1E8B3-1EC6-43CC-9036-36868EC4EF2A}" dt="2025-10-03T10:53:34.758" v="2377"/>
          <ac:grpSpMkLst>
            <pc:docMk/>
            <pc:sldMk cId="1471875587" sldId="360"/>
            <ac:grpSpMk id="33" creationId="{784EF9A2-22A3-702F-D166-98F57E61D4EC}"/>
          </ac:grpSpMkLst>
        </pc:grpChg>
        <pc:grpChg chg="add mod">
          <ac:chgData name="Damir Auezov" userId="f5afe8ad-fb23-4f06-9417-74fabd8a07d7" providerId="ADAL" clId="{E8D1E8B3-1EC6-43CC-9036-36868EC4EF2A}" dt="2025-10-01T13:07:13.297" v="1189" actId="1076"/>
          <ac:grpSpMkLst>
            <pc:docMk/>
            <pc:sldMk cId="1471875587" sldId="360"/>
            <ac:grpSpMk id="36" creationId="{B9D8DCA5-81D9-E657-5367-D7654B2CF696}"/>
          </ac:grpSpMkLst>
        </pc:grpChg>
        <pc:grpChg chg="add mod">
          <ac:chgData name="Damir Auezov" userId="f5afe8ad-fb23-4f06-9417-74fabd8a07d7" providerId="ADAL" clId="{E8D1E8B3-1EC6-43CC-9036-36868EC4EF2A}" dt="2025-10-01T13:08:07.153" v="1225" actId="1076"/>
          <ac:grpSpMkLst>
            <pc:docMk/>
            <pc:sldMk cId="1471875587" sldId="360"/>
            <ac:grpSpMk id="52" creationId="{858729FC-45AD-EF06-9E40-29E9EA3C2380}"/>
          </ac:grpSpMkLst>
        </pc:grpChg>
        <pc:graphicFrameChg chg="mod">
          <ac:chgData name="Damir Auezov" userId="f5afe8ad-fb23-4f06-9417-74fabd8a07d7" providerId="ADAL" clId="{E8D1E8B3-1EC6-43CC-9036-36868EC4EF2A}" dt="2025-10-01T13:06:32.185" v="1162"/>
          <ac:graphicFrameMkLst>
            <pc:docMk/>
            <pc:sldMk cId="1471875587" sldId="360"/>
            <ac:graphicFrameMk id="4" creationId="{031A1D50-1A2E-49AF-E03C-21D4E0077609}"/>
          </ac:graphicFrameMkLst>
        </pc:graphicFrameChg>
        <pc:picChg chg="add mod">
          <ac:chgData name="Damir Auezov" userId="f5afe8ad-fb23-4f06-9417-74fabd8a07d7" providerId="ADAL" clId="{E8D1E8B3-1EC6-43CC-9036-36868EC4EF2A}" dt="2025-10-03T12:02:36.406" v="2748"/>
          <ac:picMkLst>
            <pc:docMk/>
            <pc:sldMk cId="1471875587" sldId="360"/>
            <ac:picMk id="2" creationId="{8FCBA01B-91CE-610D-4229-CA23987F3407}"/>
          </ac:picMkLst>
        </pc:picChg>
        <pc:picChg chg="add mod">
          <ac:chgData name="Damir Auezov" userId="f5afe8ad-fb23-4f06-9417-74fabd8a07d7" providerId="ADAL" clId="{E8D1E8B3-1EC6-43CC-9036-36868EC4EF2A}" dt="2025-10-01T13:01:21.389" v="1005" actId="164"/>
          <ac:picMkLst>
            <pc:docMk/>
            <pc:sldMk cId="1471875587" sldId="360"/>
            <ac:picMk id="3" creationId="{F5F41B86-2EF0-1A01-8060-A3CD1B2AC5BF}"/>
          </ac:picMkLst>
        </pc:picChg>
        <pc:picChg chg="add mod">
          <ac:chgData name="Damir Auezov" userId="f5afe8ad-fb23-4f06-9417-74fabd8a07d7" providerId="ADAL" clId="{E8D1E8B3-1EC6-43CC-9036-36868EC4EF2A}" dt="2025-10-01T13:01:21.389" v="1005" actId="164"/>
          <ac:picMkLst>
            <pc:docMk/>
            <pc:sldMk cId="1471875587" sldId="360"/>
            <ac:picMk id="9" creationId="{7CE69CAA-8064-B9BD-9C47-B4C55BBCB77B}"/>
          </ac:picMkLst>
        </pc:picChg>
        <pc:picChg chg="add mod">
          <ac:chgData name="Damir Auezov" userId="f5afe8ad-fb23-4f06-9417-74fabd8a07d7" providerId="ADAL" clId="{E8D1E8B3-1EC6-43CC-9036-36868EC4EF2A}" dt="2025-10-01T13:02:41.486" v="1022" actId="164"/>
          <ac:picMkLst>
            <pc:docMk/>
            <pc:sldMk cId="1471875587" sldId="360"/>
            <ac:picMk id="12" creationId="{19246BA2-07BC-E37F-5E15-DE01B7D4C47C}"/>
          </ac:picMkLst>
        </pc:picChg>
        <pc:picChg chg="add mod">
          <ac:chgData name="Damir Auezov" userId="f5afe8ad-fb23-4f06-9417-74fabd8a07d7" providerId="ADAL" clId="{E8D1E8B3-1EC6-43CC-9036-36868EC4EF2A}" dt="2025-10-01T13:02:44.102" v="1025" actId="164"/>
          <ac:picMkLst>
            <pc:docMk/>
            <pc:sldMk cId="1471875587" sldId="360"/>
            <ac:picMk id="15" creationId="{C612C017-FA7D-F8B4-F5B2-FFA1ED37CB84}"/>
          </ac:picMkLst>
        </pc:picChg>
        <pc:picChg chg="add mod">
          <ac:chgData name="Damir Auezov" userId="f5afe8ad-fb23-4f06-9417-74fabd8a07d7" providerId="ADAL" clId="{E8D1E8B3-1EC6-43CC-9036-36868EC4EF2A}" dt="2025-10-03T10:53:34.758" v="2377"/>
          <ac:picMkLst>
            <pc:docMk/>
            <pc:sldMk cId="1471875587" sldId="360"/>
            <ac:picMk id="25" creationId="{6FE0D927-2E8A-B09A-74FF-AF167C138482}"/>
          </ac:picMkLst>
        </pc:picChg>
        <pc:picChg chg="add mod">
          <ac:chgData name="Damir Auezov" userId="f5afe8ad-fb23-4f06-9417-74fabd8a07d7" providerId="ADAL" clId="{E8D1E8B3-1EC6-43CC-9036-36868EC4EF2A}" dt="2025-10-01T13:06:47.727" v="1165" actId="1076"/>
          <ac:picMkLst>
            <pc:docMk/>
            <pc:sldMk cId="1471875587" sldId="360"/>
            <ac:picMk id="34" creationId="{F5466E08-D9C7-9369-3E16-68B7CAA15DAE}"/>
          </ac:picMkLst>
        </pc:picChg>
        <pc:picChg chg="add mod">
          <ac:chgData name="Damir Auezov" userId="f5afe8ad-fb23-4f06-9417-74fabd8a07d7" providerId="ADAL" clId="{E8D1E8B3-1EC6-43CC-9036-36868EC4EF2A}" dt="2025-10-01T13:07:37.552" v="1194" actId="1076"/>
          <ac:picMkLst>
            <pc:docMk/>
            <pc:sldMk cId="1471875587" sldId="360"/>
            <ac:picMk id="39" creationId="{84909F75-F2FF-0458-AEF8-5B30ED17070E}"/>
          </ac:picMkLst>
        </pc:picChg>
        <pc:picChg chg="add mod">
          <ac:chgData name="Damir Auezov" userId="f5afe8ad-fb23-4f06-9417-74fabd8a07d7" providerId="ADAL" clId="{E8D1E8B3-1EC6-43CC-9036-36868EC4EF2A}" dt="2025-10-02T03:52:06.588" v="1278" actId="1076"/>
          <ac:picMkLst>
            <pc:docMk/>
            <pc:sldMk cId="1471875587" sldId="360"/>
            <ac:picMk id="57" creationId="{33F721B4-DFD2-886E-8FD9-80A6CFB23550}"/>
          </ac:picMkLst>
        </pc:picChg>
        <pc:cxnChg chg="add mod">
          <ac:chgData name="Damir Auezov" userId="f5afe8ad-fb23-4f06-9417-74fabd8a07d7" providerId="ADAL" clId="{E8D1E8B3-1EC6-43CC-9036-36868EC4EF2A}" dt="2025-10-01T13:05:50.978" v="1090" actId="164"/>
          <ac:cxnSpMkLst>
            <pc:docMk/>
            <pc:sldMk cId="1471875587" sldId="360"/>
            <ac:cxnSpMk id="22" creationId="{9F3277F8-8401-73C0-B8B6-825D5167C795}"/>
          </ac:cxnSpMkLst>
        </pc:cxnChg>
        <pc:cxnChg chg="mod">
          <ac:chgData name="Damir Auezov" userId="f5afe8ad-fb23-4f06-9417-74fabd8a07d7" providerId="ADAL" clId="{E8D1E8B3-1EC6-43CC-9036-36868EC4EF2A}" dt="2025-10-01T13:06:03.767" v="1114" actId="1076"/>
          <ac:cxnSpMkLst>
            <pc:docMk/>
            <pc:sldMk cId="1471875587" sldId="360"/>
            <ac:cxnSpMk id="29" creationId="{1919E555-BE67-3481-B8C1-CC8A11A64D90}"/>
          </ac:cxnSpMkLst>
        </pc:cxnChg>
        <pc:cxnChg chg="mod">
          <ac:chgData name="Damir Auezov" userId="f5afe8ad-fb23-4f06-9417-74fabd8a07d7" providerId="ADAL" clId="{E8D1E8B3-1EC6-43CC-9036-36868EC4EF2A}" dt="2025-10-01T13:07:09.537" v="1187" actId="571"/>
          <ac:cxnSpMkLst>
            <pc:docMk/>
            <pc:sldMk cId="1471875587" sldId="360"/>
            <ac:cxnSpMk id="37" creationId="{AF7A3534-3A0F-2759-9AB7-4D2D9610A43A}"/>
          </ac:cxnSpMkLst>
        </pc:cxnChg>
        <pc:cxnChg chg="mod">
          <ac:chgData name="Damir Auezov" userId="f5afe8ad-fb23-4f06-9417-74fabd8a07d7" providerId="ADAL" clId="{E8D1E8B3-1EC6-43CC-9036-36868EC4EF2A}" dt="2025-10-01T13:08:05.493" v="1224" actId="571"/>
          <ac:cxnSpMkLst>
            <pc:docMk/>
            <pc:sldMk cId="1471875587" sldId="360"/>
            <ac:cxnSpMk id="53" creationId="{D00F0B4A-4149-007B-D798-773749E6086A}"/>
          </ac:cxnSpMkLst>
        </pc:cxnChg>
      </pc:sldChg>
      <pc:sldChg chg="addSp delSp modSp add mod">
        <pc:chgData name="Damir Auezov" userId="f5afe8ad-fb23-4f06-9417-74fabd8a07d7" providerId="ADAL" clId="{E8D1E8B3-1EC6-43CC-9036-36868EC4EF2A}" dt="2025-10-13T05:56:35.544" v="3761" actId="1076"/>
        <pc:sldMkLst>
          <pc:docMk/>
          <pc:sldMk cId="4205308165" sldId="361"/>
        </pc:sldMkLst>
        <pc:spChg chg="mod">
          <ac:chgData name="Damir Auezov" userId="f5afe8ad-fb23-4f06-9417-74fabd8a07d7" providerId="ADAL" clId="{E8D1E8B3-1EC6-43CC-9036-36868EC4EF2A}" dt="2025-10-03T11:16:47.843" v="2617" actId="1036"/>
          <ac:spMkLst>
            <pc:docMk/>
            <pc:sldMk cId="4205308165" sldId="361"/>
            <ac:spMk id="6" creationId="{87D4B63E-7523-3261-C835-9B1C841681C0}"/>
          </ac:spMkLst>
        </pc:spChg>
        <pc:spChg chg="add del mod">
          <ac:chgData name="Damir Auezov" userId="f5afe8ad-fb23-4f06-9417-74fabd8a07d7" providerId="ADAL" clId="{E8D1E8B3-1EC6-43CC-9036-36868EC4EF2A}" dt="2025-10-03T10:51:55.863" v="2329" actId="1076"/>
          <ac:spMkLst>
            <pc:docMk/>
            <pc:sldMk cId="4205308165" sldId="361"/>
            <ac:spMk id="8" creationId="{24166F06-CF2B-D7C7-F80C-1D4156FCA1E0}"/>
          </ac:spMkLst>
        </pc:spChg>
        <pc:spChg chg="mod">
          <ac:chgData name="Damir Auezov" userId="f5afe8ad-fb23-4f06-9417-74fabd8a07d7" providerId="ADAL" clId="{E8D1E8B3-1EC6-43CC-9036-36868EC4EF2A}" dt="2025-10-03T10:51:53.575" v="2328" actId="1076"/>
          <ac:spMkLst>
            <pc:docMk/>
            <pc:sldMk cId="4205308165" sldId="361"/>
            <ac:spMk id="9" creationId="{99CE99CA-63DF-CBCC-CF64-112D1A762CC2}"/>
          </ac:spMkLst>
        </pc:spChg>
        <pc:spChg chg="mod">
          <ac:chgData name="Damir Auezov" userId="f5afe8ad-fb23-4f06-9417-74fabd8a07d7" providerId="ADAL" clId="{E8D1E8B3-1EC6-43CC-9036-36868EC4EF2A}" dt="2025-10-03T11:27:43.506" v="2681" actId="20577"/>
          <ac:spMkLst>
            <pc:docMk/>
            <pc:sldMk cId="4205308165" sldId="361"/>
            <ac:spMk id="12" creationId="{71C8E0AE-08B2-B9B0-730A-3FEFAE5CCE61}"/>
          </ac:spMkLst>
        </pc:spChg>
        <pc:spChg chg="mod">
          <ac:chgData name="Damir Auezov" userId="f5afe8ad-fb23-4f06-9417-74fabd8a07d7" providerId="ADAL" clId="{E8D1E8B3-1EC6-43CC-9036-36868EC4EF2A}" dt="2025-10-03T10:53:42.584" v="2383"/>
          <ac:spMkLst>
            <pc:docMk/>
            <pc:sldMk cId="4205308165" sldId="361"/>
            <ac:spMk id="23" creationId="{8CF77ABE-DABD-0E81-3F26-7313F0430BC0}"/>
          </ac:spMkLst>
        </pc:spChg>
        <pc:spChg chg="mod">
          <ac:chgData name="Damir Auezov" userId="f5afe8ad-fb23-4f06-9417-74fabd8a07d7" providerId="ADAL" clId="{E8D1E8B3-1EC6-43CC-9036-36868EC4EF2A}" dt="2025-10-03T11:16:55.113" v="2626" actId="1036"/>
          <ac:spMkLst>
            <pc:docMk/>
            <pc:sldMk cId="4205308165" sldId="361"/>
            <ac:spMk id="31" creationId="{AA2D4A04-2B00-7C4A-C574-A38DE3AB6437}"/>
          </ac:spMkLst>
        </pc:spChg>
        <pc:spChg chg="mod">
          <ac:chgData name="Damir Auezov" userId="f5afe8ad-fb23-4f06-9417-74fabd8a07d7" providerId="ADAL" clId="{E8D1E8B3-1EC6-43CC-9036-36868EC4EF2A}" dt="2025-10-03T10:54:02.330" v="2404" actId="1035"/>
          <ac:spMkLst>
            <pc:docMk/>
            <pc:sldMk cId="4205308165" sldId="361"/>
            <ac:spMk id="37" creationId="{9734270F-D3B1-9FBD-7846-854A58A1DF31}"/>
          </ac:spMkLst>
        </pc:spChg>
        <pc:grpChg chg="add mod">
          <ac:chgData name="Damir Auezov" userId="f5afe8ad-fb23-4f06-9417-74fabd8a07d7" providerId="ADAL" clId="{E8D1E8B3-1EC6-43CC-9036-36868EC4EF2A}" dt="2025-10-03T12:02:18.307" v="2747" actId="1076"/>
          <ac:grpSpMkLst>
            <pc:docMk/>
            <pc:sldMk cId="4205308165" sldId="361"/>
            <ac:grpSpMk id="16" creationId="{4428D4E0-A4B6-5E73-98A4-D3C449E185CD}"/>
          </ac:grpSpMkLst>
        </pc:grpChg>
        <pc:grpChg chg="add mod">
          <ac:chgData name="Damir Auezov" userId="f5afe8ad-fb23-4f06-9417-74fabd8a07d7" providerId="ADAL" clId="{E8D1E8B3-1EC6-43CC-9036-36868EC4EF2A}" dt="2025-10-03T12:02:18.307" v="2747" actId="1076"/>
          <ac:grpSpMkLst>
            <pc:docMk/>
            <pc:sldMk cId="4205308165" sldId="361"/>
            <ac:grpSpMk id="18" creationId="{11BE1397-A7A1-C9C0-F8D7-92AA73A1C103}"/>
          </ac:grpSpMkLst>
        </pc:grpChg>
        <pc:grpChg chg="add mod">
          <ac:chgData name="Damir Auezov" userId="f5afe8ad-fb23-4f06-9417-74fabd8a07d7" providerId="ADAL" clId="{E8D1E8B3-1EC6-43CC-9036-36868EC4EF2A}" dt="2025-10-03T12:02:18.307" v="2747" actId="1076"/>
          <ac:grpSpMkLst>
            <pc:docMk/>
            <pc:sldMk cId="4205308165" sldId="361"/>
            <ac:grpSpMk id="21" creationId="{FE81E316-B452-25F7-4EA5-6011BD64833B}"/>
          </ac:grpSpMkLst>
        </pc:grpChg>
        <pc:grpChg chg="add mod">
          <ac:chgData name="Damir Auezov" userId="f5afe8ad-fb23-4f06-9417-74fabd8a07d7" providerId="ADAL" clId="{E8D1E8B3-1EC6-43CC-9036-36868EC4EF2A}" dt="2025-10-03T12:02:18.307" v="2747" actId="1076"/>
          <ac:grpSpMkLst>
            <pc:docMk/>
            <pc:sldMk cId="4205308165" sldId="361"/>
            <ac:grpSpMk id="28" creationId="{1FEE6A93-53A6-CB29-625C-217BF8FE43F1}"/>
          </ac:grpSpMkLst>
        </pc:grpChg>
        <pc:grpChg chg="add mod">
          <ac:chgData name="Damir Auezov" userId="f5afe8ad-fb23-4f06-9417-74fabd8a07d7" providerId="ADAL" clId="{E8D1E8B3-1EC6-43CC-9036-36868EC4EF2A}" dt="2025-10-03T12:02:18.307" v="2747" actId="1076"/>
          <ac:grpSpMkLst>
            <pc:docMk/>
            <pc:sldMk cId="4205308165" sldId="361"/>
            <ac:grpSpMk id="35" creationId="{E103E7B9-8B06-75C8-2925-317318C4E896}"/>
          </ac:grpSpMkLst>
        </pc:grpChg>
        <pc:picChg chg="add mod">
          <ac:chgData name="Damir Auezov" userId="f5afe8ad-fb23-4f06-9417-74fabd8a07d7" providerId="ADAL" clId="{E8D1E8B3-1EC6-43CC-9036-36868EC4EF2A}" dt="2025-10-13T05:56:35.544" v="3761" actId="1076"/>
          <ac:picMkLst>
            <pc:docMk/>
            <pc:sldMk cId="4205308165" sldId="361"/>
            <ac:picMk id="2" creationId="{EC54A401-129A-DF5D-174C-490CFC8430F3}"/>
          </ac:picMkLst>
        </pc:picChg>
        <pc:picChg chg="mod">
          <ac:chgData name="Damir Auezov" userId="f5afe8ad-fb23-4f06-9417-74fabd8a07d7" providerId="ADAL" clId="{E8D1E8B3-1EC6-43CC-9036-36868EC4EF2A}" dt="2025-10-03T10:53:44.603" v="2385"/>
          <ac:picMkLst>
            <pc:docMk/>
            <pc:sldMk cId="4205308165" sldId="361"/>
            <ac:picMk id="5" creationId="{EEDCD313-44E6-4E60-CC29-4E5CDA6A3999}"/>
          </ac:picMkLst>
        </pc:picChg>
        <pc:picChg chg="mod">
          <ac:chgData name="Damir Auezov" userId="f5afe8ad-fb23-4f06-9417-74fabd8a07d7" providerId="ADAL" clId="{E8D1E8B3-1EC6-43CC-9036-36868EC4EF2A}" dt="2025-10-03T10:53:52.388" v="2391"/>
          <ac:picMkLst>
            <pc:docMk/>
            <pc:sldMk cId="4205308165" sldId="361"/>
            <ac:picMk id="11" creationId="{E6647565-B8DF-4FAF-B3B9-43221B4166AC}"/>
          </ac:picMkLst>
        </pc:picChg>
        <pc:picChg chg="mod">
          <ac:chgData name="Damir Auezov" userId="f5afe8ad-fb23-4f06-9417-74fabd8a07d7" providerId="ADAL" clId="{E8D1E8B3-1EC6-43CC-9036-36868EC4EF2A}" dt="2025-10-03T10:53:42.584" v="2383"/>
          <ac:picMkLst>
            <pc:docMk/>
            <pc:sldMk cId="4205308165" sldId="361"/>
            <ac:picMk id="22" creationId="{3860FE19-4C22-68D8-FFD1-B09D00BD879C}"/>
          </ac:picMkLst>
        </pc:picChg>
        <pc:picChg chg="mod">
          <ac:chgData name="Damir Auezov" userId="f5afe8ad-fb23-4f06-9417-74fabd8a07d7" providerId="ADAL" clId="{E8D1E8B3-1EC6-43CC-9036-36868EC4EF2A}" dt="2025-10-03T10:53:46.244" v="2387"/>
          <ac:picMkLst>
            <pc:docMk/>
            <pc:sldMk cId="4205308165" sldId="361"/>
            <ac:picMk id="30" creationId="{E196C2D1-D6B2-D526-BD1E-6F3AD1D5D4BD}"/>
          </ac:picMkLst>
        </pc:picChg>
        <pc:picChg chg="mod">
          <ac:chgData name="Damir Auezov" userId="f5afe8ad-fb23-4f06-9417-74fabd8a07d7" providerId="ADAL" clId="{E8D1E8B3-1EC6-43CC-9036-36868EC4EF2A}" dt="2025-10-03T10:53:55.225" v="2394"/>
          <ac:picMkLst>
            <pc:docMk/>
            <pc:sldMk cId="4205308165" sldId="361"/>
            <ac:picMk id="36" creationId="{5D348F5B-2F1F-A88F-B5FA-6A857E6D7278}"/>
          </ac:picMkLst>
        </pc:picChg>
        <pc:picChg chg="add del mod">
          <ac:chgData name="Damir Auezov" userId="f5afe8ad-fb23-4f06-9417-74fabd8a07d7" providerId="ADAL" clId="{E8D1E8B3-1EC6-43CC-9036-36868EC4EF2A}" dt="2025-10-13T05:56:30.376" v="3758" actId="478"/>
          <ac:picMkLst>
            <pc:docMk/>
            <pc:sldMk cId="4205308165" sldId="361"/>
            <ac:picMk id="38" creationId="{B858F19F-37B1-4E38-137D-22A4E5036506}"/>
          </ac:picMkLst>
        </pc:picChg>
      </pc:sldChg>
      <pc:sldChg chg="addSp delSp modSp add del mod ord">
        <pc:chgData name="Damir Auezov" userId="f5afe8ad-fb23-4f06-9417-74fabd8a07d7" providerId="ADAL" clId="{E8D1E8B3-1EC6-43CC-9036-36868EC4EF2A}" dt="2025-10-13T05:56:21.028" v="3755" actId="47"/>
        <pc:sldMkLst>
          <pc:docMk/>
          <pc:sldMk cId="614687712" sldId="362"/>
        </pc:sldMkLst>
      </pc:sldChg>
      <pc:sldChg chg="addSp delSp modSp add mod">
        <pc:chgData name="Damir Auezov" userId="f5afe8ad-fb23-4f06-9417-74fabd8a07d7" providerId="ADAL" clId="{E8D1E8B3-1EC6-43CC-9036-36868EC4EF2A}" dt="2025-10-03T10:45:56.235" v="2095" actId="478"/>
        <pc:sldMkLst>
          <pc:docMk/>
          <pc:sldMk cId="1261396697" sldId="363"/>
        </pc:sldMkLst>
        <pc:spChg chg="mod">
          <ac:chgData name="Damir Auezov" userId="f5afe8ad-fb23-4f06-9417-74fabd8a07d7" providerId="ADAL" clId="{E8D1E8B3-1EC6-43CC-9036-36868EC4EF2A}" dt="2025-10-03T10:45:52.816" v="2092" actId="1076"/>
          <ac:spMkLst>
            <pc:docMk/>
            <pc:sldMk cId="1261396697" sldId="363"/>
            <ac:spMk id="7" creationId="{69B3A052-F3A5-1726-DDC6-DCCEB96E9F99}"/>
          </ac:spMkLst>
        </pc:spChg>
        <pc:spChg chg="add del">
          <ac:chgData name="Damir Auezov" userId="f5afe8ad-fb23-4f06-9417-74fabd8a07d7" providerId="ADAL" clId="{E8D1E8B3-1EC6-43CC-9036-36868EC4EF2A}" dt="2025-10-03T10:45:54.986" v="2094" actId="478"/>
          <ac:spMkLst>
            <pc:docMk/>
            <pc:sldMk cId="1261396697" sldId="363"/>
            <ac:spMk id="9" creationId="{19DF353F-4C30-CA12-7595-21BCA4B8A027}"/>
          </ac:spMkLst>
        </pc:spChg>
      </pc:sldChg>
      <pc:sldChg chg="addSp delSp modSp new del mod">
        <pc:chgData name="Damir Auezov" userId="f5afe8ad-fb23-4f06-9417-74fabd8a07d7" providerId="ADAL" clId="{E8D1E8B3-1EC6-43CC-9036-36868EC4EF2A}" dt="2025-10-03T11:28:01.853" v="2699" actId="47"/>
        <pc:sldMkLst>
          <pc:docMk/>
          <pc:sldMk cId="145242185" sldId="364"/>
        </pc:sldMkLst>
      </pc:sldChg>
      <pc:sldChg chg="addSp delSp modSp new del mod">
        <pc:chgData name="Damir Auezov" userId="f5afe8ad-fb23-4f06-9417-74fabd8a07d7" providerId="ADAL" clId="{E8D1E8B3-1EC6-43CC-9036-36868EC4EF2A}" dt="2025-10-13T05:56:23" v="3756" actId="47"/>
        <pc:sldMkLst>
          <pc:docMk/>
          <pc:sldMk cId="1631173780" sldId="364"/>
        </pc:sldMkLst>
      </pc:sldChg>
      <pc:sldChg chg="addSp delSp modSp add del mod">
        <pc:chgData name="Damir Auezov" userId="f5afe8ad-fb23-4f06-9417-74fabd8a07d7" providerId="ADAL" clId="{E8D1E8B3-1EC6-43CC-9036-36868EC4EF2A}" dt="2025-10-13T05:56:43.983" v="3763" actId="47"/>
        <pc:sldMkLst>
          <pc:docMk/>
          <pc:sldMk cId="1415200880" sldId="365"/>
        </pc:sldMkLst>
        <pc:spChg chg="mod topLvl">
          <ac:chgData name="Damir Auezov" userId="f5afe8ad-fb23-4f06-9417-74fabd8a07d7" providerId="ADAL" clId="{E8D1E8B3-1EC6-43CC-9036-36868EC4EF2A}" dt="2025-10-07T05:33:55.753" v="3682" actId="165"/>
          <ac:spMkLst>
            <pc:docMk/>
            <pc:sldMk cId="1415200880" sldId="365"/>
            <ac:spMk id="26" creationId="{3E6A1240-95B7-3A0B-EC3A-3213901AD7A9}"/>
          </ac:spMkLst>
        </pc:spChg>
        <pc:spChg chg="mod topLvl">
          <ac:chgData name="Damir Auezov" userId="f5afe8ad-fb23-4f06-9417-74fabd8a07d7" providerId="ADAL" clId="{E8D1E8B3-1EC6-43CC-9036-36868EC4EF2A}" dt="2025-10-07T05:33:55.753" v="3682" actId="165"/>
          <ac:spMkLst>
            <pc:docMk/>
            <pc:sldMk cId="1415200880" sldId="365"/>
            <ac:spMk id="27" creationId="{77DBDD87-E59E-9315-5D22-BE2A488EBED9}"/>
          </ac:spMkLst>
        </pc:spChg>
        <pc:spChg chg="mod">
          <ac:chgData name="Damir Auezov" userId="f5afe8ad-fb23-4f06-9417-74fabd8a07d7" providerId="ADAL" clId="{E8D1E8B3-1EC6-43CC-9036-36868EC4EF2A}" dt="2025-10-07T05:33:55.753" v="3682" actId="165"/>
          <ac:spMkLst>
            <pc:docMk/>
            <pc:sldMk cId="1415200880" sldId="365"/>
            <ac:spMk id="35" creationId="{36A839D8-D075-AC9D-A437-F3B41A145678}"/>
          </ac:spMkLst>
        </pc:spChg>
        <pc:spChg chg="mod">
          <ac:chgData name="Damir Auezov" userId="f5afe8ad-fb23-4f06-9417-74fabd8a07d7" providerId="ADAL" clId="{E8D1E8B3-1EC6-43CC-9036-36868EC4EF2A}" dt="2025-10-07T05:33:55.753" v="3682" actId="165"/>
          <ac:spMkLst>
            <pc:docMk/>
            <pc:sldMk cId="1415200880" sldId="365"/>
            <ac:spMk id="36" creationId="{E77CDB0D-D310-4D73-3C7C-555C22FEA05A}"/>
          </ac:spMkLst>
        </pc:spChg>
        <pc:spChg chg="mod">
          <ac:chgData name="Damir Auezov" userId="f5afe8ad-fb23-4f06-9417-74fabd8a07d7" providerId="ADAL" clId="{E8D1E8B3-1EC6-43CC-9036-36868EC4EF2A}" dt="2025-10-07T05:33:55.753" v="3682" actId="165"/>
          <ac:spMkLst>
            <pc:docMk/>
            <pc:sldMk cId="1415200880" sldId="365"/>
            <ac:spMk id="37" creationId="{67711823-364E-CCF9-44F4-B0D187163FAF}"/>
          </ac:spMkLst>
        </pc:spChg>
        <pc:spChg chg="mod">
          <ac:chgData name="Damir Auezov" userId="f5afe8ad-fb23-4f06-9417-74fabd8a07d7" providerId="ADAL" clId="{E8D1E8B3-1EC6-43CC-9036-36868EC4EF2A}" dt="2025-10-07T05:33:55.753" v="3682" actId="165"/>
          <ac:spMkLst>
            <pc:docMk/>
            <pc:sldMk cId="1415200880" sldId="365"/>
            <ac:spMk id="38" creationId="{815D748B-0197-C9E2-EA95-FDD6EEF69F88}"/>
          </ac:spMkLst>
        </pc:spChg>
        <pc:spChg chg="mod">
          <ac:chgData name="Damir Auezov" userId="f5afe8ad-fb23-4f06-9417-74fabd8a07d7" providerId="ADAL" clId="{E8D1E8B3-1EC6-43CC-9036-36868EC4EF2A}" dt="2025-10-07T05:33:55.753" v="3682" actId="165"/>
          <ac:spMkLst>
            <pc:docMk/>
            <pc:sldMk cId="1415200880" sldId="365"/>
            <ac:spMk id="40" creationId="{82EC253B-F39C-60D4-E1FB-EA8782CC5915}"/>
          </ac:spMkLst>
        </pc:spChg>
        <pc:spChg chg="mod">
          <ac:chgData name="Damir Auezov" userId="f5afe8ad-fb23-4f06-9417-74fabd8a07d7" providerId="ADAL" clId="{E8D1E8B3-1EC6-43CC-9036-36868EC4EF2A}" dt="2025-10-07T05:33:55.753" v="3682" actId="165"/>
          <ac:spMkLst>
            <pc:docMk/>
            <pc:sldMk cId="1415200880" sldId="365"/>
            <ac:spMk id="41" creationId="{B56A6E38-12D3-922C-0184-B635F847EF37}"/>
          </ac:spMkLst>
        </pc:spChg>
        <pc:spChg chg="mod">
          <ac:chgData name="Damir Auezov" userId="f5afe8ad-fb23-4f06-9417-74fabd8a07d7" providerId="ADAL" clId="{E8D1E8B3-1EC6-43CC-9036-36868EC4EF2A}" dt="2025-10-07T05:33:55.753" v="3682" actId="165"/>
          <ac:spMkLst>
            <pc:docMk/>
            <pc:sldMk cId="1415200880" sldId="365"/>
            <ac:spMk id="43" creationId="{E99DE83A-2090-EC79-069C-1AB580AE674B}"/>
          </ac:spMkLst>
        </pc:spChg>
        <pc:spChg chg="mod">
          <ac:chgData name="Damir Auezov" userId="f5afe8ad-fb23-4f06-9417-74fabd8a07d7" providerId="ADAL" clId="{E8D1E8B3-1EC6-43CC-9036-36868EC4EF2A}" dt="2025-10-07T05:33:55.753" v="3682" actId="165"/>
          <ac:spMkLst>
            <pc:docMk/>
            <pc:sldMk cId="1415200880" sldId="365"/>
            <ac:spMk id="46" creationId="{5EDCF1E8-6E80-2C94-387E-E82F36D8E58B}"/>
          </ac:spMkLst>
        </pc:spChg>
        <pc:spChg chg="add mod">
          <ac:chgData name="Damir Auezov" userId="f5afe8ad-fb23-4f06-9417-74fabd8a07d7" providerId="ADAL" clId="{E8D1E8B3-1EC6-43CC-9036-36868EC4EF2A}" dt="2025-10-07T05:32:11.258" v="3560" actId="1076"/>
          <ac:spMkLst>
            <pc:docMk/>
            <pc:sldMk cId="1415200880" sldId="365"/>
            <ac:spMk id="47" creationId="{9DB1FF49-BA32-53F6-2790-5D072E4A2733}"/>
          </ac:spMkLst>
        </pc:spChg>
        <pc:spChg chg="add mod">
          <ac:chgData name="Damir Auezov" userId="f5afe8ad-fb23-4f06-9417-74fabd8a07d7" providerId="ADAL" clId="{E8D1E8B3-1EC6-43CC-9036-36868EC4EF2A}" dt="2025-10-07T05:32:39.576" v="3632" actId="20577"/>
          <ac:spMkLst>
            <pc:docMk/>
            <pc:sldMk cId="1415200880" sldId="365"/>
            <ac:spMk id="48" creationId="{C332687A-94C4-7B39-D9E1-02D8203F0C5B}"/>
          </ac:spMkLst>
        </pc:spChg>
        <pc:spChg chg="add mod">
          <ac:chgData name="Damir Auezov" userId="f5afe8ad-fb23-4f06-9417-74fabd8a07d7" providerId="ADAL" clId="{E8D1E8B3-1EC6-43CC-9036-36868EC4EF2A}" dt="2025-10-07T05:33:28.197" v="3679" actId="20577"/>
          <ac:spMkLst>
            <pc:docMk/>
            <pc:sldMk cId="1415200880" sldId="365"/>
            <ac:spMk id="49" creationId="{96A170C8-9090-5845-E88C-3F552E9519FB}"/>
          </ac:spMkLst>
        </pc:spChg>
        <pc:grpChg chg="add del mod">
          <ac:chgData name="Damir Auezov" userId="f5afe8ad-fb23-4f06-9417-74fabd8a07d7" providerId="ADAL" clId="{E8D1E8B3-1EC6-43CC-9036-36868EC4EF2A}" dt="2025-10-07T05:33:56.366" v="3683" actId="14100"/>
          <ac:grpSpMkLst>
            <pc:docMk/>
            <pc:sldMk cId="1415200880" sldId="365"/>
            <ac:grpSpMk id="2" creationId="{7DBFF7A7-B06B-415C-F576-B3AC832EA07F}"/>
          </ac:grpSpMkLst>
        </pc:grpChg>
      </pc:sldChg>
      <pc:sldChg chg="delSp modSp add del mod ord">
        <pc:chgData name="Damir Auezov" userId="f5afe8ad-fb23-4f06-9417-74fabd8a07d7" providerId="ADAL" clId="{E8D1E8B3-1EC6-43CC-9036-36868EC4EF2A}" dt="2025-10-03T11:28:55.231" v="2732" actId="47"/>
        <pc:sldMkLst>
          <pc:docMk/>
          <pc:sldMk cId="4225705657" sldId="365"/>
        </pc:sldMkLst>
      </pc:sldChg>
      <pc:sldChg chg="addSp delSp modSp new del mod">
        <pc:chgData name="Damir Auezov" userId="f5afe8ad-fb23-4f06-9417-74fabd8a07d7" providerId="ADAL" clId="{E8D1E8B3-1EC6-43CC-9036-36868EC4EF2A}" dt="2025-10-13T05:56:42.240" v="3762" actId="47"/>
        <pc:sldMkLst>
          <pc:docMk/>
          <pc:sldMk cId="3947273156" sldId="366"/>
        </pc:sldMkLst>
        <pc:graphicFrameChg chg="add mod modVis">
          <ac:chgData name="Damir Auezov" userId="f5afe8ad-fb23-4f06-9417-74fabd8a07d7" providerId="ADAL" clId="{E8D1E8B3-1EC6-43CC-9036-36868EC4EF2A}" dt="2025-10-07T05:29:11.543" v="3553"/>
          <ac:graphicFrameMkLst>
            <pc:docMk/>
            <pc:sldMk cId="3947273156" sldId="366"/>
            <ac:graphicFrameMk id="4" creationId="{ACCAB59E-DE20-F301-10FE-5E910BA20E02}"/>
          </ac:graphicFrameMkLst>
        </pc:graphicFrameChg>
        <pc:picChg chg="add mod">
          <ac:chgData name="Damir Auezov" userId="f5afe8ad-fb23-4f06-9417-74fabd8a07d7" providerId="ADAL" clId="{E8D1E8B3-1EC6-43CC-9036-36868EC4EF2A}" dt="2025-10-09T07:35:06.342" v="3716" actId="1076"/>
          <ac:picMkLst>
            <pc:docMk/>
            <pc:sldMk cId="3947273156" sldId="366"/>
            <ac:picMk id="1026" creationId="{1F43DA79-0B66-6F87-9D15-7EAB8A5462B3}"/>
          </ac:picMkLst>
        </pc:picChg>
      </pc:sldChg>
      <pc:sldChg chg="addSp modSp add mod">
        <pc:chgData name="Damir Auezov" userId="f5afe8ad-fb23-4f06-9417-74fabd8a07d7" providerId="ADAL" clId="{E8D1E8B3-1EC6-43CC-9036-36868EC4EF2A}" dt="2025-10-13T05:47:46.839" v="3754" actId="571"/>
        <pc:sldMkLst>
          <pc:docMk/>
          <pc:sldMk cId="1875656390" sldId="367"/>
        </pc:sldMkLst>
        <pc:spChg chg="add">
          <ac:chgData name="Damir Auezov" userId="f5afe8ad-fb23-4f06-9417-74fabd8a07d7" providerId="ADAL" clId="{E8D1E8B3-1EC6-43CC-9036-36868EC4EF2A}" dt="2025-10-13T05:46:14.254" v="3741"/>
          <ac:spMkLst>
            <pc:docMk/>
            <pc:sldMk cId="1875656390" sldId="367"/>
            <ac:spMk id="4" creationId="{CAAC213B-F8E2-DB8E-3FD1-8E5794AA05C4}"/>
          </ac:spMkLst>
        </pc:spChg>
        <pc:spChg chg="add">
          <ac:chgData name="Damir Auezov" userId="f5afe8ad-fb23-4f06-9417-74fabd8a07d7" providerId="ADAL" clId="{E8D1E8B3-1EC6-43CC-9036-36868EC4EF2A}" dt="2025-10-13T05:46:39.244" v="3742"/>
          <ac:spMkLst>
            <pc:docMk/>
            <pc:sldMk cId="1875656390" sldId="367"/>
            <ac:spMk id="5" creationId="{B2039C84-1A0C-024E-50CA-B42795EA5EC4}"/>
          </ac:spMkLst>
        </pc:spChg>
        <pc:spChg chg="add">
          <ac:chgData name="Damir Auezov" userId="f5afe8ad-fb23-4f06-9417-74fabd8a07d7" providerId="ADAL" clId="{E8D1E8B3-1EC6-43CC-9036-36868EC4EF2A}" dt="2025-10-13T05:46:50.938" v="3743"/>
          <ac:spMkLst>
            <pc:docMk/>
            <pc:sldMk cId="1875656390" sldId="367"/>
            <ac:spMk id="6" creationId="{59C51480-2AA0-61EF-DA0C-BFF31BB149C1}"/>
          </ac:spMkLst>
        </pc:spChg>
        <pc:spChg chg="mod">
          <ac:chgData name="Damir Auezov" userId="f5afe8ad-fb23-4f06-9417-74fabd8a07d7" providerId="ADAL" clId="{E8D1E8B3-1EC6-43CC-9036-36868EC4EF2A}" dt="2025-10-13T05:47:31.664" v="3747" actId="14100"/>
          <ac:spMkLst>
            <pc:docMk/>
            <pc:sldMk cId="1875656390" sldId="367"/>
            <ac:spMk id="98" creationId="{0D20CF27-CA37-4CDD-95C6-FDE824D322B8}"/>
          </ac:spMkLst>
        </pc:spChg>
        <pc:spChg chg="mod">
          <ac:chgData name="Damir Auezov" userId="f5afe8ad-fb23-4f06-9417-74fabd8a07d7" providerId="ADAL" clId="{E8D1E8B3-1EC6-43CC-9036-36868EC4EF2A}" dt="2025-10-13T05:47:31.664" v="3747" actId="14100"/>
          <ac:spMkLst>
            <pc:docMk/>
            <pc:sldMk cId="1875656390" sldId="367"/>
            <ac:spMk id="99" creationId="{9FB68243-5839-3BED-8900-BE33B178AD6C}"/>
          </ac:spMkLst>
        </pc:spChg>
        <pc:spChg chg="mod">
          <ac:chgData name="Damir Auezov" userId="f5afe8ad-fb23-4f06-9417-74fabd8a07d7" providerId="ADAL" clId="{E8D1E8B3-1EC6-43CC-9036-36868EC4EF2A}" dt="2025-10-13T05:47:31.664" v="3747" actId="14100"/>
          <ac:spMkLst>
            <pc:docMk/>
            <pc:sldMk cId="1875656390" sldId="367"/>
            <ac:spMk id="101" creationId="{E2B17222-888B-6FD5-6009-790AF268D735}"/>
          </ac:spMkLst>
        </pc:spChg>
        <pc:spChg chg="mod">
          <ac:chgData name="Damir Auezov" userId="f5afe8ad-fb23-4f06-9417-74fabd8a07d7" providerId="ADAL" clId="{E8D1E8B3-1EC6-43CC-9036-36868EC4EF2A}" dt="2025-10-13T05:47:31.664" v="3747" actId="14100"/>
          <ac:spMkLst>
            <pc:docMk/>
            <pc:sldMk cId="1875656390" sldId="367"/>
            <ac:spMk id="102" creationId="{5AE058DD-6E59-558B-C7D6-0831A379F5FC}"/>
          </ac:spMkLst>
        </pc:spChg>
        <pc:spChg chg="mod">
          <ac:chgData name="Damir Auezov" userId="f5afe8ad-fb23-4f06-9417-74fabd8a07d7" providerId="ADAL" clId="{E8D1E8B3-1EC6-43CC-9036-36868EC4EF2A}" dt="2025-10-13T05:47:31.664" v="3747" actId="14100"/>
          <ac:spMkLst>
            <pc:docMk/>
            <pc:sldMk cId="1875656390" sldId="367"/>
            <ac:spMk id="105" creationId="{8465E54D-1C69-4C50-89C8-BFB006E56112}"/>
          </ac:spMkLst>
        </pc:spChg>
        <pc:spChg chg="mod">
          <ac:chgData name="Damir Auezov" userId="f5afe8ad-fb23-4f06-9417-74fabd8a07d7" providerId="ADAL" clId="{E8D1E8B3-1EC6-43CC-9036-36868EC4EF2A}" dt="2025-10-13T05:47:31.664" v="3747" actId="14100"/>
          <ac:spMkLst>
            <pc:docMk/>
            <pc:sldMk cId="1875656390" sldId="367"/>
            <ac:spMk id="106" creationId="{F7BFB4BF-F0BD-5E5B-BB0E-09270247F2A1}"/>
          </ac:spMkLst>
        </pc:spChg>
        <pc:spChg chg="mod">
          <ac:chgData name="Damir Auezov" userId="f5afe8ad-fb23-4f06-9417-74fabd8a07d7" providerId="ADAL" clId="{E8D1E8B3-1EC6-43CC-9036-36868EC4EF2A}" dt="2025-10-13T05:47:31.664" v="3747" actId="14100"/>
          <ac:spMkLst>
            <pc:docMk/>
            <pc:sldMk cId="1875656390" sldId="367"/>
            <ac:spMk id="108" creationId="{E3F86F07-498C-EBEE-2F85-88EA630AE6D2}"/>
          </ac:spMkLst>
        </pc:spChg>
        <pc:spChg chg="mod">
          <ac:chgData name="Damir Auezov" userId="f5afe8ad-fb23-4f06-9417-74fabd8a07d7" providerId="ADAL" clId="{E8D1E8B3-1EC6-43CC-9036-36868EC4EF2A}" dt="2025-10-13T05:47:31.664" v="3747" actId="14100"/>
          <ac:spMkLst>
            <pc:docMk/>
            <pc:sldMk cId="1875656390" sldId="367"/>
            <ac:spMk id="109" creationId="{302BB0C3-060A-9497-B3A6-077C5D713F97}"/>
          </ac:spMkLst>
        </pc:spChg>
        <pc:spChg chg="mod">
          <ac:chgData name="Damir Auezov" userId="f5afe8ad-fb23-4f06-9417-74fabd8a07d7" providerId="ADAL" clId="{E8D1E8B3-1EC6-43CC-9036-36868EC4EF2A}" dt="2025-10-13T05:47:31.664" v="3747" actId="14100"/>
          <ac:spMkLst>
            <pc:docMk/>
            <pc:sldMk cId="1875656390" sldId="367"/>
            <ac:spMk id="110" creationId="{804388E7-EF9A-702A-54D4-850727EBDD1E}"/>
          </ac:spMkLst>
        </pc:spChg>
        <pc:spChg chg="mod">
          <ac:chgData name="Damir Auezov" userId="f5afe8ad-fb23-4f06-9417-74fabd8a07d7" providerId="ADAL" clId="{E8D1E8B3-1EC6-43CC-9036-36868EC4EF2A}" dt="2025-10-13T05:47:31.664" v="3747" actId="14100"/>
          <ac:spMkLst>
            <pc:docMk/>
            <pc:sldMk cId="1875656390" sldId="367"/>
            <ac:spMk id="111" creationId="{D4382A42-A09C-B84F-1C0B-BBA65E04D2F1}"/>
          </ac:spMkLst>
        </pc:spChg>
        <pc:picChg chg="add mod">
          <ac:chgData name="Damir Auezov" userId="f5afe8ad-fb23-4f06-9417-74fabd8a07d7" providerId="ADAL" clId="{E8D1E8B3-1EC6-43CC-9036-36868EC4EF2A}" dt="2025-10-13T05:43:49.093" v="3735" actId="1076"/>
          <ac:picMkLst>
            <pc:docMk/>
            <pc:sldMk cId="1875656390" sldId="367"/>
            <ac:picMk id="2" creationId="{A859173B-7EBA-5B72-1F2C-5F1C443EDF9E}"/>
          </ac:picMkLst>
        </pc:picChg>
        <pc:picChg chg="add mod modCrop">
          <ac:chgData name="Damir Auezov" userId="f5afe8ad-fb23-4f06-9417-74fabd8a07d7" providerId="ADAL" clId="{E8D1E8B3-1EC6-43CC-9036-36868EC4EF2A}" dt="2025-10-13T05:44:20.191" v="3740" actId="732"/>
          <ac:picMkLst>
            <pc:docMk/>
            <pc:sldMk cId="1875656390" sldId="367"/>
            <ac:picMk id="3" creationId="{CFEC2CA9-73AF-86E0-D115-8A51EF7AD1E3}"/>
          </ac:picMkLst>
        </pc:picChg>
        <pc:picChg chg="add mod">
          <ac:chgData name="Damir Auezov" userId="f5afe8ad-fb23-4f06-9417-74fabd8a07d7" providerId="ADAL" clId="{E8D1E8B3-1EC6-43CC-9036-36868EC4EF2A}" dt="2025-10-13T05:47:46.839" v="3754" actId="571"/>
          <ac:picMkLst>
            <pc:docMk/>
            <pc:sldMk cId="1875656390" sldId="367"/>
            <ac:picMk id="7" creationId="{94A69A25-8A2E-9337-81FF-3E37D428A005}"/>
          </ac:picMkLst>
        </pc:picChg>
        <pc:picChg chg="add">
          <ac:chgData name="Damir Auezov" userId="f5afe8ad-fb23-4f06-9417-74fabd8a07d7" providerId="ADAL" clId="{E8D1E8B3-1EC6-43CC-9036-36868EC4EF2A}" dt="2025-10-13T05:47:04.942" v="3744"/>
          <ac:picMkLst>
            <pc:docMk/>
            <pc:sldMk cId="1875656390" sldId="367"/>
            <ac:picMk id="1032" creationId="{F99721EB-C769-923A-8E23-4455922032F9}"/>
          </ac:picMkLst>
        </pc:picChg>
        <pc:picChg chg="add mod">
          <ac:chgData name="Damir Auezov" userId="f5afe8ad-fb23-4f06-9417-74fabd8a07d7" providerId="ADAL" clId="{E8D1E8B3-1EC6-43CC-9036-36868EC4EF2A}" dt="2025-10-13T05:47:44.078" v="3753" actId="1076"/>
          <ac:picMkLst>
            <pc:docMk/>
            <pc:sldMk cId="1875656390" sldId="367"/>
            <ac:picMk id="1034" creationId="{11DDBA36-FD7D-E755-1D60-2C2F08E52911}"/>
          </ac:picMkLst>
        </pc:picChg>
      </pc:sldChg>
      <pc:sldMasterChg chg="addSp delSp modSp mod">
        <pc:chgData name="Damir Auezov" userId="f5afe8ad-fb23-4f06-9417-74fabd8a07d7" providerId="ADAL" clId="{E8D1E8B3-1EC6-43CC-9036-36868EC4EF2A}" dt="2025-10-01T12:38:27.898" v="37"/>
        <pc:sldMasterMkLst>
          <pc:docMk/>
          <pc:sldMasterMk cId="3763374326" sldId="2147483648"/>
        </pc:sldMasterMkLst>
        <pc:spChg chg="mod">
          <ac:chgData name="Damir Auezov" userId="f5afe8ad-fb23-4f06-9417-74fabd8a07d7" providerId="ADAL" clId="{E8D1E8B3-1EC6-43CC-9036-36868EC4EF2A}" dt="2025-10-01T12:38:27.805" v="2" actId="948"/>
          <ac:spMkLst>
            <pc:docMk/>
            <pc:sldMasterMk cId="3763374326" sldId="2147483648"/>
            <ac:spMk id="2" creationId="{F1287C9F-2395-B93A-38A9-94F9D017227D}"/>
          </ac:spMkLst>
        </pc:spChg>
        <pc:graphicFrameChg chg="add mod ord modVis">
          <ac:chgData name="Damir Auezov" userId="f5afe8ad-fb23-4f06-9417-74fabd8a07d7" providerId="ADAL" clId="{E8D1E8B3-1EC6-43CC-9036-36868EC4EF2A}" dt="2025-10-01T12:38:27.898" v="37"/>
          <ac:graphicFrameMkLst>
            <pc:docMk/>
            <pc:sldMasterMk cId="3763374326" sldId="2147483648"/>
            <ac:graphicFrameMk id="8" creationId="{EEDA6C0B-C689-15C1-4E1C-4299C76F037B}"/>
          </ac:graphicFrameMkLst>
        </pc:graphicFrame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028B33-9B17-5F5F-3BC0-4B3820452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Pragmatica Book" panose="020B05030405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214EBE5-6A20-6DCE-B52A-195F8C16E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Pragmatica Book" panose="020B05030405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DDA0E3-856F-1576-A597-AACFF802C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fld id="{75B87156-9F36-4AC2-B236-F6DF2D727A28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E2827E-F6DB-7626-69B2-F6B6677BC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CBAED3-AE3D-92B4-8F51-F829C69C8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fld id="{4200159A-17CA-494A-9AFF-F9A492DBA5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243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DC00CD-0078-621B-A6A7-506B8827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E367E2-AF16-BF42-37C2-932CA6A5E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  <a:lvl2pPr>
              <a:defRPr>
                <a:latin typeface="Pragmatica Book" panose="020B0503040502020204" pitchFamily="34" charset="0"/>
              </a:defRPr>
            </a:lvl2pPr>
            <a:lvl3pPr>
              <a:defRPr>
                <a:latin typeface="Pragmatica Book" panose="020B0503040502020204" pitchFamily="34" charset="0"/>
              </a:defRPr>
            </a:lvl3pPr>
            <a:lvl4pPr>
              <a:defRPr>
                <a:latin typeface="Pragmatica Book" panose="020B0503040502020204" pitchFamily="34" charset="0"/>
              </a:defRPr>
            </a:lvl4pPr>
            <a:lvl5pPr>
              <a:defRPr>
                <a:latin typeface="Pragmatica Book" panose="020B05030405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472CD5-99D6-4D78-1B7A-E431B557C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fld id="{75B87156-9F36-4AC2-B236-F6DF2D727A28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379372-8960-201F-C69E-606022391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A74C0E-1395-6AAE-CA16-9C71923C9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fld id="{4200159A-17CA-494A-9AFF-F9A492DBA5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36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3F5F61-B7E2-1D39-E693-D7F1B2818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Pragmatica Book" panose="020B05030405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F326E5-8A21-83B7-C8F2-CE728D10C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Pragmatica Book" panose="020B05030405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659534-F68E-9BBB-2739-BEC9C6CFE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fld id="{75B87156-9F36-4AC2-B236-F6DF2D727A28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D85062-2828-FE66-1FAA-06F4F3254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723204-B1DB-4134-AF2C-7AD561CA1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fld id="{4200159A-17CA-494A-9AFF-F9A492DBA5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291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5A19DE-A18C-E63F-A022-345707230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EE5BEC-A598-246D-FBF7-AA3C433E5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  <a:lvl2pPr>
              <a:defRPr>
                <a:latin typeface="Pragmatica Book" panose="020B0503040502020204" pitchFamily="34" charset="0"/>
              </a:defRPr>
            </a:lvl2pPr>
            <a:lvl3pPr>
              <a:defRPr>
                <a:latin typeface="Pragmatica Book" panose="020B0503040502020204" pitchFamily="34" charset="0"/>
              </a:defRPr>
            </a:lvl3pPr>
            <a:lvl4pPr>
              <a:defRPr>
                <a:latin typeface="Pragmatica Book" panose="020B0503040502020204" pitchFamily="34" charset="0"/>
              </a:defRPr>
            </a:lvl4pPr>
            <a:lvl5pPr>
              <a:defRPr>
                <a:latin typeface="Pragmatica Book" panose="020B05030405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43489E-6A05-877C-538A-715B6069F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  <a:lvl2pPr>
              <a:defRPr>
                <a:latin typeface="Pragmatica Book" panose="020B0503040502020204" pitchFamily="34" charset="0"/>
              </a:defRPr>
            </a:lvl2pPr>
            <a:lvl3pPr>
              <a:defRPr>
                <a:latin typeface="Pragmatica Book" panose="020B0503040502020204" pitchFamily="34" charset="0"/>
              </a:defRPr>
            </a:lvl3pPr>
            <a:lvl4pPr>
              <a:defRPr>
                <a:latin typeface="Pragmatica Book" panose="020B0503040502020204" pitchFamily="34" charset="0"/>
              </a:defRPr>
            </a:lvl4pPr>
            <a:lvl5pPr>
              <a:defRPr>
                <a:latin typeface="Pragmatica Book" panose="020B05030405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62613E-178F-CB3A-5F36-A51E46DB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fld id="{75B87156-9F36-4AC2-B236-F6DF2D727A28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9B8EB1-3D89-A9FE-5EF5-044903970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89B42E-2F8B-C9F7-C460-BF3D569F7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fld id="{4200159A-17CA-494A-9AFF-F9A492DBA5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971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AB984F-945A-4B8A-E865-9843B16AC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F12FB5-9B61-89A6-3DD1-15EEC2EB1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ragmatica Book" panose="020B05030405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D618097-13FB-A034-79B2-5DDA8DDFF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  <a:lvl2pPr>
              <a:defRPr>
                <a:latin typeface="Pragmatica Book" panose="020B0503040502020204" pitchFamily="34" charset="0"/>
              </a:defRPr>
            </a:lvl2pPr>
            <a:lvl3pPr>
              <a:defRPr>
                <a:latin typeface="Pragmatica Book" panose="020B0503040502020204" pitchFamily="34" charset="0"/>
              </a:defRPr>
            </a:lvl3pPr>
            <a:lvl4pPr>
              <a:defRPr>
                <a:latin typeface="Pragmatica Book" panose="020B0503040502020204" pitchFamily="34" charset="0"/>
              </a:defRPr>
            </a:lvl4pPr>
            <a:lvl5pPr>
              <a:defRPr>
                <a:latin typeface="Pragmatica Book" panose="020B05030405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D7731EB-5E93-990D-B200-980BDA0D0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ragmatica Book" panose="020B05030405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8228C0D-F4AA-DEC3-516D-CA2430697D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  <a:lvl2pPr>
              <a:defRPr>
                <a:latin typeface="Pragmatica Book" panose="020B0503040502020204" pitchFamily="34" charset="0"/>
              </a:defRPr>
            </a:lvl2pPr>
            <a:lvl3pPr>
              <a:defRPr>
                <a:latin typeface="Pragmatica Book" panose="020B0503040502020204" pitchFamily="34" charset="0"/>
              </a:defRPr>
            </a:lvl3pPr>
            <a:lvl4pPr>
              <a:defRPr>
                <a:latin typeface="Pragmatica Book" panose="020B0503040502020204" pitchFamily="34" charset="0"/>
              </a:defRPr>
            </a:lvl4pPr>
            <a:lvl5pPr>
              <a:defRPr>
                <a:latin typeface="Pragmatica Book" panose="020B05030405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C97C0B4-02BA-901A-8CA1-8301ACD86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fld id="{75B87156-9F36-4AC2-B236-F6DF2D727A28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2BAD408-3590-01A2-CACF-87C0AF6A3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7F09680-873B-91D2-B6FC-3F9274DAD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fld id="{4200159A-17CA-494A-9AFF-F9A492DBA5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661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7A8558-7AC3-F25F-B6D7-64655DF06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08F6F0-3D21-B600-E6B3-0C7DFCA26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fld id="{75B87156-9F36-4AC2-B236-F6DF2D727A28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73FE0B6-3C37-E4AA-A6DF-3F751B5C7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2C4F7C1-EE35-9F26-9554-E202514E4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fld id="{4200159A-17CA-494A-9AFF-F9A492DBA5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987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AEBA293-BE89-0D5C-54D9-75552E2E7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fld id="{75B87156-9F36-4AC2-B236-F6DF2D727A28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AAD2EBE-33D2-0B7D-64E2-1B184F01F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55A4F2-FFE9-12C8-4494-CB1D1AA4A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fld id="{4200159A-17CA-494A-9AFF-F9A492DBA5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787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7C1BF1-B393-00FD-C417-7639F544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ragmatica Book" panose="020B05030405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C94322-BBB5-1565-753D-BBCD45254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ragmatica Book" panose="020B0503040502020204" pitchFamily="34" charset="0"/>
              </a:defRPr>
            </a:lvl1pPr>
            <a:lvl2pPr>
              <a:defRPr sz="2800">
                <a:latin typeface="Pragmatica Book" panose="020B0503040502020204" pitchFamily="34" charset="0"/>
              </a:defRPr>
            </a:lvl2pPr>
            <a:lvl3pPr>
              <a:defRPr sz="2400">
                <a:latin typeface="Pragmatica Book" panose="020B0503040502020204" pitchFamily="34" charset="0"/>
              </a:defRPr>
            </a:lvl3pPr>
            <a:lvl4pPr>
              <a:defRPr sz="2000">
                <a:latin typeface="Pragmatica Book" panose="020B0503040502020204" pitchFamily="34" charset="0"/>
              </a:defRPr>
            </a:lvl4pPr>
            <a:lvl5pPr>
              <a:defRPr sz="2000">
                <a:latin typeface="Pragmatica Book" panose="020B05030405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0D635BC-B5FE-8AED-6F67-5FC26BCBC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ragmatica Book" panose="020B05030405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51ECF4-6FF2-07AE-40BF-8CCC4B696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fld id="{75B87156-9F36-4AC2-B236-F6DF2D727A28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FB677C-399E-A550-B322-308BD0C0E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F841A5-E06B-766A-98D8-05509ACDD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fld id="{4200159A-17CA-494A-9AFF-F9A492DBA5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769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0C15F7-784E-C8A9-DEC8-317FC7E85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ragmatica Book" panose="020B05030405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895939B-6B04-7614-7C54-E5EB78F70D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Pragmatica Book" panose="020B05030405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D7BBE83-3496-9768-92C0-3F2CCA703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ragmatica Book" panose="020B05030405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D67074-9A14-AAC1-B854-855E607C2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fld id="{75B87156-9F36-4AC2-B236-F6DF2D727A28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2FB111-8311-5B49-917C-90566031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607583-9C67-CA5E-2569-60C96539F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fld id="{4200159A-17CA-494A-9AFF-F9A492DBA5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728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CA89F-0D6A-6DE4-C20F-A2EB1A600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9AC1DCA-BEB5-E274-B54F-80FB42E6F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Pragmatica Book" panose="020B0503040502020204" pitchFamily="34" charset="0"/>
              </a:defRPr>
            </a:lvl1pPr>
            <a:lvl2pPr>
              <a:defRPr>
                <a:latin typeface="Pragmatica Book" panose="020B0503040502020204" pitchFamily="34" charset="0"/>
              </a:defRPr>
            </a:lvl2pPr>
            <a:lvl3pPr>
              <a:defRPr>
                <a:latin typeface="Pragmatica Book" panose="020B0503040502020204" pitchFamily="34" charset="0"/>
              </a:defRPr>
            </a:lvl3pPr>
            <a:lvl4pPr>
              <a:defRPr>
                <a:latin typeface="Pragmatica Book" panose="020B0503040502020204" pitchFamily="34" charset="0"/>
              </a:defRPr>
            </a:lvl4pPr>
            <a:lvl5pPr>
              <a:defRPr>
                <a:latin typeface="Pragmatica Book" panose="020B05030405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BA2663-C223-A18E-191A-ADF63C31D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fld id="{75B87156-9F36-4AC2-B236-F6DF2D727A28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CFC5EE-3A82-BBC9-FA1E-A5DD186E8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5D856C-C648-D2E4-C0A9-3256194F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fld id="{4200159A-17CA-494A-9AFF-F9A492DBA5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506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3D740EB-70F3-29E0-BCCF-D9BA2B4327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6BA449-9376-7DB6-BF77-8516BFA3D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Pragmatica Book" panose="020B0503040502020204" pitchFamily="34" charset="0"/>
              </a:defRPr>
            </a:lvl1pPr>
            <a:lvl2pPr>
              <a:defRPr>
                <a:latin typeface="Pragmatica Book" panose="020B0503040502020204" pitchFamily="34" charset="0"/>
              </a:defRPr>
            </a:lvl2pPr>
            <a:lvl3pPr>
              <a:defRPr>
                <a:latin typeface="Pragmatica Book" panose="020B0503040502020204" pitchFamily="34" charset="0"/>
              </a:defRPr>
            </a:lvl3pPr>
            <a:lvl4pPr>
              <a:defRPr>
                <a:latin typeface="Pragmatica Book" panose="020B0503040502020204" pitchFamily="34" charset="0"/>
              </a:defRPr>
            </a:lvl4pPr>
            <a:lvl5pPr>
              <a:defRPr>
                <a:latin typeface="Pragmatica Book" panose="020B05030405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6B9268-7640-6F57-8DA9-96902CE6E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fld id="{75B87156-9F36-4AC2-B236-F6DF2D727A28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EE8970-F034-0245-38D3-DE56D88F4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E5C0EE-9FC6-1CF7-0DE3-EA6DCBA1A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Pragmatica Book" panose="020B0503040502020204" pitchFamily="34" charset="0"/>
              </a:defRPr>
            </a:lvl1pPr>
          </a:lstStyle>
          <a:p>
            <a:fld id="{4200159A-17CA-494A-9AFF-F9A492DBA5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032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per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066972"/>
            <a:ext cx="12192000" cy="791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3598" dirty="0">
              <a:latin typeface="Pragmatica Book" panose="020B05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591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4891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76" b="0" i="0">
                <a:solidFill>
                  <a:schemeClr val="bg1"/>
                </a:solidFill>
                <a:latin typeface="Pragmatica Book" panose="020B0503040502020204" pitchFamily="34" charset="0"/>
                <a:cs typeface="Pragmatica Book" panose="020B0503040502020204" pitchFamily="34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88831" y="1700097"/>
            <a:ext cx="4386658" cy="30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76" b="0" i="0">
                <a:solidFill>
                  <a:schemeClr val="bg1"/>
                </a:solidFill>
                <a:latin typeface="Pragmatica Book" panose="020B0503040502020204" pitchFamily="34" charset="0"/>
                <a:cs typeface="Pragmatica Book" panose="020B050304050202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825703" y="1704102"/>
            <a:ext cx="4787749" cy="30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76" b="0" i="0">
                <a:solidFill>
                  <a:schemeClr val="bg1"/>
                </a:solidFill>
                <a:latin typeface="Pragmatica Book" panose="020B0503040502020204" pitchFamily="34" charset="0"/>
                <a:cs typeface="Pragmatica Book" panose="020B0503040502020204" pitchFamily="34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Pragmatica Book" panose="020B05030405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Pragmatica Book" panose="020B05030405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Pragmatica Book" panose="020B0503040502020204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0824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EDA6C0B-C689-15C1-4E1C-4299C76F03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5061278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17" imgW="360" imgH="360" progId="TCLayout.ActiveDocument.1">
                  <p:embed/>
                </p:oleObj>
              </mc:Choice>
              <mc:Fallback>
                <p:oleObj name="Слайд think-cell" r:id="rId17" imgW="360" imgH="36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DA6C0B-C689-15C1-4E1C-4299C76F03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287C9F-2395-B93A-38A9-94F9D0172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B06B14-8B71-EBFA-F505-D4F0B2E79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4F316C-396E-E388-783C-A537EE1A4D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Pragmatica Book" panose="020B0503040502020204" pitchFamily="34" charset="0"/>
              </a:defRPr>
            </a:lvl1pPr>
          </a:lstStyle>
          <a:p>
            <a:fld id="{75B87156-9F36-4AC2-B236-F6DF2D727A28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546784-74E0-7CD1-4D22-24CF0DC01B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Pragmatica Book" panose="020B05030405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BDD7C6-C81D-A805-88ED-D56DE36AC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Pragmatica Book" panose="020B0503040502020204" pitchFamily="34" charset="0"/>
              </a:defRPr>
            </a:lvl1pPr>
          </a:lstStyle>
          <a:p>
            <a:fld id="{4200159A-17CA-494A-9AFF-F9A492DBA5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374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agmatica Book" panose="020B05030405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agmatica Book" panose="020B05030405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agmatica Book" panose="020B05030405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agmatica Book" panose="020B05030405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agmatica Book" panose="020B05030405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agmatica Book" panose="020B05030405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1.emf"/><Relationship Id="rId10" Type="http://schemas.openxmlformats.org/officeDocument/2006/relationships/image" Target="../media/image11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4.png"/><Relationship Id="rId11" Type="http://schemas.openxmlformats.org/officeDocument/2006/relationships/image" Target="../media/image18.png"/><Relationship Id="rId5" Type="http://schemas.openxmlformats.org/officeDocument/2006/relationships/image" Target="../media/image1.emf"/><Relationship Id="rId10" Type="http://schemas.openxmlformats.org/officeDocument/2006/relationships/image" Target="../media/image17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88825" cy="6866940"/>
          </a:xfrm>
          <a:prstGeom prst="rect">
            <a:avLst/>
          </a:prstGeom>
          <a:solidFill>
            <a:srgbClr val="6A2C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98" dirty="0">
              <a:latin typeface="Pragmatica Book" panose="020B0503040502020204" pitchFamily="34" charset="0"/>
            </a:endParaRPr>
          </a:p>
        </p:txBody>
      </p:sp>
      <p:pic>
        <p:nvPicPr>
          <p:cNvPr id="5" name="Рисунок 4" descr="Изображение выглядит как Сирень, Фиолетовый, Пурпурный цвет, лаван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79C5916-454F-50D8-3914-57674021D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305" r="-1"/>
          <a:stretch/>
        </p:blipFill>
        <p:spPr>
          <a:xfrm rot="10800000" flipV="1">
            <a:off x="1585417" y="0"/>
            <a:ext cx="10604996" cy="471052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90294" y="2559666"/>
            <a:ext cx="6001705" cy="40162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64864" y="2355260"/>
            <a:ext cx="7647685" cy="923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399" b="1" spc="200" dirty="0">
                <a:solidFill>
                  <a:schemeClr val="bg1"/>
                </a:solidFill>
                <a:latin typeface="Pragmatica Book" panose="020B0503040502020204" pitchFamily="34" charset="0"/>
                <a:ea typeface="Helvetica" charset="0"/>
                <a:cs typeface="Helvetica" charset="0"/>
              </a:rPr>
              <a:t>TEAMS </a:t>
            </a:r>
            <a:r>
              <a:rPr lang="ru-RU" sz="5399" b="1" spc="200" dirty="0">
                <a:solidFill>
                  <a:schemeClr val="bg1"/>
                </a:solidFill>
                <a:latin typeface="Pragmatica Book" panose="020B0503040502020204" pitchFamily="34" charset="0"/>
                <a:ea typeface="Helvetica" charset="0"/>
                <a:cs typeface="Helvetica" charset="0"/>
              </a:rPr>
              <a:t>ТЕЛЕФОНИЯ</a:t>
            </a:r>
            <a:endParaRPr lang="en-US" sz="5399" b="1" spc="200" dirty="0">
              <a:solidFill>
                <a:schemeClr val="bg1"/>
              </a:solidFill>
              <a:latin typeface="Pragmatica Book" panose="020B0503040502020204" pitchFamily="34" charset="0"/>
              <a:ea typeface="Helvetica" charset="0"/>
              <a:cs typeface="Helvetica" charset="0"/>
            </a:endParaRPr>
          </a:p>
        </p:txBody>
      </p:sp>
      <p:sp>
        <p:nvSpPr>
          <p:cNvPr id="8" name="Ipad Stats"/>
          <p:cNvSpPr/>
          <p:nvPr/>
        </p:nvSpPr>
        <p:spPr>
          <a:xfrm>
            <a:off x="1195786" y="3987002"/>
            <a:ext cx="9800428" cy="1067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2854" tIns="22854" rIns="22854" bIns="22854" numCol="1" anchor="t">
            <a:spAutoFit/>
          </a:bodyPr>
          <a:lstStyle>
            <a:lvl1pPr>
              <a:defRPr sz="75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indent="-91282" algn="ctr">
              <a:lnSpc>
                <a:spcPct val="95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ru-RU" sz="3000" b="0" dirty="0">
                <a:solidFill>
                  <a:schemeClr val="bg1"/>
                </a:solidFill>
                <a:latin typeface="Pragmatica Bold" panose="020B0703040502020204" pitchFamily="34" charset="0"/>
                <a:ea typeface="Helvetica" charset="0"/>
                <a:cs typeface="Helvetica" charset="0"/>
              </a:rPr>
              <a:t>Единое рабочее пространство </a:t>
            </a:r>
            <a:r>
              <a:rPr lang="en-US" sz="3000" b="0" dirty="0" err="1">
                <a:solidFill>
                  <a:schemeClr val="bg1"/>
                </a:solidFill>
                <a:latin typeface="Pragmatica Bold" panose="020B0703040502020204" pitchFamily="34" charset="0"/>
                <a:ea typeface="Helvetica" charset="0"/>
                <a:cs typeface="Helvetica" charset="0"/>
              </a:rPr>
              <a:t>UCaaS</a:t>
            </a:r>
            <a:r>
              <a:rPr lang="ru-RU" sz="3000" b="0" dirty="0">
                <a:solidFill>
                  <a:schemeClr val="bg1"/>
                </a:solidFill>
                <a:latin typeface="Pragmatica Bold" panose="020B0703040502020204" pitchFamily="34" charset="0"/>
                <a:ea typeface="Helvetica" charset="0"/>
                <a:cs typeface="Helvetica" charset="0"/>
              </a:rPr>
              <a:t> для ваших </a:t>
            </a:r>
          </a:p>
          <a:p>
            <a:pPr indent="-91282" algn="ctr">
              <a:lnSpc>
                <a:spcPct val="95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ru-RU" sz="3000" b="0" dirty="0">
                <a:solidFill>
                  <a:schemeClr val="bg1"/>
                </a:solidFill>
                <a:latin typeface="Pragmatica Bold" panose="020B0703040502020204" pitchFamily="34" charset="0"/>
                <a:ea typeface="Helvetica" charset="0"/>
                <a:cs typeface="Helvetica" charset="0"/>
              </a:rPr>
              <a:t>рабочих команд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3558634" y="3540764"/>
            <a:ext cx="50747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Рисунок 10" descr="Изображение выглядит как Шрифт, Графика, логотип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6977B2D-B532-EBAB-CD56-317096044F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60" y="556174"/>
            <a:ext cx="2053918" cy="45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216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 descr="Изображение выглядит как шаблон, Симметрия, Граф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86C014A-D547-0919-3C42-C33A2343464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" y="-1"/>
            <a:ext cx="4042686" cy="4689987"/>
          </a:xfrm>
          <a:prstGeom prst="rect">
            <a:avLst/>
          </a:prstGeom>
        </p:spPr>
      </p:pic>
      <p:graphicFrame>
        <p:nvGraphicFramePr>
          <p:cNvPr id="27" name="think-cell data - do not delete" hidden="1">
            <a:extLst>
              <a:ext uri="{FF2B5EF4-FFF2-40B4-BE49-F238E27FC236}">
                <a16:creationId xmlns:a16="http://schemas.microsoft.com/office/drawing/2014/main" id="{F4AC8079-70A3-199A-027F-3638B8FFF42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5659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06" imgH="306" progId="TCLayout.ActiveDocument.1">
                  <p:embed/>
                </p:oleObj>
              </mc:Choice>
              <mc:Fallback>
                <p:oleObj name="Слайд think-cell" r:id="rId4" imgW="306" imgH="306" progId="TCLayout.ActiveDocument.1">
                  <p:embed/>
                  <p:pic>
                    <p:nvPicPr>
                      <p:cNvPr id="2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AC8079-70A3-199A-027F-3638B8FFF4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1557" y="340710"/>
            <a:ext cx="83137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7136"/>
            <a:r>
              <a:rPr lang="ru-RU" sz="4000" spc="200" dirty="0">
                <a:solidFill>
                  <a:srgbClr val="6A2C91"/>
                </a:solidFill>
                <a:latin typeface="Pragmatica Bold" panose="020B0703040502020204" pitchFamily="34" charset="0"/>
                <a:ea typeface="Helvetica" charset="0"/>
                <a:cs typeface="Helvetica" charset="0"/>
              </a:rPr>
              <a:t>Описание услуги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0047468-7299-ED0C-0AAA-7067F9B924DA}"/>
              </a:ext>
            </a:extLst>
          </p:cNvPr>
          <p:cNvGrpSpPr/>
          <p:nvPr/>
        </p:nvGrpSpPr>
        <p:grpSpPr>
          <a:xfrm>
            <a:off x="578690" y="1629000"/>
            <a:ext cx="9916585" cy="860755"/>
            <a:chOff x="833533" y="2836691"/>
            <a:chExt cx="9916585" cy="860755"/>
          </a:xfrm>
        </p:grpSpPr>
        <p:sp>
          <p:nvSpPr>
            <p:cNvPr id="26" name="TextBox 25"/>
            <p:cNvSpPr txBox="1"/>
            <p:nvPr/>
          </p:nvSpPr>
          <p:spPr>
            <a:xfrm>
              <a:off x="833533" y="3358892"/>
              <a:ext cx="99165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agmatica Book" panose="020B0503040502020204" pitchFamily="34" charset="0"/>
                  <a:ea typeface="Helvetica Light" charset="0"/>
                  <a:cs typeface="Helvetica Light" charset="0"/>
                </a:rPr>
                <a:t>Единое рабочее окно для Ваших сотрудников, в котором объединены все виды коммуникаций:</a:t>
              </a:r>
            </a:p>
          </p:txBody>
        </p:sp>
        <p:sp>
          <p:nvSpPr>
            <p:cNvPr id="20" name="Ipad Stats"/>
            <p:cNvSpPr/>
            <p:nvPr/>
          </p:nvSpPr>
          <p:spPr>
            <a:xfrm>
              <a:off x="883903" y="2836691"/>
              <a:ext cx="3728253" cy="4770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22854" tIns="22854" rIns="22854" bIns="22854" numCol="1" anchor="t">
              <a:spAutoFit/>
            </a:bodyPr>
            <a:lstStyle>
              <a:lvl1pPr>
                <a:defRPr sz="75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 sz="2800" dirty="0">
                  <a:solidFill>
                    <a:srgbClr val="6A2C91"/>
                  </a:solidFill>
                  <a:latin typeface="Pragmatica Book" panose="020B0503040502020204" pitchFamily="34" charset="0"/>
                  <a:ea typeface="Helvetica Light" charset="0"/>
                  <a:cs typeface="Helvetica Light" charset="0"/>
                </a:rPr>
                <a:t>TEAMS </a:t>
              </a:r>
              <a:r>
                <a:rPr lang="ru-RU" sz="2800" dirty="0">
                  <a:solidFill>
                    <a:srgbClr val="6A2C91"/>
                  </a:solidFill>
                  <a:latin typeface="Pragmatica Book" panose="020B0503040502020204" pitchFamily="34" charset="0"/>
                  <a:ea typeface="Helvetica Light" charset="0"/>
                  <a:cs typeface="Helvetica Light" charset="0"/>
                </a:rPr>
                <a:t>ТЕЛЕФОНИЯ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CD987A1-1189-17DA-174F-911A49270A41}"/>
              </a:ext>
            </a:extLst>
          </p:cNvPr>
          <p:cNvSpPr txBox="1"/>
          <p:nvPr/>
        </p:nvSpPr>
        <p:spPr>
          <a:xfrm>
            <a:off x="1152158" y="4595644"/>
            <a:ext cx="670376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Чаты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agmatica Book" panose="020B05030405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86ABB-CFC2-314B-CA26-1ACCBBFAF26D}"/>
              </a:ext>
            </a:extLst>
          </p:cNvPr>
          <p:cNvSpPr txBox="1"/>
          <p:nvPr/>
        </p:nvSpPr>
        <p:spPr>
          <a:xfrm>
            <a:off x="2753118" y="4601235"/>
            <a:ext cx="2167384" cy="5847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Звонки между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Teams </a:t>
            </a: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абонентами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agmatica Book" panose="020B05030405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20FBD-F84B-355B-8017-5B718E83FA87}"/>
              </a:ext>
            </a:extLst>
          </p:cNvPr>
          <p:cNvSpPr txBox="1"/>
          <p:nvPr/>
        </p:nvSpPr>
        <p:spPr>
          <a:xfrm>
            <a:off x="4856659" y="4603058"/>
            <a:ext cx="2622373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Звонки на сотовые, городские, международные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направления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agmatica Book" panose="020B05030405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CB3F39-9775-0570-70C2-6A910C017252}"/>
              </a:ext>
            </a:extLst>
          </p:cNvPr>
          <p:cNvSpPr txBox="1"/>
          <p:nvPr/>
        </p:nvSpPr>
        <p:spPr>
          <a:xfrm>
            <a:off x="9823771" y="4603058"/>
            <a:ext cx="1833525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Совместная работа над документами и их хранение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agmatica Book" panose="020B05030405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295B37-EFBF-D928-E62A-5030320F5A72}"/>
              </a:ext>
            </a:extLst>
          </p:cNvPr>
          <p:cNvSpPr txBox="1"/>
          <p:nvPr/>
        </p:nvSpPr>
        <p:spPr>
          <a:xfrm>
            <a:off x="7552885" y="4609993"/>
            <a:ext cx="1833525" cy="5847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Аудио – видео конференций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agmatica Book" panose="020B0503040502020204" pitchFamily="34" charset="0"/>
            </a:endParaRPr>
          </a:p>
        </p:txBody>
      </p: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0EB0470C-19C5-3372-23A1-C1A9990BA04F}"/>
              </a:ext>
            </a:extLst>
          </p:cNvPr>
          <p:cNvGrpSpPr/>
          <p:nvPr/>
        </p:nvGrpSpPr>
        <p:grpSpPr>
          <a:xfrm>
            <a:off x="781460" y="2962959"/>
            <a:ext cx="1411772" cy="1253823"/>
            <a:chOff x="5542809" y="2439457"/>
            <a:chExt cx="755416" cy="670900"/>
          </a:xfrm>
        </p:grpSpPr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BBF49F20-0A57-44F9-3208-2A583A874532}"/>
                </a:ext>
              </a:extLst>
            </p:cNvPr>
            <p:cNvGrpSpPr/>
            <p:nvPr/>
          </p:nvGrpSpPr>
          <p:grpSpPr>
            <a:xfrm>
              <a:off x="5583956" y="2439457"/>
              <a:ext cx="673124" cy="670900"/>
              <a:chOff x="3509353" y="851199"/>
              <a:chExt cx="890330" cy="88738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22" name="Picture 6" descr="Картинки по запросу &quot;magnifier png&quot;">
                <a:extLst>
                  <a:ext uri="{FF2B5EF4-FFF2-40B4-BE49-F238E27FC236}">
                    <a16:creationId xmlns:a16="http://schemas.microsoft.com/office/drawing/2014/main" id="{F602BFBC-009D-4A7C-A923-4F96315DF9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1340" b="24495"/>
              <a:stretch/>
            </p:blipFill>
            <p:spPr bwMode="auto">
              <a:xfrm flipH="1">
                <a:off x="3509353" y="857888"/>
                <a:ext cx="890330" cy="880699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rgbClr val="652D86"/>
                </a:solidFill>
              </a:ln>
            </p:spPr>
          </p:pic>
          <p:sp>
            <p:nvSpPr>
              <p:cNvPr id="24" name="Овал 23">
                <a:extLst>
                  <a:ext uri="{FF2B5EF4-FFF2-40B4-BE49-F238E27FC236}">
                    <a16:creationId xmlns:a16="http://schemas.microsoft.com/office/drawing/2014/main" id="{86B55CFE-A213-27F8-55BF-1C2CD6E3C2EC}"/>
                  </a:ext>
                </a:extLst>
              </p:cNvPr>
              <p:cNvSpPr/>
              <p:nvPr/>
            </p:nvSpPr>
            <p:spPr>
              <a:xfrm>
                <a:off x="3514168" y="851199"/>
                <a:ext cx="880700" cy="880699"/>
              </a:xfrm>
              <a:prstGeom prst="ellipse">
                <a:avLst/>
              </a:prstGeom>
              <a:noFill/>
              <a:ln w="57150">
                <a:solidFill>
                  <a:srgbClr val="652D8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141"/>
                  </a:solidFill>
                  <a:effectLst/>
                  <a:uLnTx/>
                  <a:uFillTx/>
                  <a:latin typeface="Pragmatica Book" panose="020B0503040502020204" pitchFamily="34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42" name="Рисунок 41" descr="Изображение выглядит как черный, темнот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7174AE48-AA04-EF21-027B-F0AC86EFB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2809" y="2596965"/>
              <a:ext cx="755416" cy="424922"/>
            </a:xfrm>
            <a:prstGeom prst="rect">
              <a:avLst/>
            </a:prstGeom>
          </p:spPr>
        </p:pic>
      </p:grp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109EBC56-9EF6-0130-6B70-C5871B972B3B}"/>
              </a:ext>
            </a:extLst>
          </p:cNvPr>
          <p:cNvGrpSpPr/>
          <p:nvPr/>
        </p:nvGrpSpPr>
        <p:grpSpPr>
          <a:xfrm>
            <a:off x="3237055" y="2962959"/>
            <a:ext cx="1257979" cy="1253823"/>
            <a:chOff x="5583956" y="3309972"/>
            <a:chExt cx="673124" cy="670900"/>
          </a:xfrm>
        </p:grpSpPr>
        <p:grpSp>
          <p:nvGrpSpPr>
            <p:cNvPr id="28" name="Группа 27">
              <a:extLst>
                <a:ext uri="{FF2B5EF4-FFF2-40B4-BE49-F238E27FC236}">
                  <a16:creationId xmlns:a16="http://schemas.microsoft.com/office/drawing/2014/main" id="{EBE1E9D7-7A09-AEEC-DEC9-49BD52CDC40C}"/>
                </a:ext>
              </a:extLst>
            </p:cNvPr>
            <p:cNvGrpSpPr/>
            <p:nvPr/>
          </p:nvGrpSpPr>
          <p:grpSpPr>
            <a:xfrm>
              <a:off x="5583956" y="3309972"/>
              <a:ext cx="673124" cy="670900"/>
              <a:chOff x="3509353" y="851199"/>
              <a:chExt cx="890330" cy="88738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30" name="Picture 6" descr="Картинки по запросу &quot;magnifier png&quot;">
                <a:extLst>
                  <a:ext uri="{FF2B5EF4-FFF2-40B4-BE49-F238E27FC236}">
                    <a16:creationId xmlns:a16="http://schemas.microsoft.com/office/drawing/2014/main" id="{1FFEDEE3-2114-CC75-945B-6DA00BEDED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1340" b="24495"/>
              <a:stretch/>
            </p:blipFill>
            <p:spPr bwMode="auto">
              <a:xfrm flipH="1">
                <a:off x="3509353" y="857888"/>
                <a:ext cx="890330" cy="880699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rgbClr val="652D86"/>
                </a:solidFill>
              </a:ln>
            </p:spPr>
          </p:pic>
          <p:sp>
            <p:nvSpPr>
              <p:cNvPr id="31" name="Овал 30">
                <a:extLst>
                  <a:ext uri="{FF2B5EF4-FFF2-40B4-BE49-F238E27FC236}">
                    <a16:creationId xmlns:a16="http://schemas.microsoft.com/office/drawing/2014/main" id="{05BF39C2-075C-A4B6-7EEF-1FF23556AA4D}"/>
                  </a:ext>
                </a:extLst>
              </p:cNvPr>
              <p:cNvSpPr/>
              <p:nvPr/>
            </p:nvSpPr>
            <p:spPr>
              <a:xfrm>
                <a:off x="3514168" y="851199"/>
                <a:ext cx="880700" cy="880699"/>
              </a:xfrm>
              <a:prstGeom prst="ellipse">
                <a:avLst/>
              </a:prstGeom>
              <a:noFill/>
              <a:ln w="57150">
                <a:solidFill>
                  <a:srgbClr val="652D8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141"/>
                  </a:solidFill>
                  <a:effectLst/>
                  <a:uLnTx/>
                  <a:uFillTx/>
                  <a:latin typeface="Pragmatica Book" panose="020B0503040502020204" pitchFamily="34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44" name="Рисунок 43" descr="Изображение выглядит как символ, логотип, Шрифт, График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FDB5D0C3-F5FE-536A-DFB4-8E9F64A5D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32038" y="3473498"/>
              <a:ext cx="345674" cy="345674"/>
            </a:xfrm>
            <a:prstGeom prst="rect">
              <a:avLst/>
            </a:prstGeom>
          </p:spPr>
        </p:pic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B511AE91-CF8A-C21D-0E7E-EE8474B844DA}"/>
              </a:ext>
            </a:extLst>
          </p:cNvPr>
          <p:cNvGrpSpPr/>
          <p:nvPr/>
        </p:nvGrpSpPr>
        <p:grpSpPr>
          <a:xfrm>
            <a:off x="7840659" y="2962959"/>
            <a:ext cx="1257979" cy="1253823"/>
            <a:chOff x="5583956" y="5063492"/>
            <a:chExt cx="673124" cy="670900"/>
          </a:xfrm>
        </p:grpSpPr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D20D51BD-933E-3D77-0BFF-00B0F594AE9D}"/>
                </a:ext>
              </a:extLst>
            </p:cNvPr>
            <p:cNvGrpSpPr/>
            <p:nvPr/>
          </p:nvGrpSpPr>
          <p:grpSpPr>
            <a:xfrm>
              <a:off x="5583956" y="5063492"/>
              <a:ext cx="673124" cy="670900"/>
              <a:chOff x="3509353" y="851199"/>
              <a:chExt cx="890330" cy="88738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36" name="Picture 6" descr="Картинки по запросу &quot;magnifier png&quot;">
                <a:extLst>
                  <a:ext uri="{FF2B5EF4-FFF2-40B4-BE49-F238E27FC236}">
                    <a16:creationId xmlns:a16="http://schemas.microsoft.com/office/drawing/2014/main" id="{8ED126D3-701C-AEB6-ECE6-23946F021A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1340" b="24495"/>
              <a:stretch/>
            </p:blipFill>
            <p:spPr bwMode="auto">
              <a:xfrm flipH="1">
                <a:off x="3509353" y="857888"/>
                <a:ext cx="890330" cy="880699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rgbClr val="652D86"/>
                </a:solidFill>
              </a:ln>
            </p:spPr>
          </p:pic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30EAE434-2CB3-D7F0-B601-5F09B304F645}"/>
                  </a:ext>
                </a:extLst>
              </p:cNvPr>
              <p:cNvSpPr/>
              <p:nvPr/>
            </p:nvSpPr>
            <p:spPr>
              <a:xfrm>
                <a:off x="3514168" y="851199"/>
                <a:ext cx="880700" cy="880699"/>
              </a:xfrm>
              <a:prstGeom prst="ellipse">
                <a:avLst/>
              </a:prstGeom>
              <a:noFill/>
              <a:ln w="57150">
                <a:solidFill>
                  <a:srgbClr val="652D8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141"/>
                  </a:solidFill>
                  <a:effectLst/>
                  <a:uLnTx/>
                  <a:uFillTx/>
                  <a:latin typeface="Pragmatica Book" panose="020B0503040502020204" pitchFamily="34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46" name="Рисунок 45" descr="Изображение выглядит как символ, дизайн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601862A9-E2D6-CF5A-94B8-3F9B0A81C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5462" y="5153205"/>
              <a:ext cx="473054" cy="473054"/>
            </a:xfrm>
            <a:prstGeom prst="rect">
              <a:avLst/>
            </a:prstGeom>
          </p:spPr>
        </p:pic>
      </p:grp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BB895F24-B3EB-F67E-802A-84B09133187D}"/>
              </a:ext>
            </a:extLst>
          </p:cNvPr>
          <p:cNvGrpSpPr/>
          <p:nvPr/>
        </p:nvGrpSpPr>
        <p:grpSpPr>
          <a:xfrm>
            <a:off x="5538857" y="2962959"/>
            <a:ext cx="1257979" cy="1253823"/>
            <a:chOff x="5583956" y="4223796"/>
            <a:chExt cx="673124" cy="670900"/>
          </a:xfrm>
        </p:grpSpPr>
        <p:grpSp>
          <p:nvGrpSpPr>
            <p:cNvPr id="32" name="Группа 31">
              <a:extLst>
                <a:ext uri="{FF2B5EF4-FFF2-40B4-BE49-F238E27FC236}">
                  <a16:creationId xmlns:a16="http://schemas.microsoft.com/office/drawing/2014/main" id="{D0F5536B-016A-04F3-EA08-C87558132806}"/>
                </a:ext>
              </a:extLst>
            </p:cNvPr>
            <p:cNvGrpSpPr/>
            <p:nvPr/>
          </p:nvGrpSpPr>
          <p:grpSpPr>
            <a:xfrm>
              <a:off x="5583956" y="4223796"/>
              <a:ext cx="673124" cy="670900"/>
              <a:chOff x="3509353" y="851199"/>
              <a:chExt cx="890330" cy="88738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33" name="Picture 6" descr="Картинки по запросу &quot;magnifier png&quot;">
                <a:extLst>
                  <a:ext uri="{FF2B5EF4-FFF2-40B4-BE49-F238E27FC236}">
                    <a16:creationId xmlns:a16="http://schemas.microsoft.com/office/drawing/2014/main" id="{C7377A0D-B537-725A-9800-E0EDD04920F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1340" b="24495"/>
              <a:stretch/>
            </p:blipFill>
            <p:spPr bwMode="auto">
              <a:xfrm flipH="1">
                <a:off x="3509353" y="857888"/>
                <a:ext cx="890330" cy="880699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rgbClr val="652D86"/>
                </a:solidFill>
              </a:ln>
            </p:spPr>
          </p:pic>
          <p:sp>
            <p:nvSpPr>
              <p:cNvPr id="34" name="Овал 33">
                <a:extLst>
                  <a:ext uri="{FF2B5EF4-FFF2-40B4-BE49-F238E27FC236}">
                    <a16:creationId xmlns:a16="http://schemas.microsoft.com/office/drawing/2014/main" id="{44C73C53-5619-F92D-C1EA-B98E0D7AAF41}"/>
                  </a:ext>
                </a:extLst>
              </p:cNvPr>
              <p:cNvSpPr/>
              <p:nvPr/>
            </p:nvSpPr>
            <p:spPr>
              <a:xfrm>
                <a:off x="3514168" y="851199"/>
                <a:ext cx="880700" cy="880699"/>
              </a:xfrm>
              <a:prstGeom prst="ellipse">
                <a:avLst/>
              </a:prstGeom>
              <a:noFill/>
              <a:ln w="57150">
                <a:solidFill>
                  <a:srgbClr val="652D8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141"/>
                  </a:solidFill>
                  <a:effectLst/>
                  <a:uLnTx/>
                  <a:uFillTx/>
                  <a:latin typeface="Pragmatica Book" panose="020B0503040502020204" pitchFamily="34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48" name="Рисунок 47" descr="Изображение выглядит как символ, логотип, круг, дизайн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4F47771A-B325-CD9E-ABDD-8B25844C7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36717" y="4361126"/>
              <a:ext cx="391180" cy="391180"/>
            </a:xfrm>
            <a:prstGeom prst="rect">
              <a:avLst/>
            </a:prstGeom>
          </p:spPr>
        </p:pic>
      </p:grp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97D6C776-7147-E8CE-1AD4-1CE6CA4F75C6}"/>
              </a:ext>
            </a:extLst>
          </p:cNvPr>
          <p:cNvGrpSpPr/>
          <p:nvPr/>
        </p:nvGrpSpPr>
        <p:grpSpPr>
          <a:xfrm>
            <a:off x="10142460" y="2962959"/>
            <a:ext cx="1257979" cy="1253823"/>
            <a:chOff x="5583956" y="5960789"/>
            <a:chExt cx="673124" cy="670900"/>
          </a:xfrm>
        </p:grpSpPr>
        <p:grpSp>
          <p:nvGrpSpPr>
            <p:cNvPr id="38" name="Группа 37">
              <a:extLst>
                <a:ext uri="{FF2B5EF4-FFF2-40B4-BE49-F238E27FC236}">
                  <a16:creationId xmlns:a16="http://schemas.microsoft.com/office/drawing/2014/main" id="{BF454121-75F6-B170-214B-408B1DD8B1DA}"/>
                </a:ext>
              </a:extLst>
            </p:cNvPr>
            <p:cNvGrpSpPr/>
            <p:nvPr/>
          </p:nvGrpSpPr>
          <p:grpSpPr>
            <a:xfrm>
              <a:off x="5583956" y="5960789"/>
              <a:ext cx="673124" cy="670900"/>
              <a:chOff x="3509353" y="851199"/>
              <a:chExt cx="890330" cy="88738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39" name="Picture 6" descr="Картинки по запросу &quot;magnifier png&quot;">
                <a:extLst>
                  <a:ext uri="{FF2B5EF4-FFF2-40B4-BE49-F238E27FC236}">
                    <a16:creationId xmlns:a16="http://schemas.microsoft.com/office/drawing/2014/main" id="{EEA8413A-3BDE-F918-4FB0-3A6203CA28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1340" b="24495"/>
              <a:stretch/>
            </p:blipFill>
            <p:spPr bwMode="auto">
              <a:xfrm flipH="1">
                <a:off x="3509353" y="857888"/>
                <a:ext cx="890330" cy="880699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rgbClr val="652D86"/>
                </a:solidFill>
              </a:ln>
            </p:spPr>
          </p:pic>
          <p:sp>
            <p:nvSpPr>
              <p:cNvPr id="40" name="Овал 39">
                <a:extLst>
                  <a:ext uri="{FF2B5EF4-FFF2-40B4-BE49-F238E27FC236}">
                    <a16:creationId xmlns:a16="http://schemas.microsoft.com/office/drawing/2014/main" id="{1C535A48-EF31-DC60-42CB-3A0EF296E6BF}"/>
                  </a:ext>
                </a:extLst>
              </p:cNvPr>
              <p:cNvSpPr/>
              <p:nvPr/>
            </p:nvSpPr>
            <p:spPr>
              <a:xfrm>
                <a:off x="3514168" y="851199"/>
                <a:ext cx="880700" cy="880699"/>
              </a:xfrm>
              <a:prstGeom prst="ellipse">
                <a:avLst/>
              </a:prstGeom>
              <a:noFill/>
              <a:ln w="57150">
                <a:solidFill>
                  <a:srgbClr val="652D8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141"/>
                  </a:solidFill>
                  <a:effectLst/>
                  <a:uLnTx/>
                  <a:uFillTx/>
                  <a:latin typeface="Pragmatica Book" panose="020B0503040502020204" pitchFamily="34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50" name="Рисунок 49" descr="Изображение выглядит как снимок экрана, Графика, дизайн, круг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8778DDA4-E719-2575-7A33-196559B60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11952" y="6099530"/>
              <a:ext cx="384048" cy="384048"/>
            </a:xfrm>
            <a:prstGeom prst="rect">
              <a:avLst/>
            </a:prstGeom>
          </p:spPr>
        </p:pic>
      </p:grp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DB048EE-A577-D5B3-5064-0D9FF75C21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4900"/>
            <a:ext cx="121920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56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95A86-ADD1-89D5-6617-6D2EB0938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 descr="Изображение выглядит как шаблон, Симметрия, Граф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C4BE9F2-4043-5DC9-6C97-9BD819E51F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" y="-1"/>
            <a:ext cx="4042686" cy="4689987"/>
          </a:xfrm>
          <a:prstGeom prst="rect">
            <a:avLst/>
          </a:prstGeom>
        </p:spPr>
      </p:pic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31A1D50-1A2E-49AF-E03C-21D4E007760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44084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60" imgH="360" progId="TCLayout.ActiveDocument.1">
                  <p:embed/>
                </p:oleObj>
              </mc:Choice>
              <mc:Fallback>
                <p:oleObj name="Слайд think-cell" r:id="rId4" imgW="360" imgH="36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1A1D50-1A2E-49AF-E03C-21D4E00776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206">
            <a:extLst>
              <a:ext uri="{FF2B5EF4-FFF2-40B4-BE49-F238E27FC236}">
                <a16:creationId xmlns:a16="http://schemas.microsoft.com/office/drawing/2014/main" id="{C43EEDBF-C255-4847-52FE-DD92AEE962C7}"/>
              </a:ext>
            </a:extLst>
          </p:cNvPr>
          <p:cNvSpPr/>
          <p:nvPr/>
        </p:nvSpPr>
        <p:spPr>
          <a:xfrm>
            <a:off x="5229170" y="2011083"/>
            <a:ext cx="4262954" cy="245129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Pragmatica Book" panose="020B0503040502020204" pitchFamily="34" charset="0"/>
            </a:endParaRPr>
          </a:p>
        </p:txBody>
      </p:sp>
      <p:sp>
        <p:nvSpPr>
          <p:cNvPr id="19" name="Rectangle 206">
            <a:extLst>
              <a:ext uri="{FF2B5EF4-FFF2-40B4-BE49-F238E27FC236}">
                <a16:creationId xmlns:a16="http://schemas.microsoft.com/office/drawing/2014/main" id="{53D9039C-6FF4-2D64-390B-6800624BF24B}"/>
              </a:ext>
            </a:extLst>
          </p:cNvPr>
          <p:cNvSpPr/>
          <p:nvPr/>
        </p:nvSpPr>
        <p:spPr>
          <a:xfrm>
            <a:off x="330271" y="2011083"/>
            <a:ext cx="3013537" cy="245129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Pragmatica Book" panose="020B050304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7B4A86-0A36-8453-1E05-ABB3750DD6D3}"/>
              </a:ext>
            </a:extLst>
          </p:cNvPr>
          <p:cNvSpPr txBox="1"/>
          <p:nvPr/>
        </p:nvSpPr>
        <p:spPr>
          <a:xfrm>
            <a:off x="997564" y="3858414"/>
            <a:ext cx="1589474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Teams </a:t>
            </a: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абоненты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Pragmatica Book" panose="020B05030405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25F3AB-EAD0-49CA-1507-B2BF3F25BD8C}"/>
              </a:ext>
            </a:extLst>
          </p:cNvPr>
          <p:cNvSpPr txBox="1"/>
          <p:nvPr/>
        </p:nvSpPr>
        <p:spPr>
          <a:xfrm>
            <a:off x="10249279" y="4089246"/>
            <a:ext cx="1630576" cy="95410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Сотовые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Междугородние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Международные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Направления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Pragmatica Book" panose="020B0503040502020204" pitchFamily="34" charset="0"/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EEEC2D2B-BB28-D772-4B2B-B16163DDBC24}"/>
              </a:ext>
            </a:extLst>
          </p:cNvPr>
          <p:cNvGrpSpPr/>
          <p:nvPr/>
        </p:nvGrpSpPr>
        <p:grpSpPr>
          <a:xfrm>
            <a:off x="762533" y="2827149"/>
            <a:ext cx="1715247" cy="936728"/>
            <a:chOff x="595384" y="3724020"/>
            <a:chExt cx="1715247" cy="936728"/>
          </a:xfrm>
        </p:grpSpPr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22563168-B9A1-9276-8432-1250D0689C1D}"/>
                </a:ext>
              </a:extLst>
            </p:cNvPr>
            <p:cNvGrpSpPr/>
            <p:nvPr/>
          </p:nvGrpSpPr>
          <p:grpSpPr>
            <a:xfrm>
              <a:off x="595384" y="3724020"/>
              <a:ext cx="1715247" cy="936728"/>
              <a:chOff x="595384" y="3724020"/>
              <a:chExt cx="1715247" cy="936728"/>
            </a:xfrm>
          </p:grpSpPr>
          <p:grpSp>
            <p:nvGrpSpPr>
              <p:cNvPr id="10" name="Группа 9">
                <a:extLst>
                  <a:ext uri="{FF2B5EF4-FFF2-40B4-BE49-F238E27FC236}">
                    <a16:creationId xmlns:a16="http://schemas.microsoft.com/office/drawing/2014/main" id="{78835A72-A86A-3546-6FD0-5FA923D5CE6A}"/>
                  </a:ext>
                </a:extLst>
              </p:cNvPr>
              <p:cNvGrpSpPr/>
              <p:nvPr/>
            </p:nvGrpSpPr>
            <p:grpSpPr>
              <a:xfrm>
                <a:off x="1503832" y="3765463"/>
                <a:ext cx="806799" cy="806799"/>
                <a:chOff x="1474778" y="3773262"/>
                <a:chExt cx="1400815" cy="1400815"/>
              </a:xfrm>
            </p:grpSpPr>
            <p:pic>
              <p:nvPicPr>
                <p:cNvPr id="3" name="Рисунок 2" descr="Изображение выглядит как Мобильный телефон, гаджет, Портативное устройство связи, Устройство связи&#10;&#10;Содержимое, созданное искусственным интеллектом, может быть неверным.">
                  <a:extLst>
                    <a:ext uri="{FF2B5EF4-FFF2-40B4-BE49-F238E27FC236}">
                      <a16:creationId xmlns:a16="http://schemas.microsoft.com/office/drawing/2014/main" id="{F5F41B86-2EF0-1A01-8060-A3CD1B2AC5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74778" y="3773262"/>
                  <a:ext cx="1400815" cy="1400815"/>
                </a:xfrm>
                <a:prstGeom prst="rect">
                  <a:avLst/>
                </a:prstGeom>
              </p:spPr>
            </p:pic>
            <p:pic>
              <p:nvPicPr>
                <p:cNvPr id="9" name="Рисунок 8" descr="Изображение выглядит как символ, логотип, Шрифт, Графика&#10;&#10;Содержимое, созданное искусственным интеллектом, может быть неверным.">
                  <a:extLst>
                    <a:ext uri="{FF2B5EF4-FFF2-40B4-BE49-F238E27FC236}">
                      <a16:creationId xmlns:a16="http://schemas.microsoft.com/office/drawing/2014/main" id="{7CE69CAA-8064-B9BD-9C47-B4C55BBCB7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82294" y="4204956"/>
                  <a:ext cx="508452" cy="508452"/>
                </a:xfrm>
                <a:prstGeom prst="rect">
                  <a:avLst/>
                </a:prstGeom>
              </p:spPr>
            </p:pic>
          </p:grpSp>
          <p:pic>
            <p:nvPicPr>
              <p:cNvPr id="12" name="Рисунок 11">
                <a:extLst>
                  <a:ext uri="{FF2B5EF4-FFF2-40B4-BE49-F238E27FC236}">
                    <a16:creationId xmlns:a16="http://schemas.microsoft.com/office/drawing/2014/main" id="{19246BA2-07BC-E37F-5E15-DE01B7D4C4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384" y="3724020"/>
                <a:ext cx="936728" cy="936728"/>
              </a:xfrm>
              <a:prstGeom prst="rect">
                <a:avLst/>
              </a:prstGeom>
            </p:spPr>
          </p:pic>
        </p:grpSp>
        <p:pic>
          <p:nvPicPr>
            <p:cNvPr id="15" name="Рисунок 14" descr="Изображение выглядит как символ, логотип, Шрифт, График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C612C017-FA7D-F8B4-F5B2-FFA1ED37C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92" y="3929552"/>
              <a:ext cx="292843" cy="292843"/>
            </a:xfrm>
            <a:prstGeom prst="rect">
              <a:avLst/>
            </a:prstGeom>
          </p:spPr>
        </p:pic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2FD4B8DF-FE00-8EA6-DC3B-EDA8701A1491}"/>
              </a:ext>
            </a:extLst>
          </p:cNvPr>
          <p:cNvGrpSpPr/>
          <p:nvPr/>
        </p:nvGrpSpPr>
        <p:grpSpPr>
          <a:xfrm>
            <a:off x="2695815" y="3268124"/>
            <a:ext cx="954194" cy="381487"/>
            <a:chOff x="2310631" y="4164995"/>
            <a:chExt cx="954194" cy="381487"/>
          </a:xfrm>
        </p:grpSpPr>
        <p:cxnSp>
          <p:nvCxnSpPr>
            <p:cNvPr id="22" name="Straight Connector 3">
              <a:extLst>
                <a:ext uri="{FF2B5EF4-FFF2-40B4-BE49-F238E27FC236}">
                  <a16:creationId xmlns:a16="http://schemas.microsoft.com/office/drawing/2014/main" id="{9F3277F8-8401-73C0-B8B6-825D5167C795}"/>
                </a:ext>
              </a:extLst>
            </p:cNvPr>
            <p:cNvCxnSpPr>
              <a:cxnSpLocks/>
            </p:cNvCxnSpPr>
            <p:nvPr/>
          </p:nvCxnSpPr>
          <p:spPr>
            <a:xfrm>
              <a:off x="2310631" y="4164995"/>
              <a:ext cx="922660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D50836F-66CB-BDEA-FD72-A731D734E37B}"/>
                </a:ext>
              </a:extLst>
            </p:cNvPr>
            <p:cNvSpPr txBox="1"/>
            <p:nvPr/>
          </p:nvSpPr>
          <p:spPr>
            <a:xfrm>
              <a:off x="2440560" y="4238705"/>
              <a:ext cx="82426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agmatica Book" panose="020B0503040502020204" pitchFamily="34" charset="0"/>
                </a:rPr>
                <a:t>Internet</a:t>
              </a:r>
            </a:p>
          </p:txBody>
        </p:sp>
      </p:grp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784EF9A2-22A3-702F-D166-98F57E61D4EC}"/>
              </a:ext>
            </a:extLst>
          </p:cNvPr>
          <p:cNvGrpSpPr/>
          <p:nvPr/>
        </p:nvGrpSpPr>
        <p:grpSpPr>
          <a:xfrm>
            <a:off x="3669190" y="2716386"/>
            <a:ext cx="980875" cy="1665248"/>
            <a:chOff x="3362946" y="3613257"/>
            <a:chExt cx="980875" cy="1665248"/>
          </a:xfrm>
        </p:grpSpPr>
        <p:pic>
          <p:nvPicPr>
            <p:cNvPr id="25" name="Рисунок 24" descr="Изображение выглядит как График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6FE0D927-2E8A-B09A-74FF-AF167C138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2946" y="3613257"/>
              <a:ext cx="980875" cy="980875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8B34A6F-CAF6-A86D-CDA0-B891FFD79EB6}"/>
                </a:ext>
              </a:extLst>
            </p:cNvPr>
            <p:cNvSpPr txBox="1"/>
            <p:nvPr/>
          </p:nvSpPr>
          <p:spPr>
            <a:xfrm>
              <a:off x="3371360" y="4755285"/>
              <a:ext cx="964046" cy="52322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agmatica Book" panose="020B0503040502020204" pitchFamily="34" charset="0"/>
                </a:rPr>
                <a:t>Облако </a:t>
              </a:r>
              <a:endPara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agmatica Book" panose="020B0503040502020204" pitchFamily="34" charset="0"/>
                </a:rPr>
                <a:t>Microsoft</a:t>
              </a:r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A5396615-93FC-04EE-398D-47985DFAF2AF}"/>
              </a:ext>
            </a:extLst>
          </p:cNvPr>
          <p:cNvGrpSpPr/>
          <p:nvPr/>
        </p:nvGrpSpPr>
        <p:grpSpPr>
          <a:xfrm>
            <a:off x="4631855" y="3268124"/>
            <a:ext cx="1125629" cy="381487"/>
            <a:chOff x="2322432" y="4164995"/>
            <a:chExt cx="1125629" cy="381487"/>
          </a:xfrm>
        </p:grpSpPr>
        <p:cxnSp>
          <p:nvCxnSpPr>
            <p:cNvPr id="29" name="Straight Connector 3">
              <a:extLst>
                <a:ext uri="{FF2B5EF4-FFF2-40B4-BE49-F238E27FC236}">
                  <a16:creationId xmlns:a16="http://schemas.microsoft.com/office/drawing/2014/main" id="{1919E555-BE67-3481-B8C1-CC8A11A64D90}"/>
                </a:ext>
              </a:extLst>
            </p:cNvPr>
            <p:cNvCxnSpPr>
              <a:cxnSpLocks/>
            </p:cNvCxnSpPr>
            <p:nvPr/>
          </p:nvCxnSpPr>
          <p:spPr>
            <a:xfrm>
              <a:off x="2423917" y="4164995"/>
              <a:ext cx="922660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268E394-E01B-99CA-1B05-565716FA7D79}"/>
                </a:ext>
              </a:extLst>
            </p:cNvPr>
            <p:cNvSpPr txBox="1"/>
            <p:nvPr/>
          </p:nvSpPr>
          <p:spPr>
            <a:xfrm>
              <a:off x="2322432" y="4238705"/>
              <a:ext cx="112562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agmatica Book" panose="020B0503040502020204" pitchFamily="34" charset="0"/>
                </a:rPr>
                <a:t>Sip internet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3D0AA21-23B5-35D6-F341-1AB03776A855}"/>
              </a:ext>
            </a:extLst>
          </p:cNvPr>
          <p:cNvSpPr txBox="1"/>
          <p:nvPr/>
        </p:nvSpPr>
        <p:spPr>
          <a:xfrm>
            <a:off x="6199303" y="2093590"/>
            <a:ext cx="2322687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Инфраструктура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Kcell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agmatica Book" panose="020B0503040502020204" pitchFamily="34" charset="0"/>
            </a:endParaRPr>
          </a:p>
        </p:txBody>
      </p:sp>
      <p:pic>
        <p:nvPicPr>
          <p:cNvPr id="34" name="Picture 2">
            <a:extLst>
              <a:ext uri="{FF2B5EF4-FFF2-40B4-BE49-F238E27FC236}">
                <a16:creationId xmlns:a16="http://schemas.microsoft.com/office/drawing/2014/main" id="{F5466E08-D9C7-9369-3E16-68B7CAA15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804" y="3000338"/>
            <a:ext cx="980081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9A871278-230A-F349-9AC6-895C0B5E9A69}"/>
              </a:ext>
            </a:extLst>
          </p:cNvPr>
          <p:cNvSpPr txBox="1"/>
          <p:nvPr/>
        </p:nvSpPr>
        <p:spPr>
          <a:xfrm>
            <a:off x="5683502" y="3808173"/>
            <a:ext cx="1159292" cy="52322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Шлюз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Audiocodes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Pragmatica Book" panose="020B0503040502020204" pitchFamily="34" charset="0"/>
            </a:endParaRP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B9D8DCA5-81D9-E657-5367-D7654B2CF696}"/>
              </a:ext>
            </a:extLst>
          </p:cNvPr>
          <p:cNvGrpSpPr/>
          <p:nvPr/>
        </p:nvGrpSpPr>
        <p:grpSpPr>
          <a:xfrm>
            <a:off x="6825980" y="3268124"/>
            <a:ext cx="922660" cy="304542"/>
            <a:chOff x="2423917" y="4164995"/>
            <a:chExt cx="922660" cy="304542"/>
          </a:xfrm>
        </p:grpSpPr>
        <p:cxnSp>
          <p:nvCxnSpPr>
            <p:cNvPr id="37" name="Straight Connector 3">
              <a:extLst>
                <a:ext uri="{FF2B5EF4-FFF2-40B4-BE49-F238E27FC236}">
                  <a16:creationId xmlns:a16="http://schemas.microsoft.com/office/drawing/2014/main" id="{AF7A3534-3A0F-2759-9AB7-4D2D9610A43A}"/>
                </a:ext>
              </a:extLst>
            </p:cNvPr>
            <p:cNvCxnSpPr>
              <a:cxnSpLocks/>
            </p:cNvCxnSpPr>
            <p:nvPr/>
          </p:nvCxnSpPr>
          <p:spPr>
            <a:xfrm>
              <a:off x="2423917" y="4164995"/>
              <a:ext cx="922660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EB409B5-3F95-316D-9823-49C65B95275A}"/>
                </a:ext>
              </a:extLst>
            </p:cNvPr>
            <p:cNvSpPr txBox="1"/>
            <p:nvPr/>
          </p:nvSpPr>
          <p:spPr>
            <a:xfrm>
              <a:off x="2440560" y="4238705"/>
              <a:ext cx="184731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endParaRPr>
            </a:p>
          </p:txBody>
        </p:sp>
      </p:grpSp>
      <p:pic>
        <p:nvPicPr>
          <p:cNvPr id="39" name="Рисунок 38" descr="Изображение выглядит как снимок экрана, Прямоугольник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4909F75-F2FF-0458-AEF8-5B30ED17070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174" y="2777733"/>
            <a:ext cx="986145" cy="98614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A0AF13B-9457-E64E-97C7-CE70B5B23CC1}"/>
              </a:ext>
            </a:extLst>
          </p:cNvPr>
          <p:cNvSpPr txBox="1"/>
          <p:nvPr/>
        </p:nvSpPr>
        <p:spPr>
          <a:xfrm>
            <a:off x="7718929" y="3808173"/>
            <a:ext cx="1234633" cy="52322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Коммутатор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Kcell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Pragmatica Book" panose="020B0503040502020204" pitchFamily="34" charset="0"/>
            </a:endParaRPr>
          </a:p>
        </p:txBody>
      </p: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858729FC-45AD-EF06-9E40-29E9EA3C2380}"/>
              </a:ext>
            </a:extLst>
          </p:cNvPr>
          <p:cNvGrpSpPr/>
          <p:nvPr/>
        </p:nvGrpSpPr>
        <p:grpSpPr>
          <a:xfrm>
            <a:off x="9030794" y="3268124"/>
            <a:ext cx="1113868" cy="381487"/>
            <a:chOff x="2310631" y="4164995"/>
            <a:chExt cx="1113868" cy="381487"/>
          </a:xfrm>
        </p:grpSpPr>
        <p:cxnSp>
          <p:nvCxnSpPr>
            <p:cNvPr id="53" name="Straight Connector 3">
              <a:extLst>
                <a:ext uri="{FF2B5EF4-FFF2-40B4-BE49-F238E27FC236}">
                  <a16:creationId xmlns:a16="http://schemas.microsoft.com/office/drawing/2014/main" id="{D00F0B4A-4149-007B-D798-773749E6086A}"/>
                </a:ext>
              </a:extLst>
            </p:cNvPr>
            <p:cNvCxnSpPr>
              <a:cxnSpLocks/>
            </p:cNvCxnSpPr>
            <p:nvPr/>
          </p:nvCxnSpPr>
          <p:spPr>
            <a:xfrm>
              <a:off x="2310631" y="4164995"/>
              <a:ext cx="922660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483C71D-A2DD-1133-0FB5-7307C7BBF619}"/>
                </a:ext>
              </a:extLst>
            </p:cNvPr>
            <p:cNvSpPr txBox="1"/>
            <p:nvPr/>
          </p:nvSpPr>
          <p:spPr>
            <a:xfrm>
              <a:off x="2392935" y="4238705"/>
              <a:ext cx="103156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agmatica Book" panose="020B0503040502020204" pitchFamily="34" charset="0"/>
                </a:rPr>
                <a:t>Сеть </a:t>
              </a:r>
              <a:r>
                <a:rPr lang="en-US"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Pragmatica Book" panose="020B0503040502020204" pitchFamily="34" charset="0"/>
                </a:rPr>
                <a:t>Kcell</a:t>
              </a:r>
              <a:endPara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endParaRPr>
            </a:p>
          </p:txBody>
        </p:sp>
      </p:grp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33F721B4-DFD2-886E-8FD9-80A6CFB2355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4929" y="2297185"/>
            <a:ext cx="1819275" cy="181927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9A270B08-DAED-15E5-45B8-9FA5CBF8151C}"/>
              </a:ext>
            </a:extLst>
          </p:cNvPr>
          <p:cNvSpPr txBox="1"/>
          <p:nvPr/>
        </p:nvSpPr>
        <p:spPr>
          <a:xfrm>
            <a:off x="2629785" y="2965625"/>
            <a:ext cx="1090363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+7 701XXX XX </a:t>
            </a:r>
            <a:r>
              <a:rPr lang="en-US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XX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  <a:latin typeface="Pragmatica Book" panose="020B05030405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ECFF166-45FB-C004-47BE-C77AAFF415DB}"/>
              </a:ext>
            </a:extLst>
          </p:cNvPr>
          <p:cNvSpPr txBox="1"/>
          <p:nvPr/>
        </p:nvSpPr>
        <p:spPr>
          <a:xfrm>
            <a:off x="4627378" y="2965625"/>
            <a:ext cx="1090363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+7 701XXX XX </a:t>
            </a:r>
            <a:r>
              <a:rPr lang="en-US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XX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  <a:latin typeface="Pragmatica Book" panose="020B05030405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24CE23-5799-C480-5702-21FB0CDE88E9}"/>
              </a:ext>
            </a:extLst>
          </p:cNvPr>
          <p:cNvSpPr txBox="1"/>
          <p:nvPr/>
        </p:nvSpPr>
        <p:spPr>
          <a:xfrm>
            <a:off x="6726576" y="2965625"/>
            <a:ext cx="1090363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+7 701XXX XX </a:t>
            </a:r>
            <a:r>
              <a:rPr lang="en-US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XX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  <a:latin typeface="Pragmatica Book" panose="020B05030405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39EA9D-1977-5117-727A-4C7531B672AD}"/>
              </a:ext>
            </a:extLst>
          </p:cNvPr>
          <p:cNvSpPr txBox="1"/>
          <p:nvPr/>
        </p:nvSpPr>
        <p:spPr>
          <a:xfrm>
            <a:off x="8960060" y="2965625"/>
            <a:ext cx="1090363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+7 701XXX XX </a:t>
            </a:r>
            <a:r>
              <a:rPr lang="en-US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XX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  <a:latin typeface="Pragmatica Book" panose="020B05030405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E3B4C4D-296B-0159-0864-B7D9253E3BA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4900"/>
            <a:ext cx="12192000" cy="6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F7ADEF-57D3-DADB-01B4-1964473B7F8A}"/>
              </a:ext>
            </a:extLst>
          </p:cNvPr>
          <p:cNvSpPr txBox="1"/>
          <p:nvPr/>
        </p:nvSpPr>
        <p:spPr>
          <a:xfrm>
            <a:off x="561557" y="318626"/>
            <a:ext cx="83137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7136"/>
            <a:r>
              <a:rPr lang="ru-RU" sz="4000" spc="200" dirty="0">
                <a:solidFill>
                  <a:srgbClr val="6A2C91"/>
                </a:solidFill>
                <a:latin typeface="Pragmatica Bold" panose="020B0703040502020204" pitchFamily="34" charset="0"/>
                <a:ea typeface="Helvetica" charset="0"/>
                <a:cs typeface="Helvetica" charset="0"/>
              </a:rPr>
              <a:t>Способ подключения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06D242-D8A6-97C8-63D0-AF9B03E06B4F}"/>
              </a:ext>
            </a:extLst>
          </p:cNvPr>
          <p:cNvSpPr txBox="1"/>
          <p:nvPr/>
        </p:nvSpPr>
        <p:spPr>
          <a:xfrm>
            <a:off x="423975" y="2093590"/>
            <a:ext cx="3251235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Инфраструктура заказчика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agmatica Book" panose="020B05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875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7F497-9F6A-25E3-3C86-A1B4F83BA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 descr="Изображение выглядит как шаблон, Симметрия, Граф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4FBCD8B-D2FC-3B7C-6F7C-73715BF4425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" y="-1"/>
            <a:ext cx="4042686" cy="4689987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4428D4E0-A4B6-5E73-98A4-D3C449E185CD}"/>
              </a:ext>
            </a:extLst>
          </p:cNvPr>
          <p:cNvGrpSpPr/>
          <p:nvPr/>
        </p:nvGrpSpPr>
        <p:grpSpPr>
          <a:xfrm>
            <a:off x="561557" y="2846214"/>
            <a:ext cx="5025428" cy="428626"/>
            <a:chOff x="6268559" y="3493646"/>
            <a:chExt cx="5025428" cy="428626"/>
          </a:xfrm>
        </p:grpSpPr>
        <p:pic>
          <p:nvPicPr>
            <p:cNvPr id="5" name="Рисунок 4" descr="Изображение выглядит как круг, символ, логотип, График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EEDCD313-44E6-4E60-CC29-4E5CDA6A3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8559" y="3493646"/>
              <a:ext cx="428626" cy="42862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7D4B63E-7523-3261-C835-9B1C841681C0}"/>
                </a:ext>
              </a:extLst>
            </p:cNvPr>
            <p:cNvSpPr txBox="1"/>
            <p:nvPr/>
          </p:nvSpPr>
          <p:spPr>
            <a:xfrm>
              <a:off x="6792434" y="3532889"/>
              <a:ext cx="4501553" cy="338554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agmatica Book" panose="020B0503040502020204" pitchFamily="34" charset="0"/>
                </a:rPr>
                <a:t>У вас есть сотрудники работающие в полях;</a:t>
              </a:r>
              <a:endPara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endParaRP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11BE1397-A7A1-C9C0-F8D7-92AA73A1C103}"/>
              </a:ext>
            </a:extLst>
          </p:cNvPr>
          <p:cNvGrpSpPr/>
          <p:nvPr/>
        </p:nvGrpSpPr>
        <p:grpSpPr>
          <a:xfrm>
            <a:off x="561557" y="4416160"/>
            <a:ext cx="5892652" cy="428626"/>
            <a:chOff x="6268559" y="4966062"/>
            <a:chExt cx="5892652" cy="428626"/>
          </a:xfrm>
        </p:grpSpPr>
        <p:pic>
          <p:nvPicPr>
            <p:cNvPr id="11" name="Рисунок 10" descr="Изображение выглядит как круг, символ, логотип, График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E6647565-B8DF-4FAF-B3B9-43221B416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8559" y="4966062"/>
              <a:ext cx="428626" cy="428626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1C8E0AE-08B2-B9B0-730A-3FEFAE5CCE61}"/>
                </a:ext>
              </a:extLst>
            </p:cNvPr>
            <p:cNvSpPr txBox="1"/>
            <p:nvPr/>
          </p:nvSpPr>
          <p:spPr>
            <a:xfrm>
              <a:off x="6792434" y="5011098"/>
              <a:ext cx="5368777" cy="338554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agmatica Book" panose="020B0503040502020204" pitchFamily="34" charset="0"/>
                </a:rPr>
                <a:t>Вы планируете открытие собственного колл-центра;</a:t>
              </a:r>
              <a:endPara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endParaRP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FE81E316-B452-25F7-4EA5-6011BD64833B}"/>
              </a:ext>
            </a:extLst>
          </p:cNvPr>
          <p:cNvGrpSpPr/>
          <p:nvPr/>
        </p:nvGrpSpPr>
        <p:grpSpPr>
          <a:xfrm>
            <a:off x="561557" y="2042958"/>
            <a:ext cx="5948758" cy="584775"/>
            <a:chOff x="6268559" y="3476285"/>
            <a:chExt cx="5948758" cy="584775"/>
          </a:xfrm>
        </p:grpSpPr>
        <p:pic>
          <p:nvPicPr>
            <p:cNvPr id="22" name="Рисунок 21" descr="Изображение выглядит как круг, символ, логотип, График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3860FE19-4C22-68D8-FFD1-B09D00BD8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8559" y="3493646"/>
              <a:ext cx="428626" cy="428626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CF77ABE-DABD-0E81-3F26-7313F0430BC0}"/>
                </a:ext>
              </a:extLst>
            </p:cNvPr>
            <p:cNvSpPr txBox="1"/>
            <p:nvPr/>
          </p:nvSpPr>
          <p:spPr>
            <a:xfrm>
              <a:off x="6792434" y="3476285"/>
              <a:ext cx="5424883" cy="584775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agmatica Book" panose="020B0503040502020204" pitchFamily="34" charset="0"/>
                </a:rPr>
                <a:t>У вас несколько проектных команд, распределенных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agmatica Book" panose="020B0503040502020204" pitchFamily="34" charset="0"/>
                </a:rPr>
                <a:t>географически;</a:t>
              </a:r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1FEE6A93-53A6-CB29-625C-217BF8FE43F1}"/>
              </a:ext>
            </a:extLst>
          </p:cNvPr>
          <p:cNvGrpSpPr/>
          <p:nvPr/>
        </p:nvGrpSpPr>
        <p:grpSpPr>
          <a:xfrm>
            <a:off x="561557" y="3565038"/>
            <a:ext cx="5334807" cy="584775"/>
            <a:chOff x="6268559" y="3427060"/>
            <a:chExt cx="5334807" cy="584775"/>
          </a:xfrm>
        </p:grpSpPr>
        <p:pic>
          <p:nvPicPr>
            <p:cNvPr id="30" name="Рисунок 29" descr="Изображение выглядит как круг, символ, логотип, График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E196C2D1-D6B2-D526-BD1E-6F3AD1D5D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8559" y="3493646"/>
              <a:ext cx="428626" cy="428626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A2D4A04-2B00-7C4A-C574-A38DE3AB6437}"/>
                </a:ext>
              </a:extLst>
            </p:cNvPr>
            <p:cNvSpPr txBox="1"/>
            <p:nvPr/>
          </p:nvSpPr>
          <p:spPr>
            <a:xfrm>
              <a:off x="6792434" y="3427060"/>
              <a:ext cx="4810932" cy="584775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agmatica Book" panose="020B0503040502020204" pitchFamily="34" charset="0"/>
                </a:rPr>
                <a:t>Ваша корпоративные системы интегрированы </a:t>
              </a:r>
              <a:endPara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agmatica Book" panose="020B0503040502020204" pitchFamily="34" charset="0"/>
                </a:rPr>
                <a:t>с сервисами Microsoft;</a:t>
              </a:r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E103E7B9-8B06-75C8-2925-317318C4E896}"/>
              </a:ext>
            </a:extLst>
          </p:cNvPr>
          <p:cNvGrpSpPr/>
          <p:nvPr/>
        </p:nvGrpSpPr>
        <p:grpSpPr>
          <a:xfrm>
            <a:off x="561557" y="5129256"/>
            <a:ext cx="6426453" cy="584775"/>
            <a:chOff x="6268559" y="4892910"/>
            <a:chExt cx="6426453" cy="584775"/>
          </a:xfrm>
        </p:grpSpPr>
        <p:pic>
          <p:nvPicPr>
            <p:cNvPr id="36" name="Рисунок 35" descr="Изображение выглядит как круг, символ, логотип, График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5D348F5B-2F1F-A88F-B5FA-6A857E6D7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8559" y="4966062"/>
              <a:ext cx="428626" cy="428626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34270F-D3B1-9FBD-7846-854A58A1DF31}"/>
                </a:ext>
              </a:extLst>
            </p:cNvPr>
            <p:cNvSpPr txBox="1"/>
            <p:nvPr/>
          </p:nvSpPr>
          <p:spPr>
            <a:xfrm>
              <a:off x="6792434" y="4892910"/>
              <a:ext cx="5902578" cy="584775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agmatica Book" panose="020B0503040502020204" pitchFamily="34" charset="0"/>
                </a:rPr>
                <a:t>Вам требуется единая среда для коммуникаций и работы </a:t>
              </a:r>
              <a:endPara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agmatica Book" panose="020B0503040502020204" pitchFamily="34" charset="0"/>
                </a:rPr>
                <a:t>над офисными Документами;</a:t>
              </a:r>
            </a:p>
          </p:txBody>
        </p: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EC54A401-129A-DF5D-174C-490CFC843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173" y="1281810"/>
            <a:ext cx="4106270" cy="456645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4285C9-3E5D-7170-4C49-661414C51E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4900"/>
            <a:ext cx="12192000" cy="673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C09E76-F142-3565-B881-48495FED0AAD}"/>
              </a:ext>
            </a:extLst>
          </p:cNvPr>
          <p:cNvSpPr txBox="1"/>
          <p:nvPr/>
        </p:nvSpPr>
        <p:spPr>
          <a:xfrm>
            <a:off x="561557" y="209495"/>
            <a:ext cx="83137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7136"/>
            <a:r>
              <a:rPr lang="ru-RU" sz="4000" spc="200" dirty="0">
                <a:solidFill>
                  <a:srgbClr val="6A2C91"/>
                </a:solidFill>
                <a:latin typeface="Pragmatica Bold" panose="020B0703040502020204" pitchFamily="34" charset="0"/>
                <a:ea typeface="Helvetica" charset="0"/>
                <a:cs typeface="Helvetica" charset="0"/>
              </a:rPr>
              <a:t>Вам точно нужна</a:t>
            </a:r>
            <a:r>
              <a:rPr lang="en-US" sz="4000" spc="200" dirty="0">
                <a:solidFill>
                  <a:srgbClr val="6A2C91"/>
                </a:solidFill>
                <a:latin typeface="Pragmatica Bold" panose="020B0703040502020204" pitchFamily="34" charset="0"/>
                <a:ea typeface="Helvetica" charset="0"/>
                <a:cs typeface="Helvetica" charset="0"/>
              </a:rPr>
              <a:t> TEAMS </a:t>
            </a:r>
            <a:r>
              <a:rPr lang="ru-RU" sz="4000" spc="200" dirty="0">
                <a:solidFill>
                  <a:srgbClr val="6A2C91"/>
                </a:solidFill>
                <a:latin typeface="Pragmatica Bold" panose="020B0703040502020204" pitchFamily="34" charset="0"/>
                <a:ea typeface="Helvetica" charset="0"/>
                <a:cs typeface="Helvetica" charset="0"/>
              </a:rPr>
              <a:t>Телефония, если: </a:t>
            </a:r>
          </a:p>
        </p:txBody>
      </p:sp>
    </p:spTree>
    <p:extLst>
      <p:ext uri="{BB962C8B-B14F-4D97-AF65-F5344CB8AC3E}">
        <p14:creationId xmlns:p14="http://schemas.microsoft.com/office/powerpoint/2010/main" val="4205308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9CFAE-F922-518F-5EBE-18C2004A3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Изображение выглядит как шаблон, Симметрия, Граф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1F5EDFA-A7FC-AE08-39B7-69971D7195F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" y="-1"/>
            <a:ext cx="4042686" cy="4689987"/>
          </a:xfrm>
          <a:prstGeom prst="rect">
            <a:avLst/>
          </a:prstGeom>
        </p:spPr>
      </p:pic>
      <p:pic>
        <p:nvPicPr>
          <p:cNvPr id="97" name="Рисунок 96" descr="Изображение выглядит как символ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FA1AA0C-5517-AF3C-34BD-2931F35EB01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25"/>
          <a:stretch>
            <a:fillRect/>
          </a:stretch>
        </p:blipFill>
        <p:spPr>
          <a:xfrm>
            <a:off x="4479990" y="1432424"/>
            <a:ext cx="3625902" cy="4260198"/>
          </a:xfrm>
          <a:prstGeom prst="rect">
            <a:avLst/>
          </a:prstGeom>
        </p:spPr>
      </p:pic>
      <p:sp>
        <p:nvSpPr>
          <p:cNvPr id="98" name="Выноска: линия с границей и чертой 97">
            <a:extLst>
              <a:ext uri="{FF2B5EF4-FFF2-40B4-BE49-F238E27FC236}">
                <a16:creationId xmlns:a16="http://schemas.microsoft.com/office/drawing/2014/main" id="{0D20CF27-CA37-4CDD-95C6-FDE824D322B8}"/>
              </a:ext>
            </a:extLst>
          </p:cNvPr>
          <p:cNvSpPr/>
          <p:nvPr/>
        </p:nvSpPr>
        <p:spPr>
          <a:xfrm>
            <a:off x="8200740" y="2015263"/>
            <a:ext cx="1944720" cy="1302963"/>
          </a:xfrm>
          <a:prstGeom prst="accentBorderCallout1">
            <a:avLst>
              <a:gd name="adj1" fmla="val 18750"/>
              <a:gd name="adj2" fmla="val -8333"/>
              <a:gd name="adj3" fmla="val 45588"/>
              <a:gd name="adj4" fmla="val -59214"/>
            </a:avLst>
          </a:prstGeom>
          <a:solidFill>
            <a:srgbClr val="E4E4E4"/>
          </a:solidFill>
          <a:ln>
            <a:solidFill>
              <a:srgbClr val="E4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Лицензия</a:t>
            </a:r>
          </a:p>
          <a:p>
            <a:pPr algn="ctr"/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MICROSOFT PHONE SYSTEM</a:t>
            </a:r>
          </a:p>
          <a:p>
            <a:pPr algn="ctr"/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(на каждого юзера)</a:t>
            </a:r>
          </a:p>
        </p:txBody>
      </p:sp>
      <p:sp>
        <p:nvSpPr>
          <p:cNvPr id="99" name="Выноска: линия с границей и чертой 98">
            <a:extLst>
              <a:ext uri="{FF2B5EF4-FFF2-40B4-BE49-F238E27FC236}">
                <a16:creationId xmlns:a16="http://schemas.microsoft.com/office/drawing/2014/main" id="{9FB68243-5839-3BED-8900-BE33B178AD6C}"/>
              </a:ext>
            </a:extLst>
          </p:cNvPr>
          <p:cNvSpPr/>
          <p:nvPr/>
        </p:nvSpPr>
        <p:spPr>
          <a:xfrm flipH="1">
            <a:off x="1910114" y="2015263"/>
            <a:ext cx="1944720" cy="1302963"/>
          </a:xfrm>
          <a:prstGeom prst="accentBorderCallout1">
            <a:avLst>
              <a:gd name="adj1" fmla="val 18750"/>
              <a:gd name="adj2" fmla="val -8333"/>
              <a:gd name="adj3" fmla="val 45588"/>
              <a:gd name="adj4" fmla="val -59214"/>
            </a:avLst>
          </a:prstGeom>
          <a:solidFill>
            <a:srgbClr val="E4E4E4"/>
          </a:solidFill>
          <a:ln>
            <a:solidFill>
              <a:srgbClr val="E4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Лицензия</a:t>
            </a:r>
          </a:p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AUDIOCODES</a:t>
            </a:r>
          </a:p>
          <a:p>
            <a:pPr algn="ctr"/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(1 </a:t>
            </a:r>
            <a:r>
              <a:rPr lang="ru-RU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тлф</a:t>
            </a: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 линия+ 1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SIP </a:t>
            </a: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номер)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2B17222-888B-6FD5-6009-790AF268D735}"/>
              </a:ext>
            </a:extLst>
          </p:cNvPr>
          <p:cNvSpPr txBox="1"/>
          <p:nvPr/>
        </p:nvSpPr>
        <p:spPr>
          <a:xfrm>
            <a:off x="1338583" y="1436843"/>
            <a:ext cx="32683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Ежемесячная АП = 3500 </a:t>
            </a:r>
            <a:r>
              <a:rPr lang="ru-RU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тг</a:t>
            </a: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 с НДС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Pragmatica Book" panose="020B05030405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AE058DD-6E59-558B-C7D6-0831A379F5FC}"/>
              </a:ext>
            </a:extLst>
          </p:cNvPr>
          <p:cNvSpPr txBox="1"/>
          <p:nvPr/>
        </p:nvSpPr>
        <p:spPr>
          <a:xfrm>
            <a:off x="7652230" y="1088601"/>
            <a:ext cx="32683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Приобретается клиентом самостоятельно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Pragmatica Book" panose="020B0503040502020204" pitchFamily="34" charset="0"/>
            </a:endParaRPr>
          </a:p>
        </p:txBody>
      </p:sp>
      <p:sp>
        <p:nvSpPr>
          <p:cNvPr id="105" name="Выноска: линия с границей и чертой 104">
            <a:extLst>
              <a:ext uri="{FF2B5EF4-FFF2-40B4-BE49-F238E27FC236}">
                <a16:creationId xmlns:a16="http://schemas.microsoft.com/office/drawing/2014/main" id="{8465E54D-1C69-4C50-89C8-BFB006E56112}"/>
              </a:ext>
            </a:extLst>
          </p:cNvPr>
          <p:cNvSpPr/>
          <p:nvPr/>
        </p:nvSpPr>
        <p:spPr>
          <a:xfrm flipH="1">
            <a:off x="1910114" y="4389659"/>
            <a:ext cx="1944720" cy="1302963"/>
          </a:xfrm>
          <a:prstGeom prst="accentBorderCallout1">
            <a:avLst>
              <a:gd name="adj1" fmla="val 18750"/>
              <a:gd name="adj2" fmla="val -8333"/>
              <a:gd name="adj3" fmla="val -592"/>
              <a:gd name="adj4" fmla="val -66447"/>
            </a:avLst>
          </a:prstGeom>
          <a:solidFill>
            <a:srgbClr val="E4E4E4"/>
          </a:solidFill>
          <a:ln>
            <a:solidFill>
              <a:srgbClr val="E4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SIP </a:t>
            </a: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трафик от 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Kcell</a:t>
            </a:r>
            <a:endParaRPr lang="ru-RU" sz="1200" dirty="0">
              <a:solidFill>
                <a:schemeClr val="tx1">
                  <a:lumMod val="95000"/>
                  <a:lumOff val="5000"/>
                </a:schemeClr>
              </a:solidFill>
              <a:latin typeface="Pragmatica Book" panose="020B0503040502020204" pitchFamily="34" charset="0"/>
            </a:endParaRPr>
          </a:p>
        </p:txBody>
      </p:sp>
      <p:sp>
        <p:nvSpPr>
          <p:cNvPr id="106" name="Выноска: линия с границей и чертой 105">
            <a:extLst>
              <a:ext uri="{FF2B5EF4-FFF2-40B4-BE49-F238E27FC236}">
                <a16:creationId xmlns:a16="http://schemas.microsoft.com/office/drawing/2014/main" id="{F7BFB4BF-F0BD-5E5B-BB0E-09270247F2A1}"/>
              </a:ext>
            </a:extLst>
          </p:cNvPr>
          <p:cNvSpPr/>
          <p:nvPr/>
        </p:nvSpPr>
        <p:spPr>
          <a:xfrm>
            <a:off x="8200740" y="4389659"/>
            <a:ext cx="1944720" cy="1302963"/>
          </a:xfrm>
          <a:prstGeom prst="accentBorderCallout1">
            <a:avLst>
              <a:gd name="adj1" fmla="val 18750"/>
              <a:gd name="adj2" fmla="val -8333"/>
              <a:gd name="adj3" fmla="val -592"/>
              <a:gd name="adj4" fmla="val -66447"/>
            </a:avLst>
          </a:prstGeom>
          <a:solidFill>
            <a:srgbClr val="E4E4E4"/>
          </a:solidFill>
          <a:ln>
            <a:solidFill>
              <a:srgbClr val="E4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Лицензия </a:t>
            </a:r>
          </a:p>
          <a:p>
            <a:pPr lvl="0" algn="ctr">
              <a:defRPr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MICROSOFT O365</a:t>
            </a:r>
          </a:p>
          <a:p>
            <a:pPr lvl="0" algn="ctr">
              <a:defRPr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(</a:t>
            </a: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С ПО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MICROSOFT TEAMS)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3F86F07-498C-EBEE-2F85-88EA630AE6D2}"/>
              </a:ext>
            </a:extLst>
          </p:cNvPr>
          <p:cNvSpPr txBox="1"/>
          <p:nvPr/>
        </p:nvSpPr>
        <p:spPr>
          <a:xfrm>
            <a:off x="1243736" y="4053348"/>
            <a:ext cx="32683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Тарифы ВАТС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Pragmatica Book" panose="020B0503040502020204" pitchFamily="34" charset="0"/>
            </a:endParaRPr>
          </a:p>
        </p:txBody>
      </p:sp>
      <p:sp>
        <p:nvSpPr>
          <p:cNvPr id="109" name="Прямоугольник: скругленные углы 108">
            <a:extLst>
              <a:ext uri="{FF2B5EF4-FFF2-40B4-BE49-F238E27FC236}">
                <a16:creationId xmlns:a16="http://schemas.microsoft.com/office/drawing/2014/main" id="{302BB0C3-060A-9497-B3A6-077C5D713F97}"/>
              </a:ext>
            </a:extLst>
          </p:cNvPr>
          <p:cNvSpPr/>
          <p:nvPr/>
        </p:nvSpPr>
        <p:spPr>
          <a:xfrm>
            <a:off x="1338584" y="982400"/>
            <a:ext cx="3268391" cy="4893199"/>
          </a:xfrm>
          <a:prstGeom prst="roundRect">
            <a:avLst>
              <a:gd name="adj" fmla="val 4234"/>
            </a:avLst>
          </a:prstGeom>
          <a:noFill/>
          <a:ln w="127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ragmatica Book" panose="020B0503040502020204" pitchFamily="34" charset="0"/>
            </a:endParaRPr>
          </a:p>
        </p:txBody>
      </p:sp>
      <p:sp>
        <p:nvSpPr>
          <p:cNvPr id="110" name="Прямоугольник: скругленные углы 109">
            <a:extLst>
              <a:ext uri="{FF2B5EF4-FFF2-40B4-BE49-F238E27FC236}">
                <a16:creationId xmlns:a16="http://schemas.microsoft.com/office/drawing/2014/main" id="{804388E7-EF9A-702A-54D4-850727EBDD1E}"/>
              </a:ext>
            </a:extLst>
          </p:cNvPr>
          <p:cNvSpPr/>
          <p:nvPr/>
        </p:nvSpPr>
        <p:spPr>
          <a:xfrm>
            <a:off x="7538905" y="982400"/>
            <a:ext cx="3268391" cy="4893199"/>
          </a:xfrm>
          <a:prstGeom prst="roundRect">
            <a:avLst>
              <a:gd name="adj" fmla="val 4234"/>
            </a:avLst>
          </a:prstGeom>
          <a:noFill/>
          <a:ln w="127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ragmatica Book" panose="020B0503040502020204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4382A42-A09C-B84F-1C0B-BBA65E04D2F1}"/>
              </a:ext>
            </a:extLst>
          </p:cNvPr>
          <p:cNvSpPr txBox="1"/>
          <p:nvPr/>
        </p:nvSpPr>
        <p:spPr>
          <a:xfrm>
            <a:off x="1338583" y="1096855"/>
            <a:ext cx="32683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Приобретается клиентом у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agmatica Book" panose="020B0503040502020204" pitchFamily="34" charset="0"/>
              </a:rPr>
              <a:t>Kcell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Pragmatica Book" panose="020B0503040502020204" pitchFamily="34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859173B-7EBA-5B72-1F2C-5F1C443ED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068" y="2744172"/>
            <a:ext cx="962038" cy="513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FEC2CA9-73AF-86E0-D115-8A51EF7AD1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28786"/>
          <a:stretch>
            <a:fillRect/>
          </a:stretch>
        </p:blipFill>
        <p:spPr>
          <a:xfrm>
            <a:off x="5029692" y="4180206"/>
            <a:ext cx="742938" cy="230007"/>
          </a:xfrm>
          <a:prstGeom prst="rect">
            <a:avLst/>
          </a:prstGeom>
        </p:spPr>
      </p:pic>
      <p:pic>
        <p:nvPicPr>
          <p:cNvPr id="1034" name="Picture 10" descr="Microsoft logo png, Microsoft icon transparent png 27127592 PNG">
            <a:extLst>
              <a:ext uri="{FF2B5EF4-FFF2-40B4-BE49-F238E27FC236}">
                <a16:creationId xmlns:a16="http://schemas.microsoft.com/office/drawing/2014/main" id="{11DDBA36-FD7D-E755-1D60-2C2F08E52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192" y="2526276"/>
            <a:ext cx="962038" cy="962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Microsoft logo png, Microsoft icon transparent png 27127592 PNG">
            <a:extLst>
              <a:ext uri="{FF2B5EF4-FFF2-40B4-BE49-F238E27FC236}">
                <a16:creationId xmlns:a16="http://schemas.microsoft.com/office/drawing/2014/main" id="{94A69A25-8A2E-9337-81FF-3E37D428A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192" y="3880106"/>
            <a:ext cx="962038" cy="962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61D361-2844-ADBD-3B7B-9E46C137A30D}"/>
              </a:ext>
            </a:extLst>
          </p:cNvPr>
          <p:cNvSpPr txBox="1"/>
          <p:nvPr/>
        </p:nvSpPr>
        <p:spPr>
          <a:xfrm>
            <a:off x="561557" y="230258"/>
            <a:ext cx="98829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7136"/>
            <a:r>
              <a:rPr lang="ru-RU" sz="4000" spc="200" dirty="0">
                <a:solidFill>
                  <a:srgbClr val="6A2C91"/>
                </a:solidFill>
                <a:latin typeface="Pragmatica Bold" panose="020B0703040502020204" pitchFamily="34" charset="0"/>
                <a:ea typeface="Helvetica" charset="0"/>
                <a:cs typeface="Helvetica" charset="0"/>
              </a:rPr>
              <a:t>Стоимость и компоненты услуги: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FC1EE9D-8FFD-EBBE-10BF-827147A9124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4900"/>
            <a:ext cx="121920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656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2E7CC-C119-EA3D-26A1-89094C8C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>
            <a:extLst>
              <a:ext uri="{FF2B5EF4-FFF2-40B4-BE49-F238E27FC236}">
                <a16:creationId xmlns:a16="http://schemas.microsoft.com/office/drawing/2014/main" id="{E2A62007-60BF-DA94-3A22-ACB8FFFF7EF2}"/>
              </a:ext>
            </a:extLst>
          </p:cNvPr>
          <p:cNvSpPr/>
          <p:nvPr/>
        </p:nvSpPr>
        <p:spPr>
          <a:xfrm>
            <a:off x="0" y="0"/>
            <a:ext cx="12188825" cy="6866940"/>
          </a:xfrm>
          <a:prstGeom prst="rect">
            <a:avLst/>
          </a:prstGeom>
          <a:solidFill>
            <a:srgbClr val="6A2C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98" dirty="0">
              <a:latin typeface="Pragmatica Book" panose="020B0503040502020204" pitchFamily="34" charset="0"/>
            </a:endParaRPr>
          </a:p>
        </p:txBody>
      </p:sp>
      <p:pic>
        <p:nvPicPr>
          <p:cNvPr id="16" name="Рисунок 15" descr="Изображение выглядит как Сирень, Фиолетовый, Пурпурный цвет, лаван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73F29F8-C42D-FD02-44C2-5576EDC29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14">
            <a:extLst>
              <a:ext uri="{FF2B5EF4-FFF2-40B4-BE49-F238E27FC236}">
                <a16:creationId xmlns:a16="http://schemas.microsoft.com/office/drawing/2014/main" id="{C9F09C85-5125-4250-7877-12590ACFDD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305" r="-1"/>
          <a:stretch/>
        </p:blipFill>
        <p:spPr>
          <a:xfrm rot="10800000" flipV="1">
            <a:off x="1585417" y="0"/>
            <a:ext cx="10604996" cy="4710520"/>
          </a:xfrm>
          <a:prstGeom prst="rect">
            <a:avLst/>
          </a:prstGeom>
        </p:spPr>
      </p:pic>
      <p:pic>
        <p:nvPicPr>
          <p:cNvPr id="5" name="Picture 13">
            <a:extLst>
              <a:ext uri="{FF2B5EF4-FFF2-40B4-BE49-F238E27FC236}">
                <a16:creationId xmlns:a16="http://schemas.microsoft.com/office/drawing/2014/main" id="{1A23CB0A-949F-5194-668C-5A4C654851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90294" y="2559666"/>
            <a:ext cx="6001705" cy="40162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A19915-0BB7-D44B-AADE-90FD5909F84D}"/>
              </a:ext>
            </a:extLst>
          </p:cNvPr>
          <p:cNvSpPr txBox="1"/>
          <p:nvPr/>
        </p:nvSpPr>
        <p:spPr>
          <a:xfrm>
            <a:off x="2364864" y="3079163"/>
            <a:ext cx="7647685" cy="923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399" b="1" spc="200" dirty="0">
                <a:solidFill>
                  <a:schemeClr val="bg1"/>
                </a:solidFill>
                <a:latin typeface="Pragmatica Book" panose="020B0503040502020204" pitchFamily="34" charset="0"/>
                <a:ea typeface="Helvetica" charset="0"/>
                <a:cs typeface="Helvetica" charset="0"/>
              </a:rPr>
              <a:t>Спасибо!</a:t>
            </a:r>
            <a:endParaRPr lang="en-US" sz="5399" b="1" spc="200" dirty="0">
              <a:solidFill>
                <a:schemeClr val="bg1"/>
              </a:solidFill>
              <a:latin typeface="Pragmatica Book" panose="020B0503040502020204" pitchFamily="34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3966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Link xmlns="34351eb4-5e07-4c99-b842-6b98263d0705">
      <Url xsi:nil="true"/>
      <Description xsi:nil="true"/>
    </Link>
    <Update xmlns="34351eb4-5e07-4c99-b842-6b98263d0705" xsi:nil="true"/>
    <ShowRepairView xmlns="http://schemas.microsoft.com/sharepoint/v3" xsi:nil="true"/>
    <_x0410__x043a__x0442__x0438__x0432__x043d__x043e__x0441__x0442__x044c_ xmlns="34351eb4-5e07-4c99-b842-6b98263d0705" xsi:nil="true"/>
    <ShowCombineView xmlns="http://schemas.microsoft.com/sharepoint/v3" xsi:nil="true"/>
    <xd_ProgID xmlns="http://schemas.microsoft.com/sharepoint/v3" xsi:nil="true"/>
    <Company_x0020_Link xmlns="34351eb4-5e07-4c99-b842-6b98263d0705" xsi:nil="true"/>
    <User xmlns="34351eb4-5e07-4c99-b842-6b98263d0705">
      <UserInfo>
        <DisplayName/>
        <AccountId xsi:nil="true"/>
        <AccountType/>
      </UserInfo>
    </User>
    <Test xmlns="34351eb4-5e07-4c99-b842-6b98263d070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Форма" ma:contentTypeID="0x010101005735C98F2F9FC74E9C48A2E5D7E53F63" ma:contentTypeVersion="27118" ma:contentTypeDescription="Заполнение формы." ma:contentTypeScope="" ma:versionID="a669978e604b8b8f6328f08562b839fa">
  <xsd:schema xmlns:xsd="http://www.w3.org/2001/XMLSchema" xmlns:xs="http://www.w3.org/2001/XMLSchema" xmlns:p="http://schemas.microsoft.com/office/2006/metadata/properties" xmlns:ns1="http://schemas.microsoft.com/sharepoint/v3" xmlns:ns2="34351eb4-5e07-4c99-b842-6b98263d0705" targetNamespace="http://schemas.microsoft.com/office/2006/metadata/properties" ma:root="true" ma:fieldsID="1350af98472859266514a7173cdd1a10" ns1:_="" ns2:_="">
    <xsd:import namespace="http://schemas.microsoft.com/sharepoint/v3"/>
    <xsd:import namespace="34351eb4-5e07-4c99-b842-6b98263d0705"/>
    <xsd:element name="properties">
      <xsd:complexType>
        <xsd:sequence>
          <xsd:element name="documentManagement">
            <xsd:complexType>
              <xsd:all>
                <xsd:element ref="ns1:ShowRepairView" minOccurs="0"/>
                <xsd:element ref="ns1:TemplateUrl" minOccurs="0"/>
                <xsd:element ref="ns1:xd_ProgID" minOccurs="0"/>
                <xsd:element ref="ns2:BIN" minOccurs="0"/>
                <xsd:element ref="ns2:Account_x0020_Name" minOccurs="0"/>
                <xsd:element ref="ns2:_x0424__x043e__x0440__x043c__x0430_" minOccurs="0"/>
                <xsd:element ref="ns2:_x0423__x0441__x0442__x0430__x0432_" minOccurs="0"/>
                <xsd:element ref="ns2:_x0421__x0432__x0438__x0434__x0435__x0442__x0435__x043b__x044c__x0441__x0442__x0432__x043e___x041d__x0414__x0421_" minOccurs="0"/>
                <xsd:element ref="ns2:_x0421__x0432__x0438__x0434__x0435__x0442__x0435__x043b__x044c__x0441__x0442__x0432__x043e___x043e___x0440__x0435__x0433__x0438__x0441__x0442__x0440__x0430__x0446__x0438__x0438_" minOccurs="0"/>
                <xsd:element ref="ns2:_x0414__x043e__x0432__x0435__x0440__x0435__x043d__x043d__x043e__x0441__x0442__x044c_" minOccurs="0"/>
                <xsd:element ref="ns2:_x0423__x0434__x043e__x0441__x0442__x043e__x0432__x0435__x0440__x0435__x043d__x0438__x0435___x043b__x0438__x0447__x043d__x043e__x0441__x0442__x0438_" minOccurs="0"/>
                <xsd:element ref="ns2:_x0421__x0432__x0438__x0434__x0435__x0442__x0435__x043b__x044c__x0441__x0442__x0432__x043e___x0418__x041f_" minOccurs="0"/>
                <xsd:element ref="ns2: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__x0418__x041f_" minOccurs="0"/>
                <xsd:element ref="ns2:_x041f__x0440__x0438__x043a__x0430__x0437___x043e___x043d__x0430__x0437__x043d__x0430__x0447__x0435__x043d__x0438__x0438_" minOccurs="0"/>
                <xsd:element ref="ns2:_x0412__x044b__x043f__x0438__x0441__x043a__x0430___x0438__x0437___x043f__x0440__x043e__x0442__x043e__x043a__x043e__x043b__x0430___x0443__x0447__x0430__x0441__x0442__x043d__x0438__x043a__x043e__x0432_" minOccurs="0"/>
                <xsd:element ref="ns2:_x041f__x0430__x0440__x043e__x043b__x044c___x043d__x0430___x0432__x0435__x0440__x0438__x0444__x0438__x043a__x0430__x0446__x0438__x044e_" minOccurs="0"/>
                <xsd:element ref="ns2:_x041f__x0430__x0440__x043e__x043b__x044c___x043d__x0430___x0432__x0435__x0440__x0438__x0444__x0438__x043a__x0430__x0446__x0438__x044e___x0418__x041f_" minOccurs="0"/>
                <xsd:element ref="ns2:_x041f__x0440__x0438__x043a__x0430__x0437___x043d__x0430__x0447__x0430__x043b__x043e_" minOccurs="0"/>
                <xsd:element ref="ns2:_x041f__x0440__x0438__x043a__x0430__x0437___x043a__x043e__x043d__x0435__x0446_" minOccurs="0"/>
                <xsd:element ref="ns2:_x0412__x044b__x043f__x0438__x0441__x043a__x0430___x043d__x0430__x0447__x0430__x043b__x043e_" minOccurs="0"/>
                <xsd:element ref="ns2:_x0412__x044b__x043f__x0438__x0441__x043a__x0430___x043a__x043e__x043d__x0435__x0446_" minOccurs="0"/>
                <xsd:element ref="ns2:_x0414__x043e__x0432__x0435__x0440__x0435__x043d__x043d__x043e__x0441__x0442__x044c___x043d__x0430__x0447__x0430__x043b__x043e_" minOccurs="0"/>
                <xsd:element ref="ns2:_x0414__x043e__x0432__x0435__x0440__x0435__x043d__x043d__x043e__x0441__x0442__x044c___x043e__x043a__x043e__x043d__x0447__x0430__x043d__x0438__x0435_" minOccurs="0"/>
                <xsd:element ref="ns2:KASE" minOccurs="0"/>
                <xsd:element ref="ns2:SM" minOccurs="0"/>
                <xsd:element ref="ns2:Company_x0020_Documents" minOccurs="0"/>
                <xsd:element ref="ns2:_x0418__x041f___x0443__x0434___x043a__x043e__x043d__x0435__x0446_" minOccurs="0"/>
                <xsd:element ref="ns2: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" minOccurs="0"/>
                <xsd:element ref="ns2:_x0414__x043e__x0433__x043e__x0432__x043e__x0440__x0020__x0430__x0440__x0435__x043d__x0434__x044b_" minOccurs="0"/>
                <xsd:element ref="ns2:_x0410__x043a__x0442__x0020__x043f__x0440__x0438__x0435__x043c__x0430__x0020__x043f__x043e__x043c__x0435__x0449__x0435__x043d__x0438__x044f_0" minOccurs="0"/>
                <xsd:element ref="ns2:_x0410__x043a__x0442__x0443__x043b__x044c__x043d__x043e__x0441__x0442__x044c_" minOccurs="0"/>
                <xsd:element ref="ns2:_x0410__x043a__x0442__x0443__x043b__x044c__x043d__x043e__x0441__x0442__x044c_1" minOccurs="0"/>
                <xsd:element ref="ns2:_x0414__x0430__x0442__x0430___x043e__x043a__x043e__x043d__x0447__x0430__x043d__x0438__x044f___x0434__x0435__x0439__x0441__x0442__x0432__x0438__x044f_" minOccurs="0"/>
                <xsd:element ref="ns2:_x0414__x0430__x0442__x0430___x043e__x043a__x043e__x043d__x0447__x0430__x043d__x0438__x044f___x0434__x0435__x0439__x0441__x0442__x0432__x0438__x044f_1" minOccurs="0"/>
                <xsd:element ref="ns2:_x042e__x0440__x0438__x0434__x0438__x0447__x0435__x0441__x043a__x043e__x0435___x043d__x0430__x0438__x043c__x0435__x043d__x043e__x0432__x0430__x043d__x0438__x0435_" minOccurs="0"/>
                <xsd:element ref="ns2:_x0421__x0442__x0440__x0430__x043d__x0430___x044e__x0440_" minOccurs="0"/>
                <xsd:element ref="ns2:_x0418__x043d__x0434__x0435__x043a__x0441___x044e__x0440_" minOccurs="0"/>
                <xsd:element ref="ns2:_x0413__x043e__x0440__x043e__x0434___x044e__x0440_" minOccurs="0"/>
                <xsd:element ref="ns2:_x0410__x0434__x0440__x0435__x0441___x044e__x0440_" minOccurs="0"/>
                <xsd:element ref="ns2:_x0421__x0442__x0440__x0430__x043d__x0430___x0444__x0430__x043a__x0442_" minOccurs="0"/>
                <xsd:element ref="ns2:_x0418__x043d__x0434__x0435__x043a__x0441___x0444__x0430__x043a__x0442_" minOccurs="0"/>
                <xsd:element ref="ns2:_x0413__x043e__x0440__x043e__x0434___x0444__x0430__x043a__x0442_" minOccurs="0"/>
                <xsd:element ref="ns2:_x0410__x0434__x0440__x0435__x0441___x0444__x0430__x043a__x0442_" minOccurs="0"/>
                <xsd:element ref="ns2:_x0442__x0435__x043b__x0435__x0444__x043e__x043d___x0444__x0430__x043a__x0441_" minOccurs="0"/>
                <xsd:element ref="ns2:E_x0020_Mail" minOccurs="0"/>
                <xsd:element ref="ns2:_x0411__x0430__x043d__x043a_" minOccurs="0"/>
                <xsd:element ref="ns2:IBAN" minOccurs="0"/>
                <xsd:element ref="ns2:_x0411__x0418__x041a_" minOccurs="0"/>
                <xsd:element ref="ns2:_x0411__x0418__x041d_" minOccurs="0"/>
                <xsd:element ref="ns2:_x041a__x0411__x0415_" minOccurs="0"/>
                <xsd:element ref="ns2:_x0410__x043a__x0442__x0438__x0432__x043d__x043e__x0441__x0442__x044c_" minOccurs="0"/>
                <xsd:element ref="ns2:_x041f__x0430__x0440__x043e__x043b__x044c_" minOccurs="0"/>
                <xsd:element ref="ns2:_x041a__x043e__x043d__x0442__x0430__x043a__x0442__x043d__x044b__x0439___x0430__x0431__x043e__x043d__x0435__x043d__x0442__x0441__x043a__x0438__x0439___x043d__x043e__x043c__x0435__x0440_" minOccurs="0"/>
                <xsd:element ref="ns2:_x042d__x043b__x0435__x043a__x0442__x0440__x043e__x043d__x043d__x044b__x0439___x0430__x0434__x0440__x0435__x0441_" minOccurs="0"/>
                <xsd:element ref="ns2:Test" minOccurs="0"/>
                <xsd:element ref="ns2:Company_x0020_Link" minOccurs="0"/>
                <xsd:element ref="ns2:Update" minOccurs="0"/>
                <xsd:element ref="ns2:Link" minOccurs="0"/>
                <xsd:element ref="ns2:_x041f__x0438__x0441__x044c__x043c__x043e___x0441__x043e__x0433__x043b__x0430__x0441__x0438__x0435___x0441__x0442__x0430__x0442__x0443__x0441_" minOccurs="0"/>
                <xsd:element ref="ns2:_x041f__x0438__x0441__x044c__x043c__x043e___x0441__x043e__x0433__x043b__x0430__x0441__x0438__x0435__date" minOccurs="0"/>
                <xsd:element ref="ns2:_x041f__x0438__x0441__x044c__x043c__x043e___x0441__x043e__x0433__x043b__x0430__x0441__x0438__x0435___x044e__x0437__x0435__x0440_" minOccurs="0"/>
                <xsd:element ref="ns2:_x041f__x0438__x0441__x044c__x043c__x043e___x0441__x043e__x0433__x043b__x0430__x0441__x0438__x0435___x043e__x0440__x0438__x0433__x0438__x043d__x0430__x043b_" minOccurs="0"/>
                <xsd:element ref="ns2:_x041f__x0438__x0441__x044c__x043c__x043e___x0441__x043e__x0433__x043b__x0430__x0441__x0438__x0435___x043e__x0440__x0438__x0433__x0438__x043d__x0430__x043b___x0438__x0441__x0442__x043e__x0440__x0438__x044f_" minOccurs="0"/>
                <xsd:element ref="ns2:_x0414__x043e__x0432__x0435__x0440__x0435__x043d__x043d__x043e__x0441__x0442__x044c___x043d__x0430__x043b__x0438__x0447__x0438__x0435___x043e__x0440__x0438__x0433__x0438__x043d__x0430__x043b__x0430_" minOccurs="0"/>
                <xsd:element ref="ns2:_x0424__x0418__x041e___x043f__x043e__x0432__x0435__x0440__x0435__x043d__x043d__x043e__x0433__x043e_" minOccurs="0"/>
                <xsd:element ref="ns2:_x0412__x0435__x0440__x0438__x0444__x0438__x043a__x0430__x0446__x0438__x044f___x043d__x0430__x043b__x0438__x0447__x0438__x0435___x043e__x0440__x0438__x0433__x0438__x043d__x0430__x043b__x0430_" minOccurs="0"/>
                <xsd:element ref="ns2:_x0412__x0435__x0440__x0438__x0444__x0438__x043a__x0430__x0446__x0438__x044f___x043d__x0430__x043b__x0438__x0447__x0438__x0435___x043e__x0440__x0438__x0433__x0438__x043d__x0430__x043b__x0430___x0438__x0441__x0442__x043e__x0440__x0438__x044f_" minOccurs="0"/>
                <xsd:element ref="ns2:_x0414__x043e__x0432__x0435__x0440__x0435__x043d__x043d__x043e__x0441__x0442__x044c___x043d__x0430__x043b__x0438__x0447__x0438__x0435___x043e__x0440__x0438__x0433__x0438__x043d__x0430__x043b__x0430___x0438__x0441__x0442__x043e__x0440__x0438__x044f_" minOccurs="0"/>
                <xsd:element ref="ns2:_x041f__x0430__x0440__x043e__x043b__x044c__2" minOccurs="0"/>
                <xsd:element ref="ns2:_x041f__x0430__x0440__x043e__x043b__x044c___x0438__x0441__x0442__x043e__x0440__x0438__x044f__2" minOccurs="0"/>
                <xsd:element ref="ns2:_x041a__x043e__x043d__x0442__x0430__x043a__x0442__x043d__x044b__x0439___x0430__x0431__x043e__x043d__x0435__x043d__x0442__x0441__x043a__x0438__x0439___x043d__x043e__x043c__x0435__x0440__2" minOccurs="0"/>
                <xsd:element ref="ns2:_x042d__x043b__x0435__x043a__x0442__x0440__x043e__x043d__x043d__x044b__x0439___x0430__x0434__x0440__x0435__x0441__2" minOccurs="0"/>
                <xsd:element ref="ns2:_x0412__x0435__x0440__x0438__x0444__x0438__x043a__x0430__x0446__x0438__x044f___x043d__x0430__x043b__x0438__x0447__x0438__x0435___x043e__x0440__x0438__x0433__x0438__x043d__x0430__x043b__x0430__2" minOccurs="0"/>
                <xsd:element ref="ns2:_x0412__x0435__x0440__x0438__x0444__x0438__x043a__x0430__x0446__x0438__x044f___x043d__x0430__x043b__x0438__x0447__x0438__x0435___x043e__x0440__x0438__x0433__x0438__x043d__x0430__x043b__x0430___x0438__x0441__x0442__x043e__x0440__x0438__x044f__2" minOccurs="0"/>
                <xsd:element ref="ns2:Email__x0443__x0434_" minOccurs="0"/>
                <xsd:element ref="ns2:_x0422__x0435__x0441__x0442___x043f__x0430__x0440__x043e__x043b__x044f_" minOccurs="0"/>
                <xsd:element ref="ns2:_x0422__x0438__x043f___x0434__x043e__x0432__x0435__x0440__x0435__x043d__x043d__x043e__x0441__x0442__x0438_" minOccurs="0"/>
                <xsd:element ref="ns2:_x0422__x0438__x043f___x0434__x043e__x043a__x0443__x043c__x0435__x043d__x0442__x0430_" minOccurs="0"/>
                <xsd:element ref="ns2:_x041a__x043e__x043d__x0442__x0430__x043a__x0442__x043d__x044b__x0439___x043d__x043e__x043c__x0435__x0440_" minOccurs="0"/>
                <xsd:element ref="ns2:User" minOccurs="0"/>
                <xsd:element ref="ns1:ShowCombineView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owRepairView" ma:index="9" nillable="true" ma:displayName="Показать представление восстановления" ma:hidden="true" ma:internalName="ShowRepairView" ma:readOnly="false">
      <xsd:simpleType>
        <xsd:restriction base="dms:Text"/>
      </xsd:simpleType>
    </xsd:element>
    <xsd:element name="TemplateUrl" ma:index="10" nillable="true" ma:displayName="Ссылка на шаблон" ma:hidden="true" ma:internalName="TemplateUrl" ma:readOnly="false">
      <xsd:simpleType>
        <xsd:restriction base="dms:Text"/>
      </xsd:simpleType>
    </xsd:element>
    <xsd:element name="xd_ProgID" ma:index="11" nillable="true" ma:displayName="Ссылка на HTML-файл" ma:hidden="true" ma:internalName="xd_ProgID" ma:readOnly="false">
      <xsd:simpleType>
        <xsd:restriction base="dms:Text"/>
      </xsd:simpleType>
    </xsd:element>
    <xsd:element name="ShowCombineView" ma:index="89" nillable="true" ma:displayName="Показать составное представление" ma:hidden="true" ma:internalName="ShowCombineView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351eb4-5e07-4c99-b842-6b98263d0705" elementFormDefault="qualified">
    <xsd:import namespace="http://schemas.microsoft.com/office/2006/documentManagement/types"/>
    <xsd:import namespace="http://schemas.microsoft.com/office/infopath/2007/PartnerControls"/>
    <xsd:element name="BIN" ma:index="12" nillable="true" ma:displayName="BIN" ma:internalName="BIN" ma:readOnly="true">
      <xsd:simpleType>
        <xsd:restriction base="dms:Text"/>
      </xsd:simpleType>
    </xsd:element>
    <xsd:element name="Account_x0020_Name" ma:index="13" nillable="true" ma:displayName="Account Name" ma:internalName="Account_x0020_Name" ma:readOnly="true">
      <xsd:simpleType>
        <xsd:restriction base="dms:Text"/>
      </xsd:simpleType>
    </xsd:element>
    <xsd:element name="_x0424__x043e__x0440__x043c__x0430_" ma:index="14" nillable="true" ma:displayName="Форма" ma:internalName="_x0424__x043e__x0440__x043c__x0430_" ma:readOnly="true">
      <xsd:simpleType>
        <xsd:restriction base="dms:Text"/>
      </xsd:simpleType>
    </xsd:element>
    <xsd:element name="_x0423__x0441__x0442__x0430__x0432_" ma:index="15" nillable="true" ma:displayName="Устав" ma:internalName="_x0423__x0441__x0442__x0430__x0432_" ma:readOnly="true">
      <xsd:simpleType>
        <xsd:restriction base="dms:Boolean"/>
      </xsd:simpleType>
    </xsd:element>
    <xsd:element name="_x0421__x0432__x0438__x0434__x0435__x0442__x0435__x043b__x044c__x0441__x0442__x0432__x043e___x041d__x0414__x0421_" ma:index="16" nillable="true" ma:displayName="Свидетельство_НДС" ma:internalName="_x0421__x0432__x0438__x0434__x0435__x0442__x0435__x043b__x044c__x0441__x0442__x0432__x043e___x041d__x0414__x0421_" ma:readOnly="true">
      <xsd:simpleType>
        <xsd:restriction base="dms:Boolean"/>
      </xsd:simpleType>
    </xsd:element>
    <xsd:element name="_x0421__x0432__x0438__x0434__x0435__x0442__x0435__x043b__x044c__x0441__x0442__x0432__x043e___x043e___x0440__x0435__x0433__x0438__x0441__x0442__x0440__x0430__x0446__x0438__x0438_" ma:index="17" nillable="true" ma:displayName="Свидетельство_о_регистрации" ma:internalName="_x0421__x0432__x0438__x0434__x0435__x0442__x0435__x043b__x044c__x0441__x0442__x0432__x043e___x043e___x0440__x0435__x0433__x0438__x0441__x0442__x0440__x0430__x0446__x0438__x0438_" ma:readOnly="true">
      <xsd:simpleType>
        <xsd:restriction base="dms:Boolean"/>
      </xsd:simpleType>
    </xsd:element>
    <xsd:element name="_x0414__x043e__x0432__x0435__x0440__x0435__x043d__x043d__x043e__x0441__x0442__x044c_" ma:index="18" nillable="true" ma:displayName="Доверенность" ma:internalName="_x0414__x043e__x0432__x0435__x0440__x0435__x043d__x043d__x043e__x0441__x0442__x044c_" ma:readOnly="true">
      <xsd:simpleType>
        <xsd:restriction base="dms:Boolean"/>
      </xsd:simpleType>
    </xsd:element>
    <xsd:element name="_x0423__x0434__x043e__x0441__x0442__x043e__x0432__x0435__x0440__x0435__x043d__x0438__x0435___x043b__x0438__x0447__x043d__x043e__x0441__x0442__x0438_" ma:index="19" nillable="true" ma:displayName="Удостоверение_личности" ma:internalName="_x0423__x0434__x043e__x0441__x0442__x043e__x0432__x0435__x0440__x0435__x043d__x0438__x0435___x043b__x0438__x0447__x043d__x043e__x0441__x0442__x0438_" ma:readOnly="true">
      <xsd:simpleType>
        <xsd:restriction base="dms:Boolean"/>
      </xsd:simpleType>
    </xsd:element>
    <xsd:element name="_x0421__x0432__x0438__x0434__x0435__x0442__x0435__x043b__x044c__x0441__x0442__x0432__x043e___x0418__x041f_" ma:index="20" nillable="true" ma:displayName="Свидетельство_ИП" ma:internalName="_x0421__x0432__x0438__x0434__x0435__x0442__x0435__x043b__x044c__x0441__x0442__x0432__x043e___x0418__x041f_" ma:readOnly="true">
      <xsd:simpleType>
        <xsd:restriction base="dms:Boolean"/>
      </xsd:simpleType>
    </xsd:element>
    <xsd:element name="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__x0418__x041f_" ma:index="21" nillable="true" ma:displayName="Cправка_с_банка_о_наличии_банковских_реквизитов_ИП" ma:internalName="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__x0418__x041f_" ma:readOnly="true">
      <xsd:simpleType>
        <xsd:restriction base="dms:Boolean"/>
      </xsd:simpleType>
    </xsd:element>
    <xsd:element name="_x041f__x0440__x0438__x043a__x0430__x0437___x043e___x043d__x0430__x0437__x043d__x0430__x0447__x0435__x043d__x0438__x0438_" ma:index="22" nillable="true" ma:displayName="Приказ_о_назначении" ma:internalName="_x041f__x0440__x0438__x043a__x0430__x0437___x043e___x043d__x0430__x0437__x043d__x0430__x0447__x0435__x043d__x0438__x0438_" ma:readOnly="true">
      <xsd:simpleType>
        <xsd:restriction base="dms:Boolean"/>
      </xsd:simpleType>
    </xsd:element>
    <xsd:element name="_x0412__x044b__x043f__x0438__x0441__x043a__x0430___x0438__x0437___x043f__x0440__x043e__x0442__x043e__x043a__x043e__x043b__x0430___x0443__x0447__x0430__x0441__x0442__x043d__x0438__x043a__x043e__x0432_" ma:index="23" nillable="true" ma:displayName="Выписка_из_протокола_участников" ma:internalName="_x0412__x044b__x043f__x0438__x0441__x043a__x0430___x0438__x0437___x043f__x0440__x043e__x0442__x043e__x043a__x043e__x043b__x0430___x0443__x0447__x0430__x0441__x0442__x043d__x0438__x043a__x043e__x0432_" ma:readOnly="true">
      <xsd:simpleType>
        <xsd:restriction base="dms:Boolean"/>
      </xsd:simpleType>
    </xsd:element>
    <xsd:element name="_x041f__x0430__x0440__x043e__x043b__x044c___x043d__x0430___x0432__x0435__x0440__x0438__x0444__x0438__x043a__x0430__x0446__x0438__x044e_" ma:index="24" nillable="true" ma:displayName="Пароль_на_верификацию" ma:internalName="_x041f__x0430__x0440__x043e__x043b__x044c___x043d__x0430___x0432__x0435__x0440__x0438__x0444__x0438__x043a__x0430__x0446__x0438__x044e_" ma:readOnly="true">
      <xsd:simpleType>
        <xsd:restriction base="dms:Boolean"/>
      </xsd:simpleType>
    </xsd:element>
    <xsd:element name="_x041f__x0430__x0440__x043e__x043b__x044c___x043d__x0430___x0432__x0435__x0440__x0438__x0444__x0438__x043a__x0430__x0446__x0438__x044e___x0418__x041f_" ma:index="25" nillable="true" ma:displayName="Пароль_на_верификацию_ИП" ma:internalName="_x041f__x0430__x0440__x043e__x043b__x044c___x043d__x0430___x0432__x0435__x0440__x0438__x0444__x0438__x043a__x0430__x0446__x0438__x044e___x0418__x041f_" ma:readOnly="true">
      <xsd:simpleType>
        <xsd:restriction base="dms:Boolean"/>
      </xsd:simpleType>
    </xsd:element>
    <xsd:element name="_x041f__x0440__x0438__x043a__x0430__x0437___x043d__x0430__x0447__x0430__x043b__x043e_" ma:index="26" nillable="true" ma:displayName="Приказ_начало" ma:internalName="_x041f__x0440__x0438__x043a__x0430__x0437___x043d__x0430__x0447__x0430__x043b__x043e_" ma:readOnly="true">
      <xsd:simpleType>
        <xsd:restriction base="dms:Text"/>
      </xsd:simpleType>
    </xsd:element>
    <xsd:element name="_x041f__x0440__x0438__x043a__x0430__x0437___x043a__x043e__x043d__x0435__x0446_" ma:index="27" nillable="true" ma:displayName="Приказ_конец" ma:internalName="_x041f__x0440__x0438__x043a__x0430__x0437___x043a__x043e__x043d__x0435__x0446_" ma:readOnly="true">
      <xsd:simpleType>
        <xsd:restriction base="dms:Text"/>
      </xsd:simpleType>
    </xsd:element>
    <xsd:element name="_x0412__x044b__x043f__x0438__x0441__x043a__x0430___x043d__x0430__x0447__x0430__x043b__x043e_" ma:index="28" nillable="true" ma:displayName="Выписка_начало" ma:internalName="_x0412__x044b__x043f__x0438__x0441__x043a__x0430___x043d__x0430__x0447__x0430__x043b__x043e_" ma:readOnly="true">
      <xsd:simpleType>
        <xsd:restriction base="dms:Text"/>
      </xsd:simpleType>
    </xsd:element>
    <xsd:element name="_x0412__x044b__x043f__x0438__x0441__x043a__x0430___x043a__x043e__x043d__x0435__x0446_" ma:index="29" nillable="true" ma:displayName="Выписка_конец" ma:internalName="_x0412__x044b__x043f__x0438__x0441__x043a__x0430___x043a__x043e__x043d__x0435__x0446_" ma:readOnly="true">
      <xsd:simpleType>
        <xsd:restriction base="dms:Text"/>
      </xsd:simpleType>
    </xsd:element>
    <xsd:element name="_x0414__x043e__x0432__x0435__x0440__x0435__x043d__x043d__x043e__x0441__x0442__x044c___x043d__x0430__x0447__x0430__x043b__x043e_" ma:index="30" nillable="true" ma:displayName="Доверенность_начало" ma:internalName="_x0414__x043e__x0432__x0435__x0440__x0435__x043d__x043d__x043e__x0441__x0442__x044c___x043d__x0430__x0447__x0430__x043b__x043e_" ma:readOnly="true">
      <xsd:simpleType>
        <xsd:restriction base="dms:Note">
          <xsd:maxLength value="255"/>
        </xsd:restriction>
      </xsd:simpleType>
    </xsd:element>
    <xsd:element name="_x0414__x043e__x0432__x0435__x0440__x0435__x043d__x043d__x043e__x0441__x0442__x044c___x043e__x043a__x043e__x043d__x0447__x0430__x043d__x0438__x0435_" ma:index="31" nillable="true" ma:displayName="Доверенность_окончание" ma:internalName="_x0414__x043e__x0432__x0435__x0440__x0435__x043d__x043d__x043e__x0441__x0442__x044c___x043e__x043a__x043e__x043d__x0447__x0430__x043d__x0438__x0435_" ma:readOnly="true">
      <xsd:simpleType>
        <xsd:restriction base="dms:Note">
          <xsd:maxLength value="255"/>
        </xsd:restriction>
      </xsd:simpleType>
    </xsd:element>
    <xsd:element name="KASE" ma:index="32" nillable="true" ma:displayName="KASE" ma:internalName="KASE" ma:readOnly="true">
      <xsd:simpleType>
        <xsd:restriction base="dms:Text"/>
      </xsd:simpleType>
    </xsd:element>
    <xsd:element name="SM" ma:index="33" nillable="true" ma:displayName="SM" ma:internalName="SM" ma:readOnly="true">
      <xsd:simpleType>
        <xsd:restriction base="dms:Text"/>
      </xsd:simpleType>
    </xsd:element>
    <xsd:element name="Company_x0020_Documents" ma:index="34" nillable="true" ma:displayName="Company Documents" ma:internalName="Company_x0020_Documents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x0418__x041f___x0443__x0434___x043a__x043e__x043d__x0435__x0446_" ma:index="35" nillable="true" ma:displayName="ИП_уд_конец" ma:internalName="_x0418__x041f___x0443__x0434___x043a__x043e__x043d__x0435__x0446_" ma:readOnly="true">
      <xsd:simpleType>
        <xsd:restriction base="dms:Text"/>
      </xsd:simpleType>
    </xsd:element>
    <xsd:element name="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" ma:index="36" nillable="true" ma:displayName="Cправка_с_банка_о_наличии_банковских_реквизитов" ma:internalName="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" ma:readOnly="true">
      <xsd:simpleType>
        <xsd:restriction base="dms:Boolean"/>
      </xsd:simpleType>
    </xsd:element>
    <xsd:element name="_x0414__x043e__x0433__x043e__x0432__x043e__x0440__x0020__x0430__x0440__x0435__x043d__x0434__x044b_" ma:index="37" nillable="true" ma:displayName="Договор аренды" ma:internalName="_x0414__x043e__x0433__x043e__x0432__x043e__x0440__x0020__x0430__x0440__x0435__x043d__x0434__x044b_" ma:readOnly="true">
      <xsd:simpleType>
        <xsd:restriction base="dms:Boolean"/>
      </xsd:simpleType>
    </xsd:element>
    <xsd:element name="_x0410__x043a__x0442__x0020__x043f__x0440__x0438__x0435__x043c__x0430__x0020__x043f__x043e__x043c__x0435__x0449__x0435__x043d__x0438__x044f_0" ma:index="38" nillable="true" ma:displayName="Акт приема помещения" ma:internalName="_x0410__x043a__x0442__x0020__x043f__x0440__x0438__x0435__x043c__x0430__x0020__x043f__x043e__x043c__x0435__x0449__x0435__x043d__x0438__x044f_0" ma:readOnly="true">
      <xsd:simpleType>
        <xsd:restriction base="dms:Boolean"/>
      </xsd:simpleType>
    </xsd:element>
    <xsd:element name="_x0410__x043a__x0442__x0443__x043b__x044c__x043d__x043e__x0441__x0442__x044c_" ma:index="39" nillable="true" ma:displayName="Актульность" ma:internalName="_x0410__x043a__x0442__x0443__x043b__x044c__x043d__x043e__x0441__x0442__x044c_" ma:readOnly="true">
      <xsd:simpleType>
        <xsd:restriction base="dms:Text"/>
      </xsd:simpleType>
    </xsd:element>
    <xsd:element name="_x0410__x043a__x0442__x0443__x043b__x044c__x043d__x043e__x0441__x0442__x044c_1" ma:index="40" nillable="true" ma:displayName="Актульность1" ma:internalName="_x0410__x043a__x0442__x0443__x043b__x044c__x043d__x043e__x0441__x0442__x044c_1" ma:readOnly="true">
      <xsd:simpleType>
        <xsd:restriction base="dms:Text"/>
      </xsd:simpleType>
    </xsd:element>
    <xsd:element name="_x0414__x0430__x0442__x0430___x043e__x043a__x043e__x043d__x0447__x0430__x043d__x0438__x044f___x0434__x0435__x0439__x0441__x0442__x0432__x0438__x044f_" ma:index="41" nillable="true" ma:displayName="Дата_окончания_действия" ma:format="DateOnly" ma:internalName="_x0414__x0430__x0442__x0430___x043e__x043a__x043e__x043d__x0447__x0430__x043d__x0438__x044f___x0434__x0435__x0439__x0441__x0442__x0432__x0438__x044f_" ma:readOnly="true">
      <xsd:simpleType>
        <xsd:restriction base="dms:DateTime"/>
      </xsd:simpleType>
    </xsd:element>
    <xsd:element name="_x0414__x0430__x0442__x0430___x043e__x043a__x043e__x043d__x0447__x0430__x043d__x0438__x044f___x0434__x0435__x0439__x0441__x0442__x0432__x0438__x044f_1" ma:index="42" nillable="true" ma:displayName="Дата_окончания_действия1" ma:format="DateOnly" ma:internalName="_x0414__x0430__x0442__x0430___x043e__x043a__x043e__x043d__x0447__x0430__x043d__x0438__x044f___x0434__x0435__x0439__x0441__x0442__x0432__x0438__x044f_1" ma:readOnly="true">
      <xsd:simpleType>
        <xsd:restriction base="dms:DateTime"/>
      </xsd:simpleType>
    </xsd:element>
    <xsd:element name="_x042e__x0440__x0438__x0434__x0438__x0447__x0435__x0441__x043a__x043e__x0435___x043d__x0430__x0438__x043c__x0435__x043d__x043e__x0432__x0430__x043d__x0438__x0435_" ma:index="43" nillable="true" ma:displayName="Юридическое_наименование" ma:internalName="_x042e__x0440__x0438__x0434__x0438__x0447__x0435__x0441__x043a__x043e__x0435___x043d__x0430__x0438__x043c__x0435__x043d__x043e__x0432__x0430__x043d__x0438__x0435_" ma:readOnly="true">
      <xsd:simpleType>
        <xsd:restriction base="dms:Text"/>
      </xsd:simpleType>
    </xsd:element>
    <xsd:element name="_x0421__x0442__x0440__x0430__x043d__x0430___x044e__x0440_" ma:index="44" nillable="true" ma:displayName="Страна_юр" ma:internalName="_x0421__x0442__x0440__x0430__x043d__x0430___x044e__x0440_" ma:readOnly="true">
      <xsd:simpleType>
        <xsd:restriction base="dms:Text"/>
      </xsd:simpleType>
    </xsd:element>
    <xsd:element name="_x0418__x043d__x0434__x0435__x043a__x0441___x044e__x0440_" ma:index="45" nillable="true" ma:displayName="Индекс_юр" ma:internalName="_x0418__x043d__x0434__x0435__x043a__x0441___x044e__x0440_" ma:readOnly="true">
      <xsd:simpleType>
        <xsd:restriction base="dms:Text"/>
      </xsd:simpleType>
    </xsd:element>
    <xsd:element name="_x0413__x043e__x0440__x043e__x0434___x044e__x0440_" ma:index="46" nillable="true" ma:displayName="Город_юр" ma:internalName="_x0413__x043e__x0440__x043e__x0434___x044e__x0440_" ma:readOnly="true">
      <xsd:simpleType>
        <xsd:restriction base="dms:Text"/>
      </xsd:simpleType>
    </xsd:element>
    <xsd:element name="_x0410__x0434__x0440__x0435__x0441___x044e__x0440_" ma:index="47" nillable="true" ma:displayName="Адрес_юр" ma:internalName="_x0410__x0434__x0440__x0435__x0441___x044e__x0440_" ma:readOnly="true">
      <xsd:simpleType>
        <xsd:restriction base="dms:Text"/>
      </xsd:simpleType>
    </xsd:element>
    <xsd:element name="_x0421__x0442__x0440__x0430__x043d__x0430___x0444__x0430__x043a__x0442_" ma:index="48" nillable="true" ma:displayName="Страна_факт" ma:internalName="_x0421__x0442__x0440__x0430__x043d__x0430___x0444__x0430__x043a__x0442_" ma:readOnly="true">
      <xsd:simpleType>
        <xsd:restriction base="dms:Text"/>
      </xsd:simpleType>
    </xsd:element>
    <xsd:element name="_x0418__x043d__x0434__x0435__x043a__x0441___x0444__x0430__x043a__x0442_" ma:index="49" nillable="true" ma:displayName="Индекс_факт" ma:internalName="_x0418__x043d__x0434__x0435__x043a__x0441___x0444__x0430__x043a__x0442_" ma:readOnly="true">
      <xsd:simpleType>
        <xsd:restriction base="dms:Text"/>
      </xsd:simpleType>
    </xsd:element>
    <xsd:element name="_x0413__x043e__x0440__x043e__x0434___x0444__x0430__x043a__x0442_" ma:index="50" nillable="true" ma:displayName="Город_факт" ma:internalName="_x0413__x043e__x0440__x043e__x0434___x0444__x0430__x043a__x0442_" ma:readOnly="true">
      <xsd:simpleType>
        <xsd:restriction base="dms:Text"/>
      </xsd:simpleType>
    </xsd:element>
    <xsd:element name="_x0410__x0434__x0440__x0435__x0441___x0444__x0430__x043a__x0442_" ma:index="51" nillable="true" ma:displayName="Адрес_факт" ma:internalName="_x0410__x0434__x0440__x0435__x0441___x0444__x0430__x043a__x0442_" ma:readOnly="true">
      <xsd:simpleType>
        <xsd:restriction base="dms:Text"/>
      </xsd:simpleType>
    </xsd:element>
    <xsd:element name="_x0442__x0435__x043b__x0435__x0444__x043e__x043d___x0444__x0430__x043a__x0441_" ma:index="52" nillable="true" ma:displayName="телефон_факс" ma:internalName="_x0442__x0435__x043b__x0435__x0444__x043e__x043d___x0444__x0430__x043a__x0441_" ma:readOnly="true">
      <xsd:simpleType>
        <xsd:restriction base="dms:Text"/>
      </xsd:simpleType>
    </xsd:element>
    <xsd:element name="E_x0020_Mail" ma:index="53" nillable="true" ma:displayName="E Mail" ma:internalName="E_x0020_Mail" ma:readOnly="true">
      <xsd:simpleType>
        <xsd:restriction base="dms:Text"/>
      </xsd:simpleType>
    </xsd:element>
    <xsd:element name="_x0411__x0430__x043d__x043a_" ma:index="54" nillable="true" ma:displayName="Банк" ma:internalName="_x0411__x0430__x043d__x043a_" ma:readOnly="true">
      <xsd:simpleType>
        <xsd:restriction base="dms:Text"/>
      </xsd:simpleType>
    </xsd:element>
    <xsd:element name="IBAN" ma:index="55" nillable="true" ma:displayName="IBAN" ma:internalName="IBAN" ma:readOnly="true">
      <xsd:simpleType>
        <xsd:restriction base="dms:Text"/>
      </xsd:simpleType>
    </xsd:element>
    <xsd:element name="_x0411__x0418__x041a_" ma:index="56" nillable="true" ma:displayName="БИК" ma:internalName="_x0411__x0418__x041a_" ma:readOnly="true">
      <xsd:simpleType>
        <xsd:restriction base="dms:Text"/>
      </xsd:simpleType>
    </xsd:element>
    <xsd:element name="_x0411__x0418__x041d_" ma:index="57" nillable="true" ma:displayName="БИН" ma:internalName="_x0411__x0418__x041d_" ma:readOnly="true">
      <xsd:simpleType>
        <xsd:restriction base="dms:Text"/>
      </xsd:simpleType>
    </xsd:element>
    <xsd:element name="_x041a__x0411__x0415_" ma:index="58" nillable="true" ma:displayName="КБЕ" ma:internalName="_x041a__x0411__x0415_" ma:readOnly="true">
      <xsd:simpleType>
        <xsd:restriction base="dms:Text"/>
      </xsd:simpleType>
    </xsd:element>
    <xsd:element name="_x0410__x043a__x0442__x0438__x0432__x043d__x043e__x0441__x0442__x044c_" ma:index="59" nillable="true" ma:displayName="Активность" ma:internalName="_x0410__x043a__x0442__x0438__x0432__x043d__x043e__x0441__x0442__x044c_">
      <xsd:simpleType>
        <xsd:restriction base="dms:Text">
          <xsd:maxLength value="255"/>
        </xsd:restriction>
      </xsd:simpleType>
    </xsd:element>
    <xsd:element name="_x041f__x0430__x0440__x043e__x043b__x044c_" ma:index="60" nillable="true" ma:displayName="Пароль" ma:internalName="_x041f__x0430__x0440__x043e__x043b__x044c_" ma:readOnly="true">
      <xsd:simpleType>
        <xsd:restriction base="dms:Text"/>
      </xsd:simpleType>
    </xsd:element>
    <xsd:element name="_x041a__x043e__x043d__x0442__x0430__x043a__x0442__x043d__x044b__x0439___x0430__x0431__x043e__x043d__x0435__x043d__x0442__x0441__x043a__x0438__x0439___x043d__x043e__x043c__x0435__x0440_" ma:index="61" nillable="true" ma:displayName="Контактный_абонентский_номер" ma:internalName="_x041a__x043e__x043d__x0442__x0430__x043a__x0442__x043d__x044b__x0439___x0430__x0431__x043e__x043d__x0435__x043d__x0442__x0441__x043a__x0438__x0439___x043d__x043e__x043c__x0435__x0440_" ma:readOnly="true">
      <xsd:simpleType>
        <xsd:restriction base="dms:Text"/>
      </xsd:simpleType>
    </xsd:element>
    <xsd:element name="_x042d__x043b__x0435__x043a__x0442__x0440__x043e__x043d__x043d__x044b__x0439___x0430__x0434__x0440__x0435__x0441_" ma:index="62" nillable="true" ma:displayName="Электронный_адрес" ma:internalName="_x042d__x043b__x0435__x043a__x0442__x0440__x043e__x043d__x043d__x044b__x0439___x0430__x0434__x0440__x0435__x0441_" ma:readOnly="true">
      <xsd:simpleType>
        <xsd:restriction base="dms:Text"/>
      </xsd:simpleType>
    </xsd:element>
    <xsd:element name="Test" ma:index="63" nillable="true" ma:displayName="Test" ma:internalName="Test">
      <xsd:simpleType>
        <xsd:restriction base="dms:Text">
          <xsd:maxLength value="255"/>
        </xsd:restriction>
      </xsd:simpleType>
    </xsd:element>
    <xsd:element name="Company_x0020_Link" ma:index="64" nillable="true" ma:displayName="Company Link" ma:internalName="Company_x0020_Link">
      <xsd:simpleType>
        <xsd:restriction base="dms:Text">
          <xsd:maxLength value="255"/>
        </xsd:restriction>
      </xsd:simpleType>
    </xsd:element>
    <xsd:element name="Update" ma:index="65" nillable="true" ma:displayName="Update" ma:internalName="Update">
      <xsd:simpleType>
        <xsd:restriction base="dms:Text">
          <xsd:maxLength value="255"/>
        </xsd:restriction>
      </xsd:simpleType>
    </xsd:element>
    <xsd:element name="Link" ma:index="66" nillable="true" ma:displayName="Link" ma:format="Hyperlink" ma:internalName="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x041f__x0438__x0441__x044c__x043c__x043e___x0441__x043e__x0433__x043b__x0430__x0441__x0438__x0435___x0441__x0442__x0430__x0442__x0443__x0441_" ma:index="67" nillable="true" ma:displayName="Письмо_согласие_статус" ma:internalName="_x041f__x0438__x0441__x044c__x043c__x043e___x0441__x043e__x0433__x043b__x0430__x0441__x0438__x0435___x0441__x0442__x0430__x0442__x0443__x0441_" ma:readOnly="true">
      <xsd:simpleType>
        <xsd:restriction base="dms:Boolean"/>
      </xsd:simpleType>
    </xsd:element>
    <xsd:element name="_x041f__x0438__x0441__x044c__x043c__x043e___x0441__x043e__x0433__x043b__x0430__x0441__x0438__x0435__date" ma:index="68" nillable="true" ma:displayName="Письмо_согласие_date" ma:internalName="_x041f__x0438__x0441__x044c__x043c__x043e___x0441__x043e__x0433__x043b__x0430__x0441__x0438__x0435__date" ma:readOnly="true">
      <xsd:simpleType>
        <xsd:restriction base="dms:Text"/>
      </xsd:simpleType>
    </xsd:element>
    <xsd:element name="_x041f__x0438__x0441__x044c__x043c__x043e___x0441__x043e__x0433__x043b__x0430__x0441__x0438__x0435___x044e__x0437__x0435__x0440_" ma:index="69" nillable="true" ma:displayName="Письмо_согласие_юзер" ma:internalName="_x041f__x0438__x0441__x044c__x043c__x043e___x0441__x043e__x0433__x043b__x0430__x0441__x0438__x0435___x044e__x0437__x0435__x0440_" ma:readOnly="true">
      <xsd:simpleType>
        <xsd:restriction base="dms:Text"/>
      </xsd:simpleType>
    </xsd:element>
    <xsd:element name="_x041f__x0438__x0441__x044c__x043c__x043e___x0441__x043e__x0433__x043b__x0430__x0441__x0438__x0435___x043e__x0440__x0438__x0433__x0438__x043d__x0430__x043b_" ma:index="70" nillable="true" ma:displayName="Письмо_согласие_оригинал" ma:internalName="_x041f__x0438__x0441__x044c__x043c__x043e___x0441__x043e__x0433__x043b__x0430__x0441__x0438__x0435___x043e__x0440__x0438__x0433__x0438__x043d__x0430__x043b_" ma:readOnly="true">
      <xsd:simpleType>
        <xsd:restriction base="dms:Boolean"/>
      </xsd:simpleType>
    </xsd:element>
    <xsd:element name="_x041f__x0438__x0441__x044c__x043c__x043e___x0441__x043e__x0433__x043b__x0430__x0441__x0438__x0435___x043e__x0440__x0438__x0433__x0438__x043d__x0430__x043b___x0438__x0441__x0442__x043e__x0440__x0438__x044f_" ma:index="71" nillable="true" ma:displayName="Письмо_согласие_оригинал_история" ma:internalName="_x041f__x0438__x0441__x044c__x043c__x043e___x0441__x043e__x0433__x043b__x0430__x0441__x0438__x0435___x043e__x0440__x0438__x0433__x0438__x043d__x0430__x043b___x0438__x0441__x0442__x043e__x0440__x0438__x044f_" ma:readOnly="true">
      <xsd:simpleType>
        <xsd:restriction base="dms:Text"/>
      </xsd:simpleType>
    </xsd:element>
    <xsd:element name="_x0414__x043e__x0432__x0435__x0440__x0435__x043d__x043d__x043e__x0441__x0442__x044c___x043d__x0430__x043b__x0438__x0447__x0438__x0435___x043e__x0440__x0438__x0433__x0438__x043d__x0430__x043b__x0430_" ma:index="72" nillable="true" ma:displayName="Доверенность_наличие_оригинала" ma:internalName="_x0414__x043e__x0432__x0435__x0440__x0435__x043d__x043d__x043e__x0441__x0442__x044c___x043d__x0430__x043b__x0438__x0447__x0438__x0435___x043e__x0440__x0438__x0433__x0438__x043d__x0430__x043b__x0430_" ma:readOnly="true">
      <xsd:simpleType>
        <xsd:restriction base="dms:Boolean"/>
      </xsd:simpleType>
    </xsd:element>
    <xsd:element name="_x0424__x0418__x041e___x043f__x043e__x0432__x0435__x0440__x0435__x043d__x043d__x043e__x0433__x043e_" ma:index="73" nillable="true" ma:displayName="ФИО_поверенного" ma:internalName="_x0424__x0418__x041e___x043f__x043e__x0432__x0435__x0440__x0435__x043d__x043d__x043e__x0433__x043e_" ma:readOnly="true">
      <xsd:simpleType>
        <xsd:restriction base="dms:Text"/>
      </xsd:simpleType>
    </xsd:element>
    <xsd:element name="_x0412__x0435__x0440__x0438__x0444__x0438__x043a__x0430__x0446__x0438__x044f___x043d__x0430__x043b__x0438__x0447__x0438__x0435___x043e__x0440__x0438__x0433__x0438__x043d__x0430__x043b__x0430_" ma:index="74" nillable="true" ma:displayName="Верификация_наличие_оригинала" ma:internalName="_x0412__x0435__x0440__x0438__x0444__x0438__x043a__x0430__x0446__x0438__x044f___x043d__x0430__x043b__x0438__x0447__x0438__x0435___x043e__x0440__x0438__x0433__x0438__x043d__x0430__x043b__x0430_" ma:readOnly="true">
      <xsd:simpleType>
        <xsd:restriction base="dms:Boolean"/>
      </xsd:simpleType>
    </xsd:element>
    <xsd:element name="_x0412__x0435__x0440__x0438__x0444__x0438__x043a__x0430__x0446__x0438__x044f___x043d__x0430__x043b__x0438__x0447__x0438__x0435___x043e__x0440__x0438__x0433__x0438__x043d__x0430__x043b__x0430___x0438__x0441__x0442__x043e__x0440__x0438__x044f_" ma:index="75" nillable="true" ma:displayName="Верификация_наличие_оригинала_история" ma:internalName="_x0412__x0435__x0440__x0438__x0444__x0438__x043a__x0430__x0446__x0438__x044f___x043d__x0430__x043b__x0438__x0447__x0438__x0435___x043e__x0440__x0438__x0433__x0438__x043d__x0430__x043b__x0430___x0438__x0441__x0442__x043e__x0440__x0438__x044f_" ma:readOnly="true">
      <xsd:simpleType>
        <xsd:restriction base="dms:Text"/>
      </xsd:simpleType>
    </xsd:element>
    <xsd:element name="_x0414__x043e__x0432__x0435__x0440__x0435__x043d__x043d__x043e__x0441__x0442__x044c___x043d__x0430__x043b__x0438__x0447__x0438__x0435___x043e__x0440__x0438__x0433__x0438__x043d__x0430__x043b__x0430___x0438__x0441__x0442__x043e__x0440__x0438__x044f_" ma:index="76" nillable="true" ma:displayName="Доверенность_наличие_оригинала_история" ma:internalName="_x0414__x043e__x0432__x0435__x0440__x0435__x043d__x043d__x043e__x0441__x0442__x044c___x043d__x0430__x043b__x0438__x0447__x0438__x0435___x043e__x0440__x0438__x0433__x0438__x043d__x0430__x043b__x0430___x0438__x0441__x0442__x043e__x0440__x0438__x044f_" ma:readOnly="true">
      <xsd:simpleType>
        <xsd:restriction base="dms:Text"/>
      </xsd:simpleType>
    </xsd:element>
    <xsd:element name="_x041f__x0430__x0440__x043e__x043b__x044c__2" ma:index="77" nillable="true" ma:displayName="Пароль_2" ma:internalName="_x041f__x0430__x0440__x043e__x043b__x044c__2" ma:readOnly="true">
      <xsd:simpleType>
        <xsd:restriction base="dms:Text"/>
      </xsd:simpleType>
    </xsd:element>
    <xsd:element name="_x041f__x0430__x0440__x043e__x043b__x044c___x0438__x0441__x0442__x043e__x0440__x0438__x044f__2" ma:index="78" nillable="true" ma:displayName="Пароль_история_2" ma:internalName="_x041f__x0430__x0440__x043e__x043b__x044c___x0438__x0441__x0442__x043e__x0440__x0438__x044f__2" ma:readOnly="true">
      <xsd:simpleType>
        <xsd:restriction base="dms:Text"/>
      </xsd:simpleType>
    </xsd:element>
    <xsd:element name="_x041a__x043e__x043d__x0442__x0430__x043a__x0442__x043d__x044b__x0439___x0430__x0431__x043e__x043d__x0435__x043d__x0442__x0441__x043a__x0438__x0439___x043d__x043e__x043c__x0435__x0440__2" ma:index="79" nillable="true" ma:displayName="Контактный_абонентский_номер_2" ma:internalName="_x041a__x043e__x043d__x0442__x0430__x043a__x0442__x043d__x044b__x0439___x0430__x0431__x043e__x043d__x0435__x043d__x0442__x0441__x043a__x0438__x0439___x043d__x043e__x043c__x0435__x0440__2" ma:readOnly="true">
      <xsd:simpleType>
        <xsd:restriction base="dms:Text"/>
      </xsd:simpleType>
    </xsd:element>
    <xsd:element name="_x042d__x043b__x0435__x043a__x0442__x0440__x043e__x043d__x043d__x044b__x0439___x0430__x0434__x0440__x0435__x0441__2" ma:index="80" nillable="true" ma:displayName="Электронный_адрес_2" ma:internalName="_x042d__x043b__x0435__x043a__x0442__x0440__x043e__x043d__x043d__x044b__x0439___x0430__x0434__x0440__x0435__x0441__2" ma:readOnly="true">
      <xsd:simpleType>
        <xsd:restriction base="dms:Text"/>
      </xsd:simpleType>
    </xsd:element>
    <xsd:element name="_x0412__x0435__x0440__x0438__x0444__x0438__x043a__x0430__x0446__x0438__x044f___x043d__x0430__x043b__x0438__x0447__x0438__x0435___x043e__x0440__x0438__x0433__x0438__x043d__x0430__x043b__x0430__2" ma:index="81" nillable="true" ma:displayName="Верификация_наличие_оригинала_2" ma:internalName="_x0412__x0435__x0440__x0438__x0444__x0438__x043a__x0430__x0446__x0438__x044f___x043d__x0430__x043b__x0438__x0447__x0438__x0435___x043e__x0440__x0438__x0433__x0438__x043d__x0430__x043b__x0430__2" ma:readOnly="true">
      <xsd:simpleType>
        <xsd:restriction base="dms:Boolean"/>
      </xsd:simpleType>
    </xsd:element>
    <xsd:element name="_x0412__x0435__x0440__x0438__x0444__x0438__x043a__x0430__x0446__x0438__x044f___x043d__x0430__x043b__x0438__x0447__x0438__x0435___x043e__x0440__x0438__x0433__x0438__x043d__x0430__x043b__x0430___x0438__x0441__x0442__x043e__x0440__x0438__x044f__2" ma:index="82" nillable="true" ma:displayName="Верификация_наличие_оригинала_история_2" ma:internalName="_x0412__x0435__x0440__x0438__x0444__x0438__x043a__x0430__x0446__x0438__x044f___x043d__x0430__x043b__x0438__x0447__x0438__x0435___x043e__x0440__x0438__x0433__x0438__x043d__x0430__x043b__x0430___x0438__x0441__x0442__x043e__x0440__x0438__x044f__2" ma:readOnly="true">
      <xsd:simpleType>
        <xsd:restriction base="dms:Text"/>
      </xsd:simpleType>
    </xsd:element>
    <xsd:element name="Email__x0443__x0434_" ma:index="83" nillable="true" ma:displayName="Email_уд" ma:internalName="Email__x0443__x0434_" ma:readOnly="true">
      <xsd:simpleType>
        <xsd:restriction base="dms:Note">
          <xsd:maxLength value="255"/>
        </xsd:restriction>
      </xsd:simpleType>
    </xsd:element>
    <xsd:element name="_x0422__x0435__x0441__x0442___x043f__x0430__x0440__x043e__x043b__x044f_" ma:index="84" nillable="true" ma:displayName="Тест_пароля" ma:internalName="_x0422__x0435__x0441__x0442___x043f__x0430__x0440__x043e__x043b__x044f_" ma:readOnly="true">
      <xsd:simpleType>
        <xsd:restriction base="dms:Note">
          <xsd:maxLength value="255"/>
        </xsd:restriction>
      </xsd:simpleType>
    </xsd:element>
    <xsd:element name="_x0422__x0438__x043f___x0434__x043e__x0432__x0435__x0440__x0435__x043d__x043d__x043e__x0441__x0442__x0438_" ma:index="85" nillable="true" ma:displayName="Тип_доверенности" ma:internalName="_x0422__x0438__x043f___x0434__x043e__x0432__x0435__x0440__x0435__x043d__x043d__x043e__x0441__x0442__x0438_" ma:readOnly="true">
      <xsd:simpleType>
        <xsd:restriction base="dms:Note">
          <xsd:maxLength value="255"/>
        </xsd:restriction>
      </xsd:simpleType>
    </xsd:element>
    <xsd:element name="_x0422__x0438__x043f___x0434__x043e__x043a__x0443__x043c__x0435__x043d__x0442__x0430_" ma:index="86" nillable="true" ma:displayName="Тип_документа" ma:internalName="_x0422__x0438__x043f___x0434__x043e__x043a__x0443__x043c__x0435__x043d__x0442__x0430_" ma:readOnly="true">
      <xsd:simpleType>
        <xsd:restriction base="dms:Note">
          <xsd:maxLength value="255"/>
        </xsd:restriction>
      </xsd:simpleType>
    </xsd:element>
    <xsd:element name="_x041a__x043e__x043d__x0442__x0430__x043a__x0442__x043d__x044b__x0439___x043d__x043e__x043c__x0435__x0440_" ma:index="87" nillable="true" ma:displayName="Контактный_номер" ma:internalName="_x041a__x043e__x043d__x0442__x0430__x043a__x0442__x043d__x044b__x0439___x043d__x043e__x043c__x0435__x0440_" ma:readOnly="true">
      <xsd:simpleType>
        <xsd:restriction base="dms:Note">
          <xsd:maxLength value="255"/>
        </xsd:restriction>
      </xsd:simpleType>
    </xsd:element>
    <xsd:element name="User" ma:index="88" nillable="true" ma:displayName="User" ma:list="UserInfo" ma:SharePointGroup="0" ma:internalName="Us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A7F74B-9083-4A74-9BE2-9454C9082FD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4351eb4-5e07-4c99-b842-6b98263d0705"/>
  </ds:schemaRefs>
</ds:datastoreItem>
</file>

<file path=customXml/itemProps2.xml><?xml version="1.0" encoding="utf-8"?>
<ds:datastoreItem xmlns:ds="http://schemas.openxmlformats.org/officeDocument/2006/customXml" ds:itemID="{D016B5B7-A140-483A-B0C3-09936DC3E2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1748126-53AE-421C-9D60-3129CCAAFF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4351eb4-5e07-4c99-b842-6b98263d07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4753</TotalTime>
  <Words>202</Words>
  <Application>Microsoft Office PowerPoint</Application>
  <PresentationFormat>Широкоэкранный</PresentationFormat>
  <Paragraphs>58</Paragraphs>
  <Slides>6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Pragmatica Bold</vt:lpstr>
      <vt:lpstr>Pragmatica Book</vt:lpstr>
      <vt:lpstr>Тема Office</vt:lpstr>
      <vt:lpstr>Слайд think-cell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Damir Auezov</dc:creator>
  <cp:lastModifiedBy>Alexandr Murdassov</cp:lastModifiedBy>
  <cp:revision>5</cp:revision>
  <dcterms:created xsi:type="dcterms:W3CDTF">2025-10-01T12:38:04Z</dcterms:created>
  <dcterms:modified xsi:type="dcterms:W3CDTF">2025-12-02T06:53:22Z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cdd97af-22dc-49fa-ac47-e24224ce56c4_Enabled">
    <vt:lpwstr>true</vt:lpwstr>
  </property>
  <property fmtid="{D5CDD505-2E9C-101B-9397-08002B2CF9AE}" pid="3" name="MSIP_Label_9cdd97af-22dc-49fa-ac47-e24224ce56c4_SetDate">
    <vt:lpwstr>2025-10-01T12:38:30Z</vt:lpwstr>
  </property>
  <property fmtid="{D5CDD505-2E9C-101B-9397-08002B2CF9AE}" pid="4" name="MSIP_Label_9cdd97af-22dc-49fa-ac47-e24224ce56c4_Method">
    <vt:lpwstr>Standard</vt:lpwstr>
  </property>
  <property fmtid="{D5CDD505-2E9C-101B-9397-08002B2CF9AE}" pid="5" name="MSIP_Label_9cdd97af-22dc-49fa-ac47-e24224ce56c4_Name">
    <vt:lpwstr>General</vt:lpwstr>
  </property>
  <property fmtid="{D5CDD505-2E9C-101B-9397-08002B2CF9AE}" pid="6" name="MSIP_Label_9cdd97af-22dc-49fa-ac47-e24224ce56c4_SiteId">
    <vt:lpwstr>41149801-8e93-4eae-a438-1ff037fd4bdc</vt:lpwstr>
  </property>
  <property fmtid="{D5CDD505-2E9C-101B-9397-08002B2CF9AE}" pid="7" name="MSIP_Label_9cdd97af-22dc-49fa-ac47-e24224ce56c4_ActionId">
    <vt:lpwstr>7260bb16-7b52-4eee-a20f-4fe33eaa715c</vt:lpwstr>
  </property>
  <property fmtid="{D5CDD505-2E9C-101B-9397-08002B2CF9AE}" pid="8" name="MSIP_Label_9cdd97af-22dc-49fa-ac47-e24224ce56c4_ContentBits">
    <vt:lpwstr>0</vt:lpwstr>
  </property>
  <property fmtid="{D5CDD505-2E9C-101B-9397-08002B2CF9AE}" pid="9" name="MSIP_Label_9cdd97af-22dc-49fa-ac47-e24224ce56c4_Tag">
    <vt:lpwstr>10, 3, 0, 1</vt:lpwstr>
  </property>
  <property fmtid="{D5CDD505-2E9C-101B-9397-08002B2CF9AE}" pid="10" name="ContentTypeId">
    <vt:lpwstr>0x010101005735C98F2F9FC74E9C48A2E5D7E53F63</vt:lpwstr>
  </property>
</Properties>
</file>