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3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3" r:id="rId5"/>
  </p:sldMasterIdLst>
  <p:notesMasterIdLst>
    <p:notesMasterId r:id="rId8"/>
  </p:notesMasterIdLst>
  <p:sldIdLst>
    <p:sldId id="389" r:id="rId6"/>
    <p:sldId id="390" r:id="rId7"/>
  </p:sldIdLst>
  <p:sldSz cx="12192000" cy="6858000"/>
  <p:notesSz cx="6858000" cy="9144000"/>
  <p:custDataLst>
    <p:tags r:id="rId9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enov Adilkhan" initials="AA" lastIdx="0" clrIdx="0">
    <p:extLst>
      <p:ext uri="{19B8F6BF-5375-455C-9EA6-DF929625EA0E}">
        <p15:presenceInfo xmlns:p15="http://schemas.microsoft.com/office/powerpoint/2012/main" userId="S-1-5-21-368082260-818901410-1762942157-56938" providerId="AD"/>
      </p:ext>
    </p:extLst>
  </p:cmAuthor>
  <p:cmAuthor id="2" name="Auezov Damir" initials="AD" lastIdx="2" clrIdx="1">
    <p:extLst>
      <p:ext uri="{19B8F6BF-5375-455C-9EA6-DF929625EA0E}">
        <p15:presenceInfo xmlns:p15="http://schemas.microsoft.com/office/powerpoint/2012/main" userId="S::DAuezov@beeline.kz::bc8b853a-d09b-4de2-a14e-b1494ebc168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404041"/>
    <a:srgbClr val="FFD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C8ED6C-716D-4A77-A006-09DE088EA596}" v="40" dt="2025-10-20T04:09:03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96395" autoAdjust="0"/>
  </p:normalViewPr>
  <p:slideViewPr>
    <p:cSldViewPr snapToGrid="0">
      <p:cViewPr varScale="1">
        <p:scale>
          <a:sx n="60" d="100"/>
          <a:sy n="60" d="100"/>
        </p:scale>
        <p:origin x="432" y="53"/>
      </p:cViewPr>
      <p:guideLst/>
    </p:cSldViewPr>
  </p:slideViewPr>
  <p:outlineViewPr>
    <p:cViewPr>
      <p:scale>
        <a:sx n="33" d="100"/>
        <a:sy n="33" d="100"/>
      </p:scale>
      <p:origin x="0" y="-1867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 showGuides="1">
      <p:cViewPr varScale="1">
        <p:scale>
          <a:sx n="66" d="100"/>
          <a:sy n="66" d="100"/>
        </p:scale>
        <p:origin x="3134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r Auezov" userId="f5afe8ad-fb23-4f06-9417-74fabd8a07d7" providerId="ADAL" clId="{E8D1E8B3-1EC6-43CC-9036-36868EC4EF2A}"/>
    <pc:docChg chg="undo custSel addSld delSld modSld sldOrd">
      <pc:chgData name="Damir Auezov" userId="f5afe8ad-fb23-4f06-9417-74fabd8a07d7" providerId="ADAL" clId="{E8D1E8B3-1EC6-43CC-9036-36868EC4EF2A}" dt="2025-10-20T04:09:17.419" v="1397" actId="1076"/>
      <pc:docMkLst>
        <pc:docMk/>
      </pc:docMkLst>
      <pc:sldChg chg="del">
        <pc:chgData name="Damir Auezov" userId="f5afe8ad-fb23-4f06-9417-74fabd8a07d7" providerId="ADAL" clId="{E8D1E8B3-1EC6-43CC-9036-36868EC4EF2A}" dt="2025-10-09T10:00:27.175" v="544" actId="47"/>
        <pc:sldMkLst>
          <pc:docMk/>
          <pc:sldMk cId="3381915661" sldId="258"/>
        </pc:sldMkLst>
      </pc:sldChg>
      <pc:sldChg chg="del ord">
        <pc:chgData name="Damir Auezov" userId="f5afe8ad-fb23-4f06-9417-74fabd8a07d7" providerId="ADAL" clId="{E8D1E8B3-1EC6-43CC-9036-36868EC4EF2A}" dt="2025-10-13T07:56:15.321" v="691" actId="47"/>
        <pc:sldMkLst>
          <pc:docMk/>
          <pc:sldMk cId="3097312699" sldId="387"/>
        </pc:sldMkLst>
      </pc:sldChg>
      <pc:sldChg chg="addSp delSp modSp mod">
        <pc:chgData name="Damir Auezov" userId="f5afe8ad-fb23-4f06-9417-74fabd8a07d7" providerId="ADAL" clId="{E8D1E8B3-1EC6-43CC-9036-36868EC4EF2A}" dt="2025-10-20T04:09:03.399" v="1393"/>
        <pc:sldMkLst>
          <pc:docMk/>
          <pc:sldMk cId="4143117356" sldId="389"/>
        </pc:sldMkLst>
        <pc:graphicFrameChg chg="add mod modGraphic">
          <ac:chgData name="Damir Auezov" userId="f5afe8ad-fb23-4f06-9417-74fabd8a07d7" providerId="ADAL" clId="{E8D1E8B3-1EC6-43CC-9036-36868EC4EF2A}" dt="2025-10-13T07:55:36.886" v="685" actId="108"/>
          <ac:graphicFrameMkLst>
            <pc:docMk/>
            <pc:sldMk cId="4143117356" sldId="389"/>
            <ac:graphicFrameMk id="2" creationId="{0BA7B9BC-2DB5-C0A6-94CD-7E28C72D82E9}"/>
          </ac:graphicFrameMkLst>
        </pc:graphicFrameChg>
        <pc:graphicFrameChg chg="mod modGraphic">
          <ac:chgData name="Damir Auezov" userId="f5afe8ad-fb23-4f06-9417-74fabd8a07d7" providerId="ADAL" clId="{E8D1E8B3-1EC6-43CC-9036-36868EC4EF2A}" dt="2025-10-20T04:09:03.399" v="1393"/>
          <ac:graphicFrameMkLst>
            <pc:docMk/>
            <pc:sldMk cId="4143117356" sldId="389"/>
            <ac:graphicFrameMk id="19" creationId="{00000000-0000-0000-0000-000000000000}"/>
          </ac:graphicFrameMkLst>
        </pc:graphicFrameChg>
        <pc:graphicFrameChg chg="mod modGraphic">
          <ac:chgData name="Damir Auezov" userId="f5afe8ad-fb23-4f06-9417-74fabd8a07d7" providerId="ADAL" clId="{E8D1E8B3-1EC6-43CC-9036-36868EC4EF2A}" dt="2025-10-13T09:59:07.836" v="708" actId="20577"/>
          <ac:graphicFrameMkLst>
            <pc:docMk/>
            <pc:sldMk cId="4143117356" sldId="389"/>
            <ac:graphicFrameMk id="23" creationId="{AAB15C8D-F79B-4A31-8DA5-ADB225E0ED1E}"/>
          </ac:graphicFrameMkLst>
        </pc:graphicFrameChg>
      </pc:sldChg>
      <pc:sldChg chg="addSp delSp modSp new mod">
        <pc:chgData name="Damir Auezov" userId="f5afe8ad-fb23-4f06-9417-74fabd8a07d7" providerId="ADAL" clId="{E8D1E8B3-1EC6-43CC-9036-36868EC4EF2A}" dt="2025-10-20T04:09:17.419" v="1397" actId="1076"/>
        <pc:sldMkLst>
          <pc:docMk/>
          <pc:sldMk cId="1861826508" sldId="390"/>
        </pc:sldMkLst>
        <pc:spChg chg="del">
          <ac:chgData name="Damir Auezov" userId="f5afe8ad-fb23-4f06-9417-74fabd8a07d7" providerId="ADAL" clId="{E8D1E8B3-1EC6-43CC-9036-36868EC4EF2A}" dt="2025-10-20T04:00:52.228" v="710" actId="478"/>
          <ac:spMkLst>
            <pc:docMk/>
            <pc:sldMk cId="1861826508" sldId="390"/>
            <ac:spMk id="2" creationId="{D191A529-9DE6-2D72-4875-AE582D9855B0}"/>
          </ac:spMkLst>
        </pc:spChg>
        <pc:spChg chg="del">
          <ac:chgData name="Damir Auezov" userId="f5afe8ad-fb23-4f06-9417-74fabd8a07d7" providerId="ADAL" clId="{E8D1E8B3-1EC6-43CC-9036-36868EC4EF2A}" dt="2025-10-20T04:00:52.228" v="710" actId="478"/>
          <ac:spMkLst>
            <pc:docMk/>
            <pc:sldMk cId="1861826508" sldId="390"/>
            <ac:spMk id="3" creationId="{B059D201-115D-7B50-5E6F-A8A6D6B257B2}"/>
          </ac:spMkLst>
        </pc:spChg>
        <pc:spChg chg="add mod">
          <ac:chgData name="Damir Auezov" userId="f5afe8ad-fb23-4f06-9417-74fabd8a07d7" providerId="ADAL" clId="{E8D1E8B3-1EC6-43CC-9036-36868EC4EF2A}" dt="2025-10-20T04:09:17.419" v="1397" actId="1076"/>
          <ac:spMkLst>
            <pc:docMk/>
            <pc:sldMk cId="1861826508" sldId="390"/>
            <ac:spMk id="5" creationId="{0F11E005-FBD1-4E61-BE30-92F46DEE87E9}"/>
          </ac:spMkLst>
        </pc:spChg>
        <pc:graphicFrameChg chg="add mod modGraphic">
          <ac:chgData name="Damir Auezov" userId="f5afe8ad-fb23-4f06-9417-74fabd8a07d7" providerId="ADAL" clId="{E8D1E8B3-1EC6-43CC-9036-36868EC4EF2A}" dt="2025-10-20T04:09:12.875" v="1396" actId="14734"/>
          <ac:graphicFrameMkLst>
            <pc:docMk/>
            <pc:sldMk cId="1861826508" sldId="390"/>
            <ac:graphicFrameMk id="4" creationId="{553B4D44-2292-F9DB-3424-2D6ED76A1EB2}"/>
          </ac:graphicFrameMkLst>
        </pc:graphicFrameChg>
      </pc:sldChg>
      <pc:sldChg chg="del">
        <pc:chgData name="Damir Auezov" userId="f5afe8ad-fb23-4f06-9417-74fabd8a07d7" providerId="ADAL" clId="{E8D1E8B3-1EC6-43CC-9036-36868EC4EF2A}" dt="2025-10-13T07:56:22.335" v="695" actId="47"/>
        <pc:sldMkLst>
          <pc:docMk/>
          <pc:sldMk cId="1734367949" sldId="392"/>
        </pc:sldMkLst>
      </pc:sldChg>
      <pc:sldChg chg="del">
        <pc:chgData name="Damir Auezov" userId="f5afe8ad-fb23-4f06-9417-74fabd8a07d7" providerId="ADAL" clId="{E8D1E8B3-1EC6-43CC-9036-36868EC4EF2A}" dt="2025-10-13T07:56:16.951" v="693" actId="47"/>
        <pc:sldMkLst>
          <pc:docMk/>
          <pc:sldMk cId="2303713861" sldId="397"/>
        </pc:sldMkLst>
      </pc:sldChg>
      <pc:sldChg chg="del">
        <pc:chgData name="Damir Auezov" userId="f5afe8ad-fb23-4f06-9417-74fabd8a07d7" providerId="ADAL" clId="{E8D1E8B3-1EC6-43CC-9036-36868EC4EF2A}" dt="2025-10-13T07:56:17.484" v="694" actId="47"/>
        <pc:sldMkLst>
          <pc:docMk/>
          <pc:sldMk cId="541797304" sldId="2624"/>
        </pc:sldMkLst>
      </pc:sldChg>
      <pc:sldChg chg="del ord">
        <pc:chgData name="Damir Auezov" userId="f5afe8ad-fb23-4f06-9417-74fabd8a07d7" providerId="ADAL" clId="{E8D1E8B3-1EC6-43CC-9036-36868EC4EF2A}" dt="2025-10-13T07:56:14.358" v="690" actId="47"/>
        <pc:sldMkLst>
          <pc:docMk/>
          <pc:sldMk cId="4209457321" sldId="2625"/>
        </pc:sldMkLst>
      </pc:sldChg>
      <pc:sldChg chg="del">
        <pc:chgData name="Damir Auezov" userId="f5afe8ad-fb23-4f06-9417-74fabd8a07d7" providerId="ADAL" clId="{E8D1E8B3-1EC6-43CC-9036-36868EC4EF2A}" dt="2025-10-13T07:56:16.333" v="692" actId="47"/>
        <pc:sldMkLst>
          <pc:docMk/>
          <pc:sldMk cId="4177687212" sldId="2626"/>
        </pc:sldMkLst>
      </pc:sldChg>
      <pc:sldChg chg="add del">
        <pc:chgData name="Damir Auezov" userId="f5afe8ad-fb23-4f06-9417-74fabd8a07d7" providerId="ADAL" clId="{E8D1E8B3-1EC6-43CC-9036-36868EC4EF2A}" dt="2025-10-13T07:56:09.569" v="689" actId="47"/>
        <pc:sldMkLst>
          <pc:docMk/>
          <pc:sldMk cId="3178908058" sldId="2627"/>
        </pc:sldMkLst>
      </pc:sldChg>
      <pc:sldMasterChg chg="delSldLayout">
        <pc:chgData name="Damir Auezov" userId="f5afe8ad-fb23-4f06-9417-74fabd8a07d7" providerId="ADAL" clId="{E8D1E8B3-1EC6-43CC-9036-36868EC4EF2A}" dt="2025-10-13T07:56:22.335" v="695" actId="47"/>
        <pc:sldMasterMkLst>
          <pc:docMk/>
          <pc:sldMasterMk cId="2819226401" sldId="2147483660"/>
        </pc:sldMasterMkLst>
        <pc:sldLayoutChg chg="del">
          <pc:chgData name="Damir Auezov" userId="f5afe8ad-fb23-4f06-9417-74fabd8a07d7" providerId="ADAL" clId="{E8D1E8B3-1EC6-43CC-9036-36868EC4EF2A}" dt="2025-10-09T10:00:27.175" v="544" actId="47"/>
          <pc:sldLayoutMkLst>
            <pc:docMk/>
            <pc:sldMasterMk cId="2819226401" sldId="2147483660"/>
            <pc:sldLayoutMk cId="682516756" sldId="2147483682"/>
          </pc:sldLayoutMkLst>
        </pc:sldLayoutChg>
        <pc:sldLayoutChg chg="del">
          <pc:chgData name="Damir Auezov" userId="f5afe8ad-fb23-4f06-9417-74fabd8a07d7" providerId="ADAL" clId="{E8D1E8B3-1EC6-43CC-9036-36868EC4EF2A}" dt="2025-10-13T07:56:22.335" v="695" actId="47"/>
          <pc:sldLayoutMkLst>
            <pc:docMk/>
            <pc:sldMasterMk cId="2819226401" sldId="2147483660"/>
            <pc:sldLayoutMk cId="2119414200" sldId="2147483692"/>
          </pc:sldLayoutMkLst>
        </pc:sldLayoutChg>
        <pc:sldLayoutChg chg="del">
          <pc:chgData name="Damir Auezov" userId="f5afe8ad-fb23-4f06-9417-74fabd8a07d7" providerId="ADAL" clId="{E8D1E8B3-1EC6-43CC-9036-36868EC4EF2A}" dt="2025-10-13T07:56:17.484" v="694" actId="47"/>
          <pc:sldLayoutMkLst>
            <pc:docMk/>
            <pc:sldMasterMk cId="2819226401" sldId="2147483660"/>
            <pc:sldLayoutMk cId="2280870684" sldId="214748369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613D4-6418-4ED9-ADCF-57A4912C854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2F067-49D5-40E8-93FD-764C11BC38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583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2F067-49D5-40E8-93FD-764C11BC38B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951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5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4" Type="http://schemas.openxmlformats.org/officeDocument/2006/relationships/image" Target="NUL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4450" y="-12701"/>
            <a:ext cx="12280900" cy="6870701"/>
          </a:xfrm>
          <a:prstGeom prst="rect">
            <a:avLst/>
          </a:prstGeom>
        </p:spPr>
      </p:pic>
      <p:sp>
        <p:nvSpPr>
          <p:cNvPr id="8" name="Triangle 7"/>
          <p:cNvSpPr/>
          <p:nvPr userDrawn="1"/>
        </p:nvSpPr>
        <p:spPr>
          <a:xfrm rot="10800000">
            <a:off x="3911600" y="-11701"/>
            <a:ext cx="4381500" cy="3777155"/>
          </a:xfrm>
          <a:prstGeom prst="triangle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3200" y="-12701"/>
            <a:ext cx="9258300" cy="6858001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23049" y="5575751"/>
            <a:ext cx="3558603" cy="803275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992043" y="3723573"/>
            <a:ext cx="8220615" cy="1289304"/>
          </a:xfrm>
        </p:spPr>
        <p:txBody>
          <a:bodyPr>
            <a:noAutofit/>
          </a:bodyPr>
          <a:lstStyle>
            <a:lvl1pPr algn="ctr">
              <a:defRPr sz="5400" b="0" i="0"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1284" y="692150"/>
            <a:ext cx="1262132" cy="147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9027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2001" cy="69723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02229" y="-1"/>
            <a:ext cx="9258300" cy="6858001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352078" y="5546501"/>
            <a:ext cx="3558603" cy="803275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21072" y="3723573"/>
            <a:ext cx="8220615" cy="1289304"/>
          </a:xfrm>
        </p:spPr>
        <p:txBody>
          <a:bodyPr>
            <a:noAutofit/>
          </a:bodyPr>
          <a:lstStyle>
            <a:lvl1pPr algn="ctr">
              <a:defRPr sz="5400" b="0" i="0"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420526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0640" y="0"/>
            <a:ext cx="12273280" cy="690372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657777" y="4231720"/>
            <a:ext cx="6876447" cy="1289304"/>
          </a:xfrm>
        </p:spPr>
        <p:txBody>
          <a:bodyPr>
            <a:noAutofit/>
          </a:bodyPr>
          <a:lstStyle>
            <a:lvl1pPr algn="ctr">
              <a:defRPr sz="4800" b="0" i="0"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9265" y="350126"/>
            <a:ext cx="788225" cy="919707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316699" y="5648101"/>
            <a:ext cx="3558603" cy="803275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-vimpelcom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878" y="492479"/>
            <a:ext cx="20955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324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5"/>
          <a:stretch/>
        </p:blipFill>
        <p:spPr>
          <a:xfrm>
            <a:off x="0" y="0"/>
            <a:ext cx="3163824" cy="6858000"/>
          </a:xfrm>
          <a:prstGeom prst="rect">
            <a:avLst/>
          </a:prstGeom>
        </p:spPr>
      </p:pic>
      <p:sp>
        <p:nvSpPr>
          <p:cNvPr id="12" name="Shape 4"/>
          <p:cNvSpPr>
            <a:spLocks noGrp="1"/>
          </p:cNvSpPr>
          <p:nvPr>
            <p:ph type="title" hasCustomPrompt="1"/>
          </p:nvPr>
        </p:nvSpPr>
        <p:spPr>
          <a:xfrm>
            <a:off x="261811" y="1299082"/>
            <a:ext cx="2902013" cy="2790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3600" b="0" i="0" baseline="0">
                <a:solidFill>
                  <a:schemeClr val="tx1"/>
                </a:solidFill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251899" y="1376363"/>
            <a:ext cx="9070975" cy="5113337"/>
          </a:xfrm>
        </p:spPr>
        <p:txBody>
          <a:bodyPr/>
          <a:lstStyle>
            <a:lvl1pPr marL="342900" indent="-342900">
              <a:buFont typeface="+mj-lt"/>
              <a:buAutoNum type="arabicPeriod"/>
              <a:defRPr b="0" i="0">
                <a:solidFill>
                  <a:schemeClr val="bg2">
                    <a:lumMod val="50000"/>
                  </a:schemeClr>
                </a:solidFill>
                <a:latin typeface="Hero New Light" charset="0"/>
                <a:ea typeface="Hero New Light" charset="0"/>
                <a:cs typeface="Hero New Light" charset="0"/>
              </a:defRPr>
            </a:lvl1pPr>
            <a:lvl2pPr marL="800100" indent="-342900">
              <a:buFont typeface="+mj-lt"/>
              <a:buAutoNum type="arabicPeriod"/>
              <a:defRPr b="0" i="0">
                <a:solidFill>
                  <a:schemeClr val="bg2">
                    <a:lumMod val="50000"/>
                  </a:schemeClr>
                </a:solidFill>
                <a:latin typeface="Hero New Light" charset="0"/>
                <a:ea typeface="Hero New Light" charset="0"/>
                <a:cs typeface="Hero New Light" charset="0"/>
              </a:defRPr>
            </a:lvl2pPr>
            <a:lvl3pPr marL="1257300" indent="-342900">
              <a:buFont typeface="+mj-lt"/>
              <a:buAutoNum type="arabicPeriod"/>
              <a:defRPr b="0" i="0">
                <a:solidFill>
                  <a:schemeClr val="bg2">
                    <a:lumMod val="50000"/>
                  </a:schemeClr>
                </a:solidFill>
                <a:latin typeface="Hero New Light" charset="0"/>
                <a:ea typeface="Hero New Light" charset="0"/>
                <a:cs typeface="Hero New Light" charset="0"/>
              </a:defRPr>
            </a:lvl3pPr>
            <a:lvl4pPr marL="1727200" indent="-355600">
              <a:buFont typeface="+mj-lt"/>
              <a:buAutoNum type="arabicPeriod"/>
              <a:defRPr b="0" i="0">
                <a:solidFill>
                  <a:schemeClr val="bg2">
                    <a:lumMod val="50000"/>
                  </a:schemeClr>
                </a:solidFill>
                <a:latin typeface="Hero New Light" charset="0"/>
                <a:ea typeface="Hero New Light" charset="0"/>
                <a:cs typeface="Hero New Light" charset="0"/>
              </a:defRPr>
            </a:lvl4pPr>
            <a:lvl5pPr marL="2184400" indent="-355600">
              <a:buFont typeface="+mj-lt"/>
              <a:buAutoNum type="arabicPeriod"/>
              <a:defRPr b="0" i="0">
                <a:solidFill>
                  <a:schemeClr val="bg2">
                    <a:lumMod val="50000"/>
                  </a:schemeClr>
                </a:solidFill>
                <a:latin typeface="Hero New Light" charset="0"/>
                <a:ea typeface="Hero New Light" charset="0"/>
                <a:cs typeface="Hero New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228308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1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Gre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0640" y="0"/>
            <a:ext cx="12273280" cy="6903720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919224" y="3653278"/>
            <a:ext cx="5761037" cy="500062"/>
          </a:xfrm>
        </p:spPr>
        <p:txBody>
          <a:bodyPr/>
          <a:lstStyle>
            <a:lvl1pPr marL="0" indent="0">
              <a:buFontTx/>
              <a:buNone/>
              <a:defRPr sz="4800" b="0" i="0">
                <a:solidFill>
                  <a:schemeClr val="tx1"/>
                </a:solidFill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078831" y="4504267"/>
            <a:ext cx="1036637" cy="0"/>
          </a:xfrm>
          <a:prstGeom prst="line">
            <a:avLst/>
          </a:prstGeom>
          <a:ln w="127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9824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919224" y="3653278"/>
            <a:ext cx="5761037" cy="500062"/>
          </a:xfrm>
        </p:spPr>
        <p:txBody>
          <a:bodyPr/>
          <a:lstStyle>
            <a:lvl1pPr marL="0" indent="0">
              <a:buFontTx/>
              <a:buNone/>
              <a:defRPr sz="4800" b="0" i="0">
                <a:solidFill>
                  <a:schemeClr val="tx1"/>
                </a:solidFill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078831" y="4478867"/>
            <a:ext cx="1036637" cy="0"/>
          </a:xfrm>
          <a:prstGeom prst="line">
            <a:avLst/>
          </a:prstGeom>
          <a:ln w="127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41242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270" imgH="270" progId="TCLayout.ActiveDocument.1">
                  <p:embed/>
                </p:oleObj>
              </mc:Choice>
              <mc:Fallback>
                <p:oleObj name="Слайд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4400"/>
            <a:ext cx="5656321" cy="5827471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334963" y="1130300"/>
            <a:ext cx="5672137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6197600" y="1104900"/>
            <a:ext cx="5659438" cy="528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553711" y="6500424"/>
            <a:ext cx="283089" cy="253916"/>
          </a:xfrm>
        </p:spPr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284309" y="276585"/>
            <a:ext cx="11581873" cy="589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49877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695"/>
            <a:ext cx="12220231" cy="68646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795229"/>
            <a:ext cx="5478651" cy="3062771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82397" y="281442"/>
            <a:ext cx="11738093" cy="66825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334963" y="1376363"/>
            <a:ext cx="5380037" cy="2738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2"/>
          </p:nvPr>
        </p:nvSpPr>
        <p:spPr>
          <a:xfrm>
            <a:off x="6096000" y="1376363"/>
            <a:ext cx="5380037" cy="4262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49464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60" imgH="360" progId="TCLayout.ActiveDocument.1">
                  <p:embed/>
                </p:oleObj>
              </mc:Choice>
              <mc:Fallback>
                <p:oleObj name="Слайд think-cell" r:id="rId3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4309" y="276585"/>
            <a:ext cx="11581873" cy="589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5" name="Triangle 4"/>
          <p:cNvSpPr/>
          <p:nvPr userDrawn="1"/>
        </p:nvSpPr>
        <p:spPr>
          <a:xfrm rot="16200000">
            <a:off x="10442028" y="688029"/>
            <a:ext cx="1879600" cy="1620345"/>
          </a:xfrm>
          <a:prstGeom prst="triangl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1828" y="1147434"/>
            <a:ext cx="637627" cy="743988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334964" y="978635"/>
            <a:ext cx="10064145" cy="5295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899169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4163" y="274570"/>
            <a:ext cx="11640946" cy="589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825503"/>
            <a:ext cx="11600048" cy="314325"/>
          </a:xfrm>
        </p:spPr>
        <p:txBody>
          <a:bodyPr/>
          <a:lstStyle>
            <a:lvl1pPr marL="0" indent="0">
              <a:buFontTx/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Hero New Light" charset="0"/>
                <a:ea typeface="Hero New Light" charset="0"/>
                <a:cs typeface="Hero New Light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34964" y="1367090"/>
            <a:ext cx="5683064" cy="4906710"/>
          </a:xfrm>
        </p:spPr>
        <p:txBody>
          <a:bodyPr/>
          <a:lstStyle>
            <a:lvl1pPr>
              <a:defRPr b="0" i="0">
                <a:latin typeface="Hero New Light" charset="0"/>
                <a:ea typeface="Hero New Light" charset="0"/>
                <a:cs typeface="Hero New Light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251944" y="1376363"/>
            <a:ext cx="5605094" cy="4897437"/>
          </a:xfrm>
        </p:spPr>
        <p:txBody>
          <a:bodyPr/>
          <a:lstStyle>
            <a:lvl1pPr>
              <a:defRPr b="0" i="0">
                <a:latin typeface="Hero New Light" charset="0"/>
                <a:ea typeface="Hero New Light" charset="0"/>
                <a:cs typeface="Hero New Light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48623029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621746" y="-82090"/>
            <a:ext cx="964054" cy="1127454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284163" y="274570"/>
            <a:ext cx="11640946" cy="589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1"/>
          </p:nvPr>
        </p:nvSpPr>
        <p:spPr>
          <a:xfrm>
            <a:off x="334963" y="1111250"/>
            <a:ext cx="11522075" cy="516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03424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621746" y="-82090"/>
            <a:ext cx="964054" cy="1127454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284163" y="274570"/>
            <a:ext cx="11640946" cy="589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1"/>
          </p:nvPr>
        </p:nvSpPr>
        <p:spPr>
          <a:xfrm>
            <a:off x="334963" y="1376363"/>
            <a:ext cx="5598737" cy="4897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6268662" y="1376362"/>
            <a:ext cx="5588375" cy="4897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17075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7170" y="3302359"/>
            <a:ext cx="6584830" cy="355564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4163" y="277790"/>
            <a:ext cx="11581873" cy="589033"/>
          </a:xfrm>
        </p:spPr>
        <p:txBody>
          <a:bodyPr/>
          <a:lstStyle>
            <a:lvl1pPr>
              <a:defRPr b="0" i="0"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334963" y="1079500"/>
            <a:ext cx="11531600" cy="5194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318823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-1" y="0"/>
            <a:ext cx="2628901" cy="3721100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5753100" y="6273800"/>
            <a:ext cx="685800" cy="5842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5248729" cy="6858001"/>
          </a:xfrm>
          <a:prstGeom prst="rect">
            <a:avLst/>
          </a:prstGeom>
        </p:spPr>
      </p:pic>
      <p:sp>
        <p:nvSpPr>
          <p:cNvPr id="8" name="Content Placeholder 8"/>
          <p:cNvSpPr>
            <a:spLocks noGrp="1"/>
          </p:cNvSpPr>
          <p:nvPr>
            <p:ph sz="quarter" idx="10"/>
          </p:nvPr>
        </p:nvSpPr>
        <p:spPr>
          <a:xfrm>
            <a:off x="334963" y="1130300"/>
            <a:ext cx="5672137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1"/>
          </p:nvPr>
        </p:nvSpPr>
        <p:spPr>
          <a:xfrm>
            <a:off x="6197600" y="1104900"/>
            <a:ext cx="5659438" cy="528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279663" y="276982"/>
            <a:ext cx="11581873" cy="589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44535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4309" y="276585"/>
            <a:ext cx="11581873" cy="589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334963" y="965200"/>
            <a:ext cx="11531600" cy="530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977300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250" y="-1"/>
            <a:ext cx="12223250" cy="86924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4309" y="276585"/>
            <a:ext cx="11581873" cy="5890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55931473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568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270" imgH="270" progId="TCLayout.ActiveDocument.1">
                  <p:embed/>
                </p:oleObj>
              </mc:Choice>
              <mc:Fallback>
                <p:oleObj name="Слайд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078960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Graphic 5">
    <p:bg>
      <p:bgPr>
        <a:blipFill dpi="0" rotWithShape="1">
          <a:blip r:embed="rId2" cstate="email">
            <a:alphaModFix amt="38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820707"/>
            <a:ext cx="1164794" cy="1037293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 hasCustomPrompt="1"/>
          </p:nvPr>
        </p:nvSpPr>
        <p:spPr>
          <a:xfrm>
            <a:off x="462110" y="632185"/>
            <a:ext cx="8146632" cy="589033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tx1"/>
                </a:solidFill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62109" y="1329404"/>
            <a:ext cx="8146632" cy="39903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rgbClr val="2C2C2C"/>
                </a:solidFill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Click to </a:t>
            </a:r>
            <a:r>
              <a:rPr lang="en-US"/>
              <a:t>edit sub title</a:t>
            </a:r>
            <a:endParaRPr lang="en-US" dirty="0"/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485756" y="6416124"/>
            <a:ext cx="547633" cy="274607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Hero New Light" charset="0"/>
                <a:ea typeface="Hero New Light" charset="0"/>
                <a:cs typeface="Hero New Light" charset="0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8099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Graphic 4">
    <p:bg>
      <p:bgPr>
        <a:blipFill dpi="0" rotWithShape="1">
          <a:blip r:embed="rId2" cstate="email">
            <a:alphaModFix amt="38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462110" y="632185"/>
            <a:ext cx="8146632" cy="589033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tx1"/>
                </a:solidFill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6448" y="0"/>
            <a:ext cx="1455552" cy="927621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62109" y="1329404"/>
            <a:ext cx="8146632" cy="399035"/>
          </a:xfrm>
          <a:prstGeom prst="rect">
            <a:avLst/>
          </a:prstGeom>
        </p:spPr>
        <p:txBody>
          <a:bodyPr/>
          <a:lstStyle>
            <a:lvl1pPr algn="l">
              <a:defRPr sz="1800" b="0" i="0">
                <a:solidFill>
                  <a:srgbClr val="2C2C2C"/>
                </a:solidFill>
                <a:latin typeface="Hero New UltraLight" charset="0"/>
                <a:ea typeface="Hero New UltraLight" charset="0"/>
                <a:cs typeface="Hero New UltraLight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Click to edit sub title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485756" y="6416124"/>
            <a:ext cx="547633" cy="274607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Hero New Light" charset="0"/>
                <a:ea typeface="Hero New Light" charset="0"/>
                <a:cs typeface="Hero New Light" charset="0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03245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270" imgH="270" progId="TCLayout.ActiveDocument.1">
                  <p:embed/>
                </p:oleObj>
              </mc:Choice>
              <mc:Fallback>
                <p:oleObj name="Слайд think-cell" r:id="rId3" imgW="270" imgH="270" progId="TCLayout.ActiveDocument.1">
                  <p:embed/>
                  <p:pic>
                    <p:nvPicPr>
                      <p:cNvPr id="3" name="Объект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E1582-3CBE-A640-8DE8-AF8D59154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17499" y="203200"/>
            <a:ext cx="10515600" cy="589032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FBAF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6681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532800" y="1929600"/>
            <a:ext cx="2041884" cy="1383118"/>
          </a:xfrm>
          <a:solidFill>
            <a:srgbClr val="D2D2D2"/>
          </a:solidFill>
        </p:spPr>
        <p:txBody>
          <a:bodyPr lIns="36000" tIns="36000" rIns="36000" bIns="36000" anchor="ctr"/>
          <a:lstStyle>
            <a:lvl1pPr algn="ctr">
              <a:lnSpc>
                <a:spcPct val="107000"/>
              </a:lnSpc>
              <a:defRPr sz="1400" cap="all" spc="0" baseline="0"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532800" y="3511547"/>
            <a:ext cx="2041884" cy="1390644"/>
          </a:xfrm>
          <a:noFill/>
        </p:spPr>
        <p:txBody>
          <a:bodyPr lIns="0" tIns="0" rIns="0" bIns="0" anchor="t"/>
          <a:lstStyle>
            <a:lvl1pPr algn="l">
              <a:lnSpc>
                <a:spcPct val="107000"/>
              </a:lnSpc>
              <a:defRPr sz="1400" cap="none" spc="0" baseline="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2806282" y="1929600"/>
            <a:ext cx="2041884" cy="1383118"/>
          </a:xfrm>
          <a:solidFill>
            <a:srgbClr val="D2D2D2"/>
          </a:solidFill>
        </p:spPr>
        <p:txBody>
          <a:bodyPr lIns="36000" tIns="36000" rIns="36000" bIns="36000" anchor="ctr"/>
          <a:lstStyle>
            <a:lvl1pPr algn="ctr">
              <a:lnSpc>
                <a:spcPct val="107000"/>
              </a:lnSpc>
              <a:defRPr sz="1400" cap="all" spc="0" baseline="0"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2806282" y="3511547"/>
            <a:ext cx="2041884" cy="1390644"/>
          </a:xfrm>
          <a:noFill/>
        </p:spPr>
        <p:txBody>
          <a:bodyPr lIns="0" tIns="0" rIns="0" bIns="0" anchor="t"/>
          <a:lstStyle>
            <a:lvl1pPr algn="l">
              <a:lnSpc>
                <a:spcPct val="107000"/>
              </a:lnSpc>
              <a:defRPr sz="1400" cap="none" spc="0" baseline="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28"/>
          </p:nvPr>
        </p:nvSpPr>
        <p:spPr>
          <a:xfrm>
            <a:off x="5077723" y="1929600"/>
            <a:ext cx="2041884" cy="1383118"/>
          </a:xfrm>
          <a:solidFill>
            <a:schemeClr val="accent3"/>
          </a:solidFill>
        </p:spPr>
        <p:txBody>
          <a:bodyPr lIns="36000" tIns="36000" rIns="36000" bIns="36000" anchor="ctr"/>
          <a:lstStyle>
            <a:lvl1pPr algn="ctr">
              <a:lnSpc>
                <a:spcPct val="107000"/>
              </a:lnSpc>
              <a:defRPr sz="1400" cap="all" spc="0" baseline="0"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5077723" y="3511547"/>
            <a:ext cx="2041884" cy="1390644"/>
          </a:xfrm>
          <a:noFill/>
        </p:spPr>
        <p:txBody>
          <a:bodyPr lIns="0" tIns="0" rIns="0" bIns="0" anchor="t"/>
          <a:lstStyle>
            <a:lvl1pPr algn="l">
              <a:lnSpc>
                <a:spcPct val="107000"/>
              </a:lnSpc>
              <a:defRPr sz="1400" cap="none" spc="0" baseline="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30"/>
          </p:nvPr>
        </p:nvSpPr>
        <p:spPr>
          <a:xfrm>
            <a:off x="7349164" y="1929600"/>
            <a:ext cx="2041884" cy="1383118"/>
          </a:xfrm>
          <a:solidFill>
            <a:schemeClr val="accent3"/>
          </a:solidFill>
        </p:spPr>
        <p:txBody>
          <a:bodyPr lIns="36000" tIns="36000" rIns="36000" bIns="36000" anchor="ctr"/>
          <a:lstStyle>
            <a:lvl1pPr algn="ctr">
              <a:lnSpc>
                <a:spcPct val="107000"/>
              </a:lnSpc>
              <a:defRPr sz="1400" cap="all" spc="0" baseline="0"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7349164" y="3511547"/>
            <a:ext cx="2041884" cy="1390644"/>
          </a:xfrm>
          <a:noFill/>
        </p:spPr>
        <p:txBody>
          <a:bodyPr lIns="0" tIns="0" rIns="0" bIns="0" anchor="t"/>
          <a:lstStyle>
            <a:lvl1pPr algn="l">
              <a:lnSpc>
                <a:spcPct val="107000"/>
              </a:lnSpc>
              <a:defRPr sz="1400" cap="none" spc="0" baseline="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9620606" y="1929600"/>
            <a:ext cx="2041884" cy="1383118"/>
          </a:xfrm>
          <a:solidFill>
            <a:schemeClr val="accent3"/>
          </a:solidFill>
        </p:spPr>
        <p:txBody>
          <a:bodyPr lIns="36000" tIns="36000" rIns="36000" bIns="36000" anchor="ctr"/>
          <a:lstStyle>
            <a:lvl1pPr algn="ctr">
              <a:lnSpc>
                <a:spcPct val="107000"/>
              </a:lnSpc>
              <a:defRPr sz="1400" cap="all" spc="0" baseline="0"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9620606" y="3511547"/>
            <a:ext cx="2041884" cy="1390644"/>
          </a:xfrm>
          <a:noFill/>
        </p:spPr>
        <p:txBody>
          <a:bodyPr lIns="0" tIns="0" rIns="0" bIns="0" anchor="t"/>
          <a:lstStyle>
            <a:lvl1pPr algn="l">
              <a:lnSpc>
                <a:spcPct val="107000"/>
              </a:lnSpc>
              <a:defRPr sz="1400" cap="none" spc="0" baseline="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cap="none"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532800" y="468000"/>
            <a:ext cx="7343775" cy="8480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GB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2800" y="6318000"/>
            <a:ext cx="4498975" cy="209010"/>
          </a:xfrm>
          <a:prstGeom prst="rect">
            <a:avLst/>
          </a:prstGeom>
        </p:spPr>
        <p:txBody>
          <a:bodyPr vert="horz" lIns="0" tIns="36000" rIns="0" bIns="0" rtlCol="0" anchor="t" anchorCtr="0">
            <a:noAutofit/>
          </a:bodyPr>
          <a:lstStyle>
            <a:lvl1pPr algn="l">
              <a:lnSpc>
                <a:spcPts val="900"/>
              </a:lnSpc>
              <a:defRPr lang="en-US" sz="1000" smtClean="0"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1050" y="6318000"/>
            <a:ext cx="717550" cy="206115"/>
          </a:xfrm>
          <a:prstGeom prst="rect">
            <a:avLst/>
          </a:prstGeom>
        </p:spPr>
        <p:txBody>
          <a:bodyPr vert="horz" lIns="0" tIns="36000" rIns="0" bIns="0" rtlCol="0" anchor="t">
            <a:noAutofit/>
          </a:bodyPr>
          <a:lstStyle>
            <a:lvl1pPr algn="r">
              <a:lnSpc>
                <a:spcPts val="9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96C6F578-4E9C-410E-B3F6-C8EC62000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4341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270" imgH="270" progId="TCLayout.ActiveDocument.1">
                  <p:embed/>
                </p:oleObj>
              </mc:Choice>
              <mc:Fallback>
                <p:oleObj name="Слайд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 hasCustomPrompt="1"/>
          </p:nvPr>
        </p:nvSpPr>
        <p:spPr>
          <a:xfrm>
            <a:off x="335360" y="20543"/>
            <a:ext cx="11520578" cy="761025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Place your title here</a:t>
            </a:r>
          </a:p>
        </p:txBody>
      </p:sp>
    </p:spTree>
    <p:extLst>
      <p:ext uri="{BB962C8B-B14F-4D97-AF65-F5344CB8AC3E}">
        <p14:creationId xmlns:p14="http://schemas.microsoft.com/office/powerpoint/2010/main" val="149751038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phic with 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imagen 7"/>
          <p:cNvSpPr>
            <a:spLocks noGrp="1"/>
          </p:cNvSpPr>
          <p:nvPr>
            <p:ph type="pic" sz="quarter" idx="12"/>
          </p:nvPr>
        </p:nvSpPr>
        <p:spPr>
          <a:xfrm>
            <a:off x="4898367" y="-461577"/>
            <a:ext cx="7418239" cy="7400153"/>
          </a:xfrm>
          <a:custGeom>
            <a:avLst/>
            <a:gdLst>
              <a:gd name="connsiteX0" fmla="*/ 1087705 w 5563679"/>
              <a:gd name="connsiteY0" fmla="*/ 0 h 5550115"/>
              <a:gd name="connsiteX1" fmla="*/ 1157844 w 5563679"/>
              <a:gd name="connsiteY1" fmla="*/ 0 h 5550115"/>
              <a:gd name="connsiteX2" fmla="*/ 1161143 w 5563679"/>
              <a:gd name="connsiteY2" fmla="*/ 499 h 5550115"/>
              <a:gd name="connsiteX3" fmla="*/ 1241661 w 5563679"/>
              <a:gd name="connsiteY3" fmla="*/ 73502 h 5550115"/>
              <a:gd name="connsiteX4" fmla="*/ 1244335 w 5563679"/>
              <a:gd name="connsiteY4" fmla="*/ 86745 h 5550115"/>
              <a:gd name="connsiteX5" fmla="*/ 1244335 w 5563679"/>
              <a:gd name="connsiteY5" fmla="*/ 147409 h 5550115"/>
              <a:gd name="connsiteX6" fmla="*/ 1373362 w 5563679"/>
              <a:gd name="connsiteY6" fmla="*/ 276436 h 5550115"/>
              <a:gd name="connsiteX7" fmla="*/ 1373361 w 5563679"/>
              <a:gd name="connsiteY7" fmla="*/ 276435 h 5550115"/>
              <a:gd name="connsiteX8" fmla="*/ 1390772 w 5563679"/>
              <a:gd name="connsiteY8" fmla="*/ 272920 h 5550115"/>
              <a:gd name="connsiteX9" fmla="*/ 1399039 w 5563679"/>
              <a:gd name="connsiteY9" fmla="*/ 274589 h 5550115"/>
              <a:gd name="connsiteX10" fmla="*/ 1399039 w 5563679"/>
              <a:gd name="connsiteY10" fmla="*/ 275327 h 5550115"/>
              <a:gd name="connsiteX11" fmla="*/ 1422519 w 5563679"/>
              <a:gd name="connsiteY11" fmla="*/ 277694 h 5550115"/>
              <a:gd name="connsiteX12" fmla="*/ 1522248 w 5563679"/>
              <a:gd name="connsiteY12" fmla="*/ 363643 h 5550115"/>
              <a:gd name="connsiteX13" fmla="*/ 1522268 w 5563679"/>
              <a:gd name="connsiteY13" fmla="*/ 363756 h 5550115"/>
              <a:gd name="connsiteX14" fmla="*/ 1522268 w 5563679"/>
              <a:gd name="connsiteY14" fmla="*/ 923549 h 5550115"/>
              <a:gd name="connsiteX15" fmla="*/ 1601071 w 5563679"/>
              <a:gd name="connsiteY15" fmla="*/ 1042437 h 5550115"/>
              <a:gd name="connsiteX16" fmla="*/ 1649141 w 5563679"/>
              <a:gd name="connsiteY16" fmla="*/ 1052141 h 5550115"/>
              <a:gd name="connsiteX17" fmla="*/ 1649141 w 5563679"/>
              <a:gd name="connsiteY17" fmla="*/ 1052879 h 5550115"/>
              <a:gd name="connsiteX18" fmla="*/ 1672621 w 5563679"/>
              <a:gd name="connsiteY18" fmla="*/ 1055246 h 5550115"/>
              <a:gd name="connsiteX19" fmla="*/ 1772350 w 5563679"/>
              <a:gd name="connsiteY19" fmla="*/ 1141195 h 5550115"/>
              <a:gd name="connsiteX20" fmla="*/ 1772601 w 5563679"/>
              <a:gd name="connsiteY20" fmla="*/ 1142618 h 5550115"/>
              <a:gd name="connsiteX21" fmla="*/ 1772601 w 5563679"/>
              <a:gd name="connsiteY21" fmla="*/ 1410943 h 5550115"/>
              <a:gd name="connsiteX22" fmla="*/ 1901628 w 5563679"/>
              <a:gd name="connsiteY22" fmla="*/ 1539970 h 5550115"/>
              <a:gd name="connsiteX23" fmla="*/ 1901627 w 5563679"/>
              <a:gd name="connsiteY23" fmla="*/ 1539969 h 5550115"/>
              <a:gd name="connsiteX24" fmla="*/ 2030654 w 5563679"/>
              <a:gd name="connsiteY24" fmla="*/ 1410942 h 5550115"/>
              <a:gd name="connsiteX25" fmla="*/ 2030654 w 5563679"/>
              <a:gd name="connsiteY25" fmla="*/ 1130923 h 5550115"/>
              <a:gd name="connsiteX26" fmla="*/ 2032657 w 5563679"/>
              <a:gd name="connsiteY26" fmla="*/ 1119572 h 5550115"/>
              <a:gd name="connsiteX27" fmla="*/ 2132386 w 5563679"/>
              <a:gd name="connsiteY27" fmla="*/ 1033623 h 5550115"/>
              <a:gd name="connsiteX28" fmla="*/ 2155866 w 5563679"/>
              <a:gd name="connsiteY28" fmla="*/ 1031256 h 5550115"/>
              <a:gd name="connsiteX29" fmla="*/ 2155866 w 5563679"/>
              <a:gd name="connsiteY29" fmla="*/ 1030518 h 5550115"/>
              <a:gd name="connsiteX30" fmla="*/ 2203936 w 5563679"/>
              <a:gd name="connsiteY30" fmla="*/ 1020814 h 5550115"/>
              <a:gd name="connsiteX31" fmla="*/ 2282739 w 5563679"/>
              <a:gd name="connsiteY31" fmla="*/ 901926 h 5550115"/>
              <a:gd name="connsiteX32" fmla="*/ 2282739 w 5563679"/>
              <a:gd name="connsiteY32" fmla="*/ 811796 h 5550115"/>
              <a:gd name="connsiteX33" fmla="*/ 2291128 w 5563679"/>
              <a:gd name="connsiteY33" fmla="*/ 770246 h 5550115"/>
              <a:gd name="connsiteX34" fmla="*/ 2410015 w 5563679"/>
              <a:gd name="connsiteY34" fmla="*/ 691442 h 5550115"/>
              <a:gd name="connsiteX35" fmla="*/ 2528902 w 5563679"/>
              <a:gd name="connsiteY35" fmla="*/ 770246 h 5550115"/>
              <a:gd name="connsiteX36" fmla="*/ 2531092 w 5563679"/>
              <a:gd name="connsiteY36" fmla="*/ 781090 h 5550115"/>
              <a:gd name="connsiteX37" fmla="*/ 2531092 w 5563679"/>
              <a:gd name="connsiteY37" fmla="*/ 1021960 h 5550115"/>
              <a:gd name="connsiteX38" fmla="*/ 2609895 w 5563679"/>
              <a:gd name="connsiteY38" fmla="*/ 1140848 h 5550115"/>
              <a:gd name="connsiteX39" fmla="*/ 2657965 w 5563679"/>
              <a:gd name="connsiteY39" fmla="*/ 1150552 h 5550115"/>
              <a:gd name="connsiteX40" fmla="*/ 2657965 w 5563679"/>
              <a:gd name="connsiteY40" fmla="*/ 1151290 h 5550115"/>
              <a:gd name="connsiteX41" fmla="*/ 2681445 w 5563679"/>
              <a:gd name="connsiteY41" fmla="*/ 1153657 h 5550115"/>
              <a:gd name="connsiteX42" fmla="*/ 2781174 w 5563679"/>
              <a:gd name="connsiteY42" fmla="*/ 1239606 h 5550115"/>
              <a:gd name="connsiteX43" fmla="*/ 2781426 w 5563679"/>
              <a:gd name="connsiteY43" fmla="*/ 1241035 h 5550115"/>
              <a:gd name="connsiteX44" fmla="*/ 2781426 w 5563679"/>
              <a:gd name="connsiteY44" fmla="*/ 1345676 h 5550115"/>
              <a:gd name="connsiteX45" fmla="*/ 2910453 w 5563679"/>
              <a:gd name="connsiteY45" fmla="*/ 1474703 h 5550115"/>
              <a:gd name="connsiteX46" fmla="*/ 2910452 w 5563679"/>
              <a:gd name="connsiteY46" fmla="*/ 1474702 h 5550115"/>
              <a:gd name="connsiteX47" fmla="*/ 3039479 w 5563679"/>
              <a:gd name="connsiteY47" fmla="*/ 1345675 h 5550115"/>
              <a:gd name="connsiteX48" fmla="*/ 3039479 w 5563679"/>
              <a:gd name="connsiteY48" fmla="*/ 0 h 5550115"/>
              <a:gd name="connsiteX49" fmla="*/ 3039480 w 5563679"/>
              <a:gd name="connsiteY49" fmla="*/ 0 h 5550115"/>
              <a:gd name="connsiteX50" fmla="*/ 3039480 w 5563679"/>
              <a:gd name="connsiteY50" fmla="*/ 1362198 h 5550115"/>
              <a:gd name="connsiteX51" fmla="*/ 3049618 w 5563679"/>
              <a:gd name="connsiteY51" fmla="*/ 1311979 h 5550115"/>
              <a:gd name="connsiteX52" fmla="*/ 3168506 w 5563679"/>
              <a:gd name="connsiteY52" fmla="*/ 1233175 h 5550115"/>
              <a:gd name="connsiteX53" fmla="*/ 3287393 w 5563679"/>
              <a:gd name="connsiteY53" fmla="*/ 1311979 h 5550115"/>
              <a:gd name="connsiteX54" fmla="*/ 3297157 w 5563679"/>
              <a:gd name="connsiteY54" fmla="*/ 1360339 h 5550115"/>
              <a:gd name="connsiteX55" fmla="*/ 3297157 w 5563679"/>
              <a:gd name="connsiteY55" fmla="*/ 1946741 h 5550115"/>
              <a:gd name="connsiteX56" fmla="*/ 3426184 w 5563679"/>
              <a:gd name="connsiteY56" fmla="*/ 2075768 h 5550115"/>
              <a:gd name="connsiteX57" fmla="*/ 3426183 w 5563679"/>
              <a:gd name="connsiteY57" fmla="*/ 2075767 h 5550115"/>
              <a:gd name="connsiteX58" fmla="*/ 3555210 w 5563679"/>
              <a:gd name="connsiteY58" fmla="*/ 1946740 h 5550115"/>
              <a:gd name="connsiteX59" fmla="*/ 3555210 w 5563679"/>
              <a:gd name="connsiteY59" fmla="*/ 0 h 5550115"/>
              <a:gd name="connsiteX60" fmla="*/ 3555211 w 5563679"/>
              <a:gd name="connsiteY60" fmla="*/ 1049778 h 5550115"/>
              <a:gd name="connsiteX61" fmla="*/ 3565349 w 5563679"/>
              <a:gd name="connsiteY61" fmla="*/ 999559 h 5550115"/>
              <a:gd name="connsiteX62" fmla="*/ 3684237 w 5563679"/>
              <a:gd name="connsiteY62" fmla="*/ 920755 h 5550115"/>
              <a:gd name="connsiteX63" fmla="*/ 3803124 w 5563679"/>
              <a:gd name="connsiteY63" fmla="*/ 999559 h 5550115"/>
              <a:gd name="connsiteX64" fmla="*/ 3806722 w 5563679"/>
              <a:gd name="connsiteY64" fmla="*/ 1017378 h 5550115"/>
              <a:gd name="connsiteX65" fmla="*/ 3806722 w 5563679"/>
              <a:gd name="connsiteY65" fmla="*/ 1326324 h 5550115"/>
              <a:gd name="connsiteX66" fmla="*/ 3935749 w 5563679"/>
              <a:gd name="connsiteY66" fmla="*/ 1455351 h 5550115"/>
              <a:gd name="connsiteX67" fmla="*/ 3935748 w 5563679"/>
              <a:gd name="connsiteY67" fmla="*/ 1455350 h 5550115"/>
              <a:gd name="connsiteX68" fmla="*/ 4064775 w 5563679"/>
              <a:gd name="connsiteY68" fmla="*/ 1326323 h 5550115"/>
              <a:gd name="connsiteX69" fmla="*/ 4064775 w 5563679"/>
              <a:gd name="connsiteY69" fmla="*/ 1279585 h 5550115"/>
              <a:gd name="connsiteX70" fmla="*/ 4083444 w 5563679"/>
              <a:gd name="connsiteY70" fmla="*/ 1247043 h 5550115"/>
              <a:gd name="connsiteX71" fmla="*/ 4160509 w 5563679"/>
              <a:gd name="connsiteY71" fmla="*/ 1200599 h 5550115"/>
              <a:gd name="connsiteX72" fmla="*/ 4183989 w 5563679"/>
              <a:gd name="connsiteY72" fmla="*/ 1198232 h 5550115"/>
              <a:gd name="connsiteX73" fmla="*/ 4183989 w 5563679"/>
              <a:gd name="connsiteY73" fmla="*/ 1197494 h 5550115"/>
              <a:gd name="connsiteX74" fmla="*/ 4232059 w 5563679"/>
              <a:gd name="connsiteY74" fmla="*/ 1187790 h 5550115"/>
              <a:gd name="connsiteX75" fmla="*/ 4310862 w 5563679"/>
              <a:gd name="connsiteY75" fmla="*/ 1068902 h 5550115"/>
              <a:gd name="connsiteX76" fmla="*/ 4310862 w 5563679"/>
              <a:gd name="connsiteY76" fmla="*/ 954918 h 5550115"/>
              <a:gd name="connsiteX77" fmla="*/ 4319251 w 5563679"/>
              <a:gd name="connsiteY77" fmla="*/ 913368 h 5550115"/>
              <a:gd name="connsiteX78" fmla="*/ 4438138 w 5563679"/>
              <a:gd name="connsiteY78" fmla="*/ 834564 h 5550115"/>
              <a:gd name="connsiteX79" fmla="*/ 4557025 w 5563679"/>
              <a:gd name="connsiteY79" fmla="*/ 913368 h 5550115"/>
              <a:gd name="connsiteX80" fmla="*/ 4559215 w 5563679"/>
              <a:gd name="connsiteY80" fmla="*/ 924213 h 5550115"/>
              <a:gd name="connsiteX81" fmla="*/ 4559215 w 5563679"/>
              <a:gd name="connsiteY81" fmla="*/ 1077616 h 5550115"/>
              <a:gd name="connsiteX82" fmla="*/ 4638018 w 5563679"/>
              <a:gd name="connsiteY82" fmla="*/ 1196504 h 5550115"/>
              <a:gd name="connsiteX83" fmla="*/ 4686088 w 5563679"/>
              <a:gd name="connsiteY83" fmla="*/ 1206208 h 5550115"/>
              <a:gd name="connsiteX84" fmla="*/ 4686088 w 5563679"/>
              <a:gd name="connsiteY84" fmla="*/ 1206946 h 5550115"/>
              <a:gd name="connsiteX85" fmla="*/ 4709568 w 5563679"/>
              <a:gd name="connsiteY85" fmla="*/ 1209313 h 5550115"/>
              <a:gd name="connsiteX86" fmla="*/ 4809296 w 5563679"/>
              <a:gd name="connsiteY86" fmla="*/ 1295262 h 5550115"/>
              <a:gd name="connsiteX87" fmla="*/ 4811500 w 5563679"/>
              <a:gd name="connsiteY87" fmla="*/ 1307752 h 5550115"/>
              <a:gd name="connsiteX88" fmla="*/ 4811500 w 5563679"/>
              <a:gd name="connsiteY88" fmla="*/ 1441660 h 5550115"/>
              <a:gd name="connsiteX89" fmla="*/ 4940527 w 5563679"/>
              <a:gd name="connsiteY89" fmla="*/ 1570687 h 5550115"/>
              <a:gd name="connsiteX90" fmla="*/ 4940526 w 5563679"/>
              <a:gd name="connsiteY90" fmla="*/ 1570686 h 5550115"/>
              <a:gd name="connsiteX91" fmla="*/ 5069553 w 5563679"/>
              <a:gd name="connsiteY91" fmla="*/ 1441659 h 5550115"/>
              <a:gd name="connsiteX92" fmla="*/ 5069553 w 5563679"/>
              <a:gd name="connsiteY92" fmla="*/ 1076405 h 5550115"/>
              <a:gd name="connsiteX93" fmla="*/ 5071757 w 5563679"/>
              <a:gd name="connsiteY93" fmla="*/ 1063915 h 5550115"/>
              <a:gd name="connsiteX94" fmla="*/ 5171486 w 5563679"/>
              <a:gd name="connsiteY94" fmla="*/ 977966 h 5550115"/>
              <a:gd name="connsiteX95" fmla="*/ 5194966 w 5563679"/>
              <a:gd name="connsiteY95" fmla="*/ 975599 h 5550115"/>
              <a:gd name="connsiteX96" fmla="*/ 5194966 w 5563679"/>
              <a:gd name="connsiteY96" fmla="*/ 974861 h 5550115"/>
              <a:gd name="connsiteX97" fmla="*/ 5243036 w 5563679"/>
              <a:gd name="connsiteY97" fmla="*/ 965157 h 5550115"/>
              <a:gd name="connsiteX98" fmla="*/ 5321839 w 5563679"/>
              <a:gd name="connsiteY98" fmla="*/ 846269 h 5550115"/>
              <a:gd name="connsiteX99" fmla="*/ 5321839 w 5563679"/>
              <a:gd name="connsiteY99" fmla="*/ 469894 h 5550115"/>
              <a:gd name="connsiteX100" fmla="*/ 5330228 w 5563679"/>
              <a:gd name="connsiteY100" fmla="*/ 428344 h 5550115"/>
              <a:gd name="connsiteX101" fmla="*/ 5449115 w 5563679"/>
              <a:gd name="connsiteY101" fmla="*/ 349540 h 5550115"/>
              <a:gd name="connsiteX102" fmla="*/ 5548678 w 5563679"/>
              <a:gd name="connsiteY102" fmla="*/ 396494 h 5550115"/>
              <a:gd name="connsiteX103" fmla="*/ 5562692 w 5563679"/>
              <a:gd name="connsiteY103" fmla="*/ 419592 h 5550115"/>
              <a:gd name="connsiteX104" fmla="*/ 5562692 w 5563679"/>
              <a:gd name="connsiteY104" fmla="*/ 2265528 h 5550115"/>
              <a:gd name="connsiteX105" fmla="*/ 5563679 w 5563679"/>
              <a:gd name="connsiteY105" fmla="*/ 2265528 h 5550115"/>
              <a:gd name="connsiteX106" fmla="*/ 5563679 w 5563679"/>
              <a:gd name="connsiteY106" fmla="*/ 3341998 h 5550115"/>
              <a:gd name="connsiteX107" fmla="*/ 5484876 w 5563679"/>
              <a:gd name="connsiteY107" fmla="*/ 3460886 h 5550115"/>
              <a:gd name="connsiteX108" fmla="*/ 5436806 w 5563679"/>
              <a:gd name="connsiteY108" fmla="*/ 3470590 h 5550115"/>
              <a:gd name="connsiteX109" fmla="*/ 5436806 w 5563679"/>
              <a:gd name="connsiteY109" fmla="*/ 3471328 h 5550115"/>
              <a:gd name="connsiteX110" fmla="*/ 5413326 w 5563679"/>
              <a:gd name="connsiteY110" fmla="*/ 3473695 h 5550115"/>
              <a:gd name="connsiteX111" fmla="*/ 5336262 w 5563679"/>
              <a:gd name="connsiteY111" fmla="*/ 3520139 h 5550115"/>
              <a:gd name="connsiteX112" fmla="*/ 5315097 w 5563679"/>
              <a:gd name="connsiteY112" fmla="*/ 3557030 h 5550115"/>
              <a:gd name="connsiteX113" fmla="*/ 5315097 w 5563679"/>
              <a:gd name="connsiteY113" fmla="*/ 3620344 h 5550115"/>
              <a:gd name="connsiteX114" fmla="*/ 5236294 w 5563679"/>
              <a:gd name="connsiteY114" fmla="*/ 3739232 h 5550115"/>
              <a:gd name="connsiteX115" fmla="*/ 5188224 w 5563679"/>
              <a:gd name="connsiteY115" fmla="*/ 3748936 h 5550115"/>
              <a:gd name="connsiteX116" fmla="*/ 5188224 w 5563679"/>
              <a:gd name="connsiteY116" fmla="*/ 3749674 h 5550115"/>
              <a:gd name="connsiteX117" fmla="*/ 5164744 w 5563679"/>
              <a:gd name="connsiteY117" fmla="*/ 3752041 h 5550115"/>
              <a:gd name="connsiteX118" fmla="*/ 5065015 w 5563679"/>
              <a:gd name="connsiteY118" fmla="*/ 3837990 h 5550115"/>
              <a:gd name="connsiteX119" fmla="*/ 5064995 w 5563679"/>
              <a:gd name="connsiteY119" fmla="*/ 3838103 h 5550115"/>
              <a:gd name="connsiteX120" fmla="*/ 5064995 w 5563679"/>
              <a:gd name="connsiteY120" fmla="*/ 4397896 h 5550115"/>
              <a:gd name="connsiteX121" fmla="*/ 4986192 w 5563679"/>
              <a:gd name="connsiteY121" fmla="*/ 4516784 h 5550115"/>
              <a:gd name="connsiteX122" fmla="*/ 4938122 w 5563679"/>
              <a:gd name="connsiteY122" fmla="*/ 4526488 h 5550115"/>
              <a:gd name="connsiteX123" fmla="*/ 4938122 w 5563679"/>
              <a:gd name="connsiteY123" fmla="*/ 4527226 h 5550115"/>
              <a:gd name="connsiteX124" fmla="*/ 4914642 w 5563679"/>
              <a:gd name="connsiteY124" fmla="*/ 4529593 h 5550115"/>
              <a:gd name="connsiteX125" fmla="*/ 4814913 w 5563679"/>
              <a:gd name="connsiteY125" fmla="*/ 4615542 h 5550115"/>
              <a:gd name="connsiteX126" fmla="*/ 4814662 w 5563679"/>
              <a:gd name="connsiteY126" fmla="*/ 4616965 h 5550115"/>
              <a:gd name="connsiteX127" fmla="*/ 4814662 w 5563679"/>
              <a:gd name="connsiteY127" fmla="*/ 4885290 h 5550115"/>
              <a:gd name="connsiteX128" fmla="*/ 4685635 w 5563679"/>
              <a:gd name="connsiteY128" fmla="*/ 5014317 h 5550115"/>
              <a:gd name="connsiteX129" fmla="*/ 4685636 w 5563679"/>
              <a:gd name="connsiteY129" fmla="*/ 5014316 h 5550115"/>
              <a:gd name="connsiteX130" fmla="*/ 4556609 w 5563679"/>
              <a:gd name="connsiteY130" fmla="*/ 4885289 h 5550115"/>
              <a:gd name="connsiteX131" fmla="*/ 4556609 w 5563679"/>
              <a:gd name="connsiteY131" fmla="*/ 4605270 h 5550115"/>
              <a:gd name="connsiteX132" fmla="*/ 4554606 w 5563679"/>
              <a:gd name="connsiteY132" fmla="*/ 4593919 h 5550115"/>
              <a:gd name="connsiteX133" fmla="*/ 4454877 w 5563679"/>
              <a:gd name="connsiteY133" fmla="*/ 4507970 h 5550115"/>
              <a:gd name="connsiteX134" fmla="*/ 4431397 w 5563679"/>
              <a:gd name="connsiteY134" fmla="*/ 4505603 h 5550115"/>
              <a:gd name="connsiteX135" fmla="*/ 4431397 w 5563679"/>
              <a:gd name="connsiteY135" fmla="*/ 4504865 h 5550115"/>
              <a:gd name="connsiteX136" fmla="*/ 4383327 w 5563679"/>
              <a:gd name="connsiteY136" fmla="*/ 4495161 h 5550115"/>
              <a:gd name="connsiteX137" fmla="*/ 4304524 w 5563679"/>
              <a:gd name="connsiteY137" fmla="*/ 4376273 h 5550115"/>
              <a:gd name="connsiteX138" fmla="*/ 4304524 w 5563679"/>
              <a:gd name="connsiteY138" fmla="*/ 4286143 h 5550115"/>
              <a:gd name="connsiteX139" fmla="*/ 4296135 w 5563679"/>
              <a:gd name="connsiteY139" fmla="*/ 4244593 h 5550115"/>
              <a:gd name="connsiteX140" fmla="*/ 4177248 w 5563679"/>
              <a:gd name="connsiteY140" fmla="*/ 4165789 h 5550115"/>
              <a:gd name="connsiteX141" fmla="*/ 4058361 w 5563679"/>
              <a:gd name="connsiteY141" fmla="*/ 4244593 h 5550115"/>
              <a:gd name="connsiteX142" fmla="*/ 4056171 w 5563679"/>
              <a:gd name="connsiteY142" fmla="*/ 4255437 h 5550115"/>
              <a:gd name="connsiteX143" fmla="*/ 4056171 w 5563679"/>
              <a:gd name="connsiteY143" fmla="*/ 4496307 h 5550115"/>
              <a:gd name="connsiteX144" fmla="*/ 3977368 w 5563679"/>
              <a:gd name="connsiteY144" fmla="*/ 4615195 h 5550115"/>
              <a:gd name="connsiteX145" fmla="*/ 3929298 w 5563679"/>
              <a:gd name="connsiteY145" fmla="*/ 4624899 h 5550115"/>
              <a:gd name="connsiteX146" fmla="*/ 3929298 w 5563679"/>
              <a:gd name="connsiteY146" fmla="*/ 4625637 h 5550115"/>
              <a:gd name="connsiteX147" fmla="*/ 3905818 w 5563679"/>
              <a:gd name="connsiteY147" fmla="*/ 4628004 h 5550115"/>
              <a:gd name="connsiteX148" fmla="*/ 3806089 w 5563679"/>
              <a:gd name="connsiteY148" fmla="*/ 4713953 h 5550115"/>
              <a:gd name="connsiteX149" fmla="*/ 3805837 w 5563679"/>
              <a:gd name="connsiteY149" fmla="*/ 4715382 h 5550115"/>
              <a:gd name="connsiteX150" fmla="*/ 3805837 w 5563679"/>
              <a:gd name="connsiteY150" fmla="*/ 4820023 h 5550115"/>
              <a:gd name="connsiteX151" fmla="*/ 3676810 w 5563679"/>
              <a:gd name="connsiteY151" fmla="*/ 4949050 h 5550115"/>
              <a:gd name="connsiteX152" fmla="*/ 3676811 w 5563679"/>
              <a:gd name="connsiteY152" fmla="*/ 4949049 h 5550115"/>
              <a:gd name="connsiteX153" fmla="*/ 3547784 w 5563679"/>
              <a:gd name="connsiteY153" fmla="*/ 4820022 h 5550115"/>
              <a:gd name="connsiteX154" fmla="*/ 3547784 w 5563679"/>
              <a:gd name="connsiteY154" fmla="*/ 2265528 h 5550115"/>
              <a:gd name="connsiteX155" fmla="*/ 3547783 w 5563679"/>
              <a:gd name="connsiteY155" fmla="*/ 4836545 h 5550115"/>
              <a:gd name="connsiteX156" fmla="*/ 3537645 w 5563679"/>
              <a:gd name="connsiteY156" fmla="*/ 4786326 h 5550115"/>
              <a:gd name="connsiteX157" fmla="*/ 3418757 w 5563679"/>
              <a:gd name="connsiteY157" fmla="*/ 4707522 h 5550115"/>
              <a:gd name="connsiteX158" fmla="*/ 3299870 w 5563679"/>
              <a:gd name="connsiteY158" fmla="*/ 4786326 h 5550115"/>
              <a:gd name="connsiteX159" fmla="*/ 3290106 w 5563679"/>
              <a:gd name="connsiteY159" fmla="*/ 4834686 h 5550115"/>
              <a:gd name="connsiteX160" fmla="*/ 3290106 w 5563679"/>
              <a:gd name="connsiteY160" fmla="*/ 5421088 h 5550115"/>
              <a:gd name="connsiteX161" fmla="*/ 3161079 w 5563679"/>
              <a:gd name="connsiteY161" fmla="*/ 5550115 h 5550115"/>
              <a:gd name="connsiteX162" fmla="*/ 3161080 w 5563679"/>
              <a:gd name="connsiteY162" fmla="*/ 5550114 h 5550115"/>
              <a:gd name="connsiteX163" fmla="*/ 3032053 w 5563679"/>
              <a:gd name="connsiteY163" fmla="*/ 5421087 h 5550115"/>
              <a:gd name="connsiteX164" fmla="*/ 3032053 w 5563679"/>
              <a:gd name="connsiteY164" fmla="*/ 2265528 h 5550115"/>
              <a:gd name="connsiteX165" fmla="*/ 3032052 w 5563679"/>
              <a:gd name="connsiteY165" fmla="*/ 4524125 h 5550115"/>
              <a:gd name="connsiteX166" fmla="*/ 3021914 w 5563679"/>
              <a:gd name="connsiteY166" fmla="*/ 4473906 h 5550115"/>
              <a:gd name="connsiteX167" fmla="*/ 2903026 w 5563679"/>
              <a:gd name="connsiteY167" fmla="*/ 4395102 h 5550115"/>
              <a:gd name="connsiteX168" fmla="*/ 2784139 w 5563679"/>
              <a:gd name="connsiteY168" fmla="*/ 4473906 h 5550115"/>
              <a:gd name="connsiteX169" fmla="*/ 2780541 w 5563679"/>
              <a:gd name="connsiteY169" fmla="*/ 4491725 h 5550115"/>
              <a:gd name="connsiteX170" fmla="*/ 2780541 w 5563679"/>
              <a:gd name="connsiteY170" fmla="*/ 4800671 h 5550115"/>
              <a:gd name="connsiteX171" fmla="*/ 2651514 w 5563679"/>
              <a:gd name="connsiteY171" fmla="*/ 4929698 h 5550115"/>
              <a:gd name="connsiteX172" fmla="*/ 2651515 w 5563679"/>
              <a:gd name="connsiteY172" fmla="*/ 4929697 h 5550115"/>
              <a:gd name="connsiteX173" fmla="*/ 2522488 w 5563679"/>
              <a:gd name="connsiteY173" fmla="*/ 4800670 h 5550115"/>
              <a:gd name="connsiteX174" fmla="*/ 2522488 w 5563679"/>
              <a:gd name="connsiteY174" fmla="*/ 4753932 h 5550115"/>
              <a:gd name="connsiteX175" fmla="*/ 2503819 w 5563679"/>
              <a:gd name="connsiteY175" fmla="*/ 4721390 h 5550115"/>
              <a:gd name="connsiteX176" fmla="*/ 2426754 w 5563679"/>
              <a:gd name="connsiteY176" fmla="*/ 4674946 h 5550115"/>
              <a:gd name="connsiteX177" fmla="*/ 2403274 w 5563679"/>
              <a:gd name="connsiteY177" fmla="*/ 4672579 h 5550115"/>
              <a:gd name="connsiteX178" fmla="*/ 2403274 w 5563679"/>
              <a:gd name="connsiteY178" fmla="*/ 4671841 h 5550115"/>
              <a:gd name="connsiteX179" fmla="*/ 2355204 w 5563679"/>
              <a:gd name="connsiteY179" fmla="*/ 4662137 h 5550115"/>
              <a:gd name="connsiteX180" fmla="*/ 2276401 w 5563679"/>
              <a:gd name="connsiteY180" fmla="*/ 4543249 h 5550115"/>
              <a:gd name="connsiteX181" fmla="*/ 2276401 w 5563679"/>
              <a:gd name="connsiteY181" fmla="*/ 4429265 h 5550115"/>
              <a:gd name="connsiteX182" fmla="*/ 2268012 w 5563679"/>
              <a:gd name="connsiteY182" fmla="*/ 4387715 h 5550115"/>
              <a:gd name="connsiteX183" fmla="*/ 2149125 w 5563679"/>
              <a:gd name="connsiteY183" fmla="*/ 4308911 h 5550115"/>
              <a:gd name="connsiteX184" fmla="*/ 2030238 w 5563679"/>
              <a:gd name="connsiteY184" fmla="*/ 4387715 h 5550115"/>
              <a:gd name="connsiteX185" fmla="*/ 2028048 w 5563679"/>
              <a:gd name="connsiteY185" fmla="*/ 4398560 h 5550115"/>
              <a:gd name="connsiteX186" fmla="*/ 2028048 w 5563679"/>
              <a:gd name="connsiteY186" fmla="*/ 4551963 h 5550115"/>
              <a:gd name="connsiteX187" fmla="*/ 1949245 w 5563679"/>
              <a:gd name="connsiteY187" fmla="*/ 4670851 h 5550115"/>
              <a:gd name="connsiteX188" fmla="*/ 1901175 w 5563679"/>
              <a:gd name="connsiteY188" fmla="*/ 4680555 h 5550115"/>
              <a:gd name="connsiteX189" fmla="*/ 1901175 w 5563679"/>
              <a:gd name="connsiteY189" fmla="*/ 4681293 h 5550115"/>
              <a:gd name="connsiteX190" fmla="*/ 1877695 w 5563679"/>
              <a:gd name="connsiteY190" fmla="*/ 4683660 h 5550115"/>
              <a:gd name="connsiteX191" fmla="*/ 1777966 w 5563679"/>
              <a:gd name="connsiteY191" fmla="*/ 4769609 h 5550115"/>
              <a:gd name="connsiteX192" fmla="*/ 1775762 w 5563679"/>
              <a:gd name="connsiteY192" fmla="*/ 4782099 h 5550115"/>
              <a:gd name="connsiteX193" fmla="*/ 1775762 w 5563679"/>
              <a:gd name="connsiteY193" fmla="*/ 4916007 h 5550115"/>
              <a:gd name="connsiteX194" fmla="*/ 1646735 w 5563679"/>
              <a:gd name="connsiteY194" fmla="*/ 5045034 h 5550115"/>
              <a:gd name="connsiteX195" fmla="*/ 1646736 w 5563679"/>
              <a:gd name="connsiteY195" fmla="*/ 5045033 h 5550115"/>
              <a:gd name="connsiteX196" fmla="*/ 1517709 w 5563679"/>
              <a:gd name="connsiteY196" fmla="*/ 4916006 h 5550115"/>
              <a:gd name="connsiteX197" fmla="*/ 1517709 w 5563679"/>
              <a:gd name="connsiteY197" fmla="*/ 4550752 h 5550115"/>
              <a:gd name="connsiteX198" fmla="*/ 1515505 w 5563679"/>
              <a:gd name="connsiteY198" fmla="*/ 4538262 h 5550115"/>
              <a:gd name="connsiteX199" fmla="*/ 1415776 w 5563679"/>
              <a:gd name="connsiteY199" fmla="*/ 4452313 h 5550115"/>
              <a:gd name="connsiteX200" fmla="*/ 1392296 w 5563679"/>
              <a:gd name="connsiteY200" fmla="*/ 4449946 h 5550115"/>
              <a:gd name="connsiteX201" fmla="*/ 1392296 w 5563679"/>
              <a:gd name="connsiteY201" fmla="*/ 4449208 h 5550115"/>
              <a:gd name="connsiteX202" fmla="*/ 1344226 w 5563679"/>
              <a:gd name="connsiteY202" fmla="*/ 4439504 h 5550115"/>
              <a:gd name="connsiteX203" fmla="*/ 1265423 w 5563679"/>
              <a:gd name="connsiteY203" fmla="*/ 4320616 h 5550115"/>
              <a:gd name="connsiteX204" fmla="*/ 1265423 w 5563679"/>
              <a:gd name="connsiteY204" fmla="*/ 3944241 h 5550115"/>
              <a:gd name="connsiteX205" fmla="*/ 1257034 w 5563679"/>
              <a:gd name="connsiteY205" fmla="*/ 3902691 h 5550115"/>
              <a:gd name="connsiteX206" fmla="*/ 1138147 w 5563679"/>
              <a:gd name="connsiteY206" fmla="*/ 3823887 h 5550115"/>
              <a:gd name="connsiteX207" fmla="*/ 1019260 w 5563679"/>
              <a:gd name="connsiteY207" fmla="*/ 3902691 h 5550115"/>
              <a:gd name="connsiteX208" fmla="*/ 1016586 w 5563679"/>
              <a:gd name="connsiteY208" fmla="*/ 3915934 h 5550115"/>
              <a:gd name="connsiteX209" fmla="*/ 1016586 w 5563679"/>
              <a:gd name="connsiteY209" fmla="*/ 3976598 h 5550115"/>
              <a:gd name="connsiteX210" fmla="*/ 887559 w 5563679"/>
              <a:gd name="connsiteY210" fmla="*/ 4105625 h 5550115"/>
              <a:gd name="connsiteX211" fmla="*/ 887560 w 5563679"/>
              <a:gd name="connsiteY211" fmla="*/ 4105624 h 5550115"/>
              <a:gd name="connsiteX212" fmla="*/ 758533 w 5563679"/>
              <a:gd name="connsiteY212" fmla="*/ 3976597 h 5550115"/>
              <a:gd name="connsiteX213" fmla="*/ 758533 w 5563679"/>
              <a:gd name="connsiteY213" fmla="*/ 3835817 h 5550115"/>
              <a:gd name="connsiteX214" fmla="*/ 737116 w 5563679"/>
              <a:gd name="connsiteY214" fmla="*/ 3798485 h 5550115"/>
              <a:gd name="connsiteX215" fmla="*/ 660051 w 5563679"/>
              <a:gd name="connsiteY215" fmla="*/ 3752041 h 5550115"/>
              <a:gd name="connsiteX216" fmla="*/ 636571 w 5563679"/>
              <a:gd name="connsiteY216" fmla="*/ 3749674 h 5550115"/>
              <a:gd name="connsiteX217" fmla="*/ 636571 w 5563679"/>
              <a:gd name="connsiteY217" fmla="*/ 3748936 h 5550115"/>
              <a:gd name="connsiteX218" fmla="*/ 588501 w 5563679"/>
              <a:gd name="connsiteY218" fmla="*/ 3739232 h 5550115"/>
              <a:gd name="connsiteX219" fmla="*/ 509698 w 5563679"/>
              <a:gd name="connsiteY219" fmla="*/ 3620344 h 5550115"/>
              <a:gd name="connsiteX220" fmla="*/ 509698 w 5563679"/>
              <a:gd name="connsiteY220" fmla="*/ 2675086 h 5550115"/>
              <a:gd name="connsiteX221" fmla="*/ 501309 w 5563679"/>
              <a:gd name="connsiteY221" fmla="*/ 2633537 h 5550115"/>
              <a:gd name="connsiteX222" fmla="*/ 382422 w 5563679"/>
              <a:gd name="connsiteY222" fmla="*/ 2554733 h 5550115"/>
              <a:gd name="connsiteX223" fmla="*/ 263535 w 5563679"/>
              <a:gd name="connsiteY223" fmla="*/ 2633537 h 5550115"/>
              <a:gd name="connsiteX224" fmla="*/ 258053 w 5563679"/>
              <a:gd name="connsiteY224" fmla="*/ 2660688 h 5550115"/>
              <a:gd name="connsiteX225" fmla="*/ 258053 w 5563679"/>
              <a:gd name="connsiteY225" fmla="*/ 2715723 h 5550115"/>
              <a:gd name="connsiteX226" fmla="*/ 129026 w 5563679"/>
              <a:gd name="connsiteY226" fmla="*/ 2844750 h 5550115"/>
              <a:gd name="connsiteX227" fmla="*/ 129027 w 5563679"/>
              <a:gd name="connsiteY227" fmla="*/ 2844749 h 5550115"/>
              <a:gd name="connsiteX228" fmla="*/ 0 w 5563679"/>
              <a:gd name="connsiteY228" fmla="*/ 2715722 h 5550115"/>
              <a:gd name="connsiteX229" fmla="*/ 0 w 5563679"/>
              <a:gd name="connsiteY229" fmla="*/ 2265528 h 5550115"/>
              <a:gd name="connsiteX230" fmla="*/ 0 w 5563679"/>
              <a:gd name="connsiteY230" fmla="*/ 546839 h 5550115"/>
              <a:gd name="connsiteX231" fmla="*/ 12233 w 5563679"/>
              <a:gd name="connsiteY231" fmla="*/ 526676 h 5550115"/>
              <a:gd name="connsiteX232" fmla="*/ 111797 w 5563679"/>
              <a:gd name="connsiteY232" fmla="*/ 479722 h 5550115"/>
              <a:gd name="connsiteX233" fmla="*/ 230684 w 5563679"/>
              <a:gd name="connsiteY233" fmla="*/ 558526 h 5550115"/>
              <a:gd name="connsiteX234" fmla="*/ 232874 w 5563679"/>
              <a:gd name="connsiteY234" fmla="*/ 569371 h 5550115"/>
              <a:gd name="connsiteX235" fmla="*/ 232874 w 5563679"/>
              <a:gd name="connsiteY235" fmla="*/ 722774 h 5550115"/>
              <a:gd name="connsiteX236" fmla="*/ 311677 w 5563679"/>
              <a:gd name="connsiteY236" fmla="*/ 841662 h 5550115"/>
              <a:gd name="connsiteX237" fmla="*/ 359747 w 5563679"/>
              <a:gd name="connsiteY237" fmla="*/ 851366 h 5550115"/>
              <a:gd name="connsiteX238" fmla="*/ 359747 w 5563679"/>
              <a:gd name="connsiteY238" fmla="*/ 852104 h 5550115"/>
              <a:gd name="connsiteX239" fmla="*/ 383227 w 5563679"/>
              <a:gd name="connsiteY239" fmla="*/ 854471 h 5550115"/>
              <a:gd name="connsiteX240" fmla="*/ 482956 w 5563679"/>
              <a:gd name="connsiteY240" fmla="*/ 940420 h 5550115"/>
              <a:gd name="connsiteX241" fmla="*/ 485160 w 5563679"/>
              <a:gd name="connsiteY241" fmla="*/ 952910 h 5550115"/>
              <a:gd name="connsiteX242" fmla="*/ 485160 w 5563679"/>
              <a:gd name="connsiteY242" fmla="*/ 1086818 h 5550115"/>
              <a:gd name="connsiteX243" fmla="*/ 614186 w 5563679"/>
              <a:gd name="connsiteY243" fmla="*/ 1215845 h 5550115"/>
              <a:gd name="connsiteX244" fmla="*/ 614185 w 5563679"/>
              <a:gd name="connsiteY244" fmla="*/ 1215844 h 5550115"/>
              <a:gd name="connsiteX245" fmla="*/ 743212 w 5563679"/>
              <a:gd name="connsiteY245" fmla="*/ 1086817 h 5550115"/>
              <a:gd name="connsiteX246" fmla="*/ 743212 w 5563679"/>
              <a:gd name="connsiteY246" fmla="*/ 721563 h 5550115"/>
              <a:gd name="connsiteX247" fmla="*/ 745416 w 5563679"/>
              <a:gd name="connsiteY247" fmla="*/ 709073 h 5550115"/>
              <a:gd name="connsiteX248" fmla="*/ 845145 w 5563679"/>
              <a:gd name="connsiteY248" fmla="*/ 623124 h 5550115"/>
              <a:gd name="connsiteX249" fmla="*/ 868625 w 5563679"/>
              <a:gd name="connsiteY249" fmla="*/ 620757 h 5550115"/>
              <a:gd name="connsiteX250" fmla="*/ 868625 w 5563679"/>
              <a:gd name="connsiteY250" fmla="*/ 620019 h 5550115"/>
              <a:gd name="connsiteX251" fmla="*/ 916695 w 5563679"/>
              <a:gd name="connsiteY251" fmla="*/ 610315 h 5550115"/>
              <a:gd name="connsiteX252" fmla="*/ 995498 w 5563679"/>
              <a:gd name="connsiteY252" fmla="*/ 491427 h 5550115"/>
              <a:gd name="connsiteX253" fmla="*/ 995498 w 5563679"/>
              <a:gd name="connsiteY253" fmla="*/ 115052 h 5550115"/>
              <a:gd name="connsiteX254" fmla="*/ 1003887 w 5563679"/>
              <a:gd name="connsiteY254" fmla="*/ 73502 h 5550115"/>
              <a:gd name="connsiteX255" fmla="*/ 1084406 w 5563679"/>
              <a:gd name="connsiteY255" fmla="*/ 499 h 5550115"/>
              <a:gd name="connsiteX0" fmla="*/ 1087705 w 5563679"/>
              <a:gd name="connsiteY0" fmla="*/ 0 h 5550115"/>
              <a:gd name="connsiteX1" fmla="*/ 1157844 w 5563679"/>
              <a:gd name="connsiteY1" fmla="*/ 0 h 5550115"/>
              <a:gd name="connsiteX2" fmla="*/ 1161143 w 5563679"/>
              <a:gd name="connsiteY2" fmla="*/ 499 h 5550115"/>
              <a:gd name="connsiteX3" fmla="*/ 1241661 w 5563679"/>
              <a:gd name="connsiteY3" fmla="*/ 73502 h 5550115"/>
              <a:gd name="connsiteX4" fmla="*/ 1244335 w 5563679"/>
              <a:gd name="connsiteY4" fmla="*/ 86745 h 5550115"/>
              <a:gd name="connsiteX5" fmla="*/ 1244335 w 5563679"/>
              <a:gd name="connsiteY5" fmla="*/ 147409 h 5550115"/>
              <a:gd name="connsiteX6" fmla="*/ 1373362 w 5563679"/>
              <a:gd name="connsiteY6" fmla="*/ 276436 h 5550115"/>
              <a:gd name="connsiteX7" fmla="*/ 1373361 w 5563679"/>
              <a:gd name="connsiteY7" fmla="*/ 276435 h 5550115"/>
              <a:gd name="connsiteX8" fmla="*/ 1390772 w 5563679"/>
              <a:gd name="connsiteY8" fmla="*/ 272920 h 5550115"/>
              <a:gd name="connsiteX9" fmla="*/ 1399039 w 5563679"/>
              <a:gd name="connsiteY9" fmla="*/ 274589 h 5550115"/>
              <a:gd name="connsiteX10" fmla="*/ 1399039 w 5563679"/>
              <a:gd name="connsiteY10" fmla="*/ 275327 h 5550115"/>
              <a:gd name="connsiteX11" fmla="*/ 1422519 w 5563679"/>
              <a:gd name="connsiteY11" fmla="*/ 277694 h 5550115"/>
              <a:gd name="connsiteX12" fmla="*/ 1522248 w 5563679"/>
              <a:gd name="connsiteY12" fmla="*/ 363643 h 5550115"/>
              <a:gd name="connsiteX13" fmla="*/ 1522268 w 5563679"/>
              <a:gd name="connsiteY13" fmla="*/ 363756 h 5550115"/>
              <a:gd name="connsiteX14" fmla="*/ 1522268 w 5563679"/>
              <a:gd name="connsiteY14" fmla="*/ 923549 h 5550115"/>
              <a:gd name="connsiteX15" fmla="*/ 1601071 w 5563679"/>
              <a:gd name="connsiteY15" fmla="*/ 1042437 h 5550115"/>
              <a:gd name="connsiteX16" fmla="*/ 1649141 w 5563679"/>
              <a:gd name="connsiteY16" fmla="*/ 1052141 h 5550115"/>
              <a:gd name="connsiteX17" fmla="*/ 1649141 w 5563679"/>
              <a:gd name="connsiteY17" fmla="*/ 1052879 h 5550115"/>
              <a:gd name="connsiteX18" fmla="*/ 1672621 w 5563679"/>
              <a:gd name="connsiteY18" fmla="*/ 1055246 h 5550115"/>
              <a:gd name="connsiteX19" fmla="*/ 1772350 w 5563679"/>
              <a:gd name="connsiteY19" fmla="*/ 1141195 h 5550115"/>
              <a:gd name="connsiteX20" fmla="*/ 1772601 w 5563679"/>
              <a:gd name="connsiteY20" fmla="*/ 1142618 h 5550115"/>
              <a:gd name="connsiteX21" fmla="*/ 1772601 w 5563679"/>
              <a:gd name="connsiteY21" fmla="*/ 1410943 h 5550115"/>
              <a:gd name="connsiteX22" fmla="*/ 1901628 w 5563679"/>
              <a:gd name="connsiteY22" fmla="*/ 1539970 h 5550115"/>
              <a:gd name="connsiteX23" fmla="*/ 1901627 w 5563679"/>
              <a:gd name="connsiteY23" fmla="*/ 1539969 h 5550115"/>
              <a:gd name="connsiteX24" fmla="*/ 2030654 w 5563679"/>
              <a:gd name="connsiteY24" fmla="*/ 1410942 h 5550115"/>
              <a:gd name="connsiteX25" fmla="*/ 2030654 w 5563679"/>
              <a:gd name="connsiteY25" fmla="*/ 1130923 h 5550115"/>
              <a:gd name="connsiteX26" fmla="*/ 2032657 w 5563679"/>
              <a:gd name="connsiteY26" fmla="*/ 1119572 h 5550115"/>
              <a:gd name="connsiteX27" fmla="*/ 2132386 w 5563679"/>
              <a:gd name="connsiteY27" fmla="*/ 1033623 h 5550115"/>
              <a:gd name="connsiteX28" fmla="*/ 2155866 w 5563679"/>
              <a:gd name="connsiteY28" fmla="*/ 1031256 h 5550115"/>
              <a:gd name="connsiteX29" fmla="*/ 2155866 w 5563679"/>
              <a:gd name="connsiteY29" fmla="*/ 1030518 h 5550115"/>
              <a:gd name="connsiteX30" fmla="*/ 2203936 w 5563679"/>
              <a:gd name="connsiteY30" fmla="*/ 1020814 h 5550115"/>
              <a:gd name="connsiteX31" fmla="*/ 2282739 w 5563679"/>
              <a:gd name="connsiteY31" fmla="*/ 901926 h 5550115"/>
              <a:gd name="connsiteX32" fmla="*/ 2282739 w 5563679"/>
              <a:gd name="connsiteY32" fmla="*/ 811796 h 5550115"/>
              <a:gd name="connsiteX33" fmla="*/ 2291128 w 5563679"/>
              <a:gd name="connsiteY33" fmla="*/ 770246 h 5550115"/>
              <a:gd name="connsiteX34" fmla="*/ 2410015 w 5563679"/>
              <a:gd name="connsiteY34" fmla="*/ 691442 h 5550115"/>
              <a:gd name="connsiteX35" fmla="*/ 2528902 w 5563679"/>
              <a:gd name="connsiteY35" fmla="*/ 770246 h 5550115"/>
              <a:gd name="connsiteX36" fmla="*/ 2531092 w 5563679"/>
              <a:gd name="connsiteY36" fmla="*/ 781090 h 5550115"/>
              <a:gd name="connsiteX37" fmla="*/ 2531092 w 5563679"/>
              <a:gd name="connsiteY37" fmla="*/ 1021960 h 5550115"/>
              <a:gd name="connsiteX38" fmla="*/ 2609895 w 5563679"/>
              <a:gd name="connsiteY38" fmla="*/ 1140848 h 5550115"/>
              <a:gd name="connsiteX39" fmla="*/ 2657965 w 5563679"/>
              <a:gd name="connsiteY39" fmla="*/ 1150552 h 5550115"/>
              <a:gd name="connsiteX40" fmla="*/ 2657965 w 5563679"/>
              <a:gd name="connsiteY40" fmla="*/ 1151290 h 5550115"/>
              <a:gd name="connsiteX41" fmla="*/ 2681445 w 5563679"/>
              <a:gd name="connsiteY41" fmla="*/ 1153657 h 5550115"/>
              <a:gd name="connsiteX42" fmla="*/ 2781174 w 5563679"/>
              <a:gd name="connsiteY42" fmla="*/ 1239606 h 5550115"/>
              <a:gd name="connsiteX43" fmla="*/ 2781426 w 5563679"/>
              <a:gd name="connsiteY43" fmla="*/ 1241035 h 5550115"/>
              <a:gd name="connsiteX44" fmla="*/ 2781426 w 5563679"/>
              <a:gd name="connsiteY44" fmla="*/ 1345676 h 5550115"/>
              <a:gd name="connsiteX45" fmla="*/ 2910453 w 5563679"/>
              <a:gd name="connsiteY45" fmla="*/ 1474703 h 5550115"/>
              <a:gd name="connsiteX46" fmla="*/ 2910452 w 5563679"/>
              <a:gd name="connsiteY46" fmla="*/ 1474702 h 5550115"/>
              <a:gd name="connsiteX47" fmla="*/ 3039479 w 5563679"/>
              <a:gd name="connsiteY47" fmla="*/ 1345675 h 5550115"/>
              <a:gd name="connsiteX48" fmla="*/ 3039479 w 5563679"/>
              <a:gd name="connsiteY48" fmla="*/ 0 h 5550115"/>
              <a:gd name="connsiteX49" fmla="*/ 3039480 w 5563679"/>
              <a:gd name="connsiteY49" fmla="*/ 0 h 5550115"/>
              <a:gd name="connsiteX50" fmla="*/ 3039480 w 5563679"/>
              <a:gd name="connsiteY50" fmla="*/ 1362198 h 5550115"/>
              <a:gd name="connsiteX51" fmla="*/ 3049618 w 5563679"/>
              <a:gd name="connsiteY51" fmla="*/ 1311979 h 5550115"/>
              <a:gd name="connsiteX52" fmla="*/ 3168506 w 5563679"/>
              <a:gd name="connsiteY52" fmla="*/ 1233175 h 5550115"/>
              <a:gd name="connsiteX53" fmla="*/ 3287393 w 5563679"/>
              <a:gd name="connsiteY53" fmla="*/ 1311979 h 5550115"/>
              <a:gd name="connsiteX54" fmla="*/ 3297157 w 5563679"/>
              <a:gd name="connsiteY54" fmla="*/ 1360339 h 5550115"/>
              <a:gd name="connsiteX55" fmla="*/ 3297157 w 5563679"/>
              <a:gd name="connsiteY55" fmla="*/ 1946741 h 5550115"/>
              <a:gd name="connsiteX56" fmla="*/ 3426184 w 5563679"/>
              <a:gd name="connsiteY56" fmla="*/ 2075768 h 5550115"/>
              <a:gd name="connsiteX57" fmla="*/ 3426183 w 5563679"/>
              <a:gd name="connsiteY57" fmla="*/ 2075767 h 5550115"/>
              <a:gd name="connsiteX58" fmla="*/ 3555210 w 5563679"/>
              <a:gd name="connsiteY58" fmla="*/ 1946740 h 5550115"/>
              <a:gd name="connsiteX59" fmla="*/ 3555211 w 5563679"/>
              <a:gd name="connsiteY59" fmla="*/ 1049778 h 5550115"/>
              <a:gd name="connsiteX60" fmla="*/ 3565349 w 5563679"/>
              <a:gd name="connsiteY60" fmla="*/ 999559 h 5550115"/>
              <a:gd name="connsiteX61" fmla="*/ 3684237 w 5563679"/>
              <a:gd name="connsiteY61" fmla="*/ 920755 h 5550115"/>
              <a:gd name="connsiteX62" fmla="*/ 3803124 w 5563679"/>
              <a:gd name="connsiteY62" fmla="*/ 999559 h 5550115"/>
              <a:gd name="connsiteX63" fmla="*/ 3806722 w 5563679"/>
              <a:gd name="connsiteY63" fmla="*/ 1017378 h 5550115"/>
              <a:gd name="connsiteX64" fmla="*/ 3806722 w 5563679"/>
              <a:gd name="connsiteY64" fmla="*/ 1326324 h 5550115"/>
              <a:gd name="connsiteX65" fmla="*/ 3935749 w 5563679"/>
              <a:gd name="connsiteY65" fmla="*/ 1455351 h 5550115"/>
              <a:gd name="connsiteX66" fmla="*/ 3935748 w 5563679"/>
              <a:gd name="connsiteY66" fmla="*/ 1455350 h 5550115"/>
              <a:gd name="connsiteX67" fmla="*/ 4064775 w 5563679"/>
              <a:gd name="connsiteY67" fmla="*/ 1326323 h 5550115"/>
              <a:gd name="connsiteX68" fmla="*/ 4064775 w 5563679"/>
              <a:gd name="connsiteY68" fmla="*/ 1279585 h 5550115"/>
              <a:gd name="connsiteX69" fmla="*/ 4083444 w 5563679"/>
              <a:gd name="connsiteY69" fmla="*/ 1247043 h 5550115"/>
              <a:gd name="connsiteX70" fmla="*/ 4160509 w 5563679"/>
              <a:gd name="connsiteY70" fmla="*/ 1200599 h 5550115"/>
              <a:gd name="connsiteX71" fmla="*/ 4183989 w 5563679"/>
              <a:gd name="connsiteY71" fmla="*/ 1198232 h 5550115"/>
              <a:gd name="connsiteX72" fmla="*/ 4183989 w 5563679"/>
              <a:gd name="connsiteY72" fmla="*/ 1197494 h 5550115"/>
              <a:gd name="connsiteX73" fmla="*/ 4232059 w 5563679"/>
              <a:gd name="connsiteY73" fmla="*/ 1187790 h 5550115"/>
              <a:gd name="connsiteX74" fmla="*/ 4310862 w 5563679"/>
              <a:gd name="connsiteY74" fmla="*/ 1068902 h 5550115"/>
              <a:gd name="connsiteX75" fmla="*/ 4310862 w 5563679"/>
              <a:gd name="connsiteY75" fmla="*/ 954918 h 5550115"/>
              <a:gd name="connsiteX76" fmla="*/ 4319251 w 5563679"/>
              <a:gd name="connsiteY76" fmla="*/ 913368 h 5550115"/>
              <a:gd name="connsiteX77" fmla="*/ 4438138 w 5563679"/>
              <a:gd name="connsiteY77" fmla="*/ 834564 h 5550115"/>
              <a:gd name="connsiteX78" fmla="*/ 4557025 w 5563679"/>
              <a:gd name="connsiteY78" fmla="*/ 913368 h 5550115"/>
              <a:gd name="connsiteX79" fmla="*/ 4559215 w 5563679"/>
              <a:gd name="connsiteY79" fmla="*/ 924213 h 5550115"/>
              <a:gd name="connsiteX80" fmla="*/ 4559215 w 5563679"/>
              <a:gd name="connsiteY80" fmla="*/ 1077616 h 5550115"/>
              <a:gd name="connsiteX81" fmla="*/ 4638018 w 5563679"/>
              <a:gd name="connsiteY81" fmla="*/ 1196504 h 5550115"/>
              <a:gd name="connsiteX82" fmla="*/ 4686088 w 5563679"/>
              <a:gd name="connsiteY82" fmla="*/ 1206208 h 5550115"/>
              <a:gd name="connsiteX83" fmla="*/ 4686088 w 5563679"/>
              <a:gd name="connsiteY83" fmla="*/ 1206946 h 5550115"/>
              <a:gd name="connsiteX84" fmla="*/ 4709568 w 5563679"/>
              <a:gd name="connsiteY84" fmla="*/ 1209313 h 5550115"/>
              <a:gd name="connsiteX85" fmla="*/ 4809296 w 5563679"/>
              <a:gd name="connsiteY85" fmla="*/ 1295262 h 5550115"/>
              <a:gd name="connsiteX86" fmla="*/ 4811500 w 5563679"/>
              <a:gd name="connsiteY86" fmla="*/ 1307752 h 5550115"/>
              <a:gd name="connsiteX87" fmla="*/ 4811500 w 5563679"/>
              <a:gd name="connsiteY87" fmla="*/ 1441660 h 5550115"/>
              <a:gd name="connsiteX88" fmla="*/ 4940527 w 5563679"/>
              <a:gd name="connsiteY88" fmla="*/ 1570687 h 5550115"/>
              <a:gd name="connsiteX89" fmla="*/ 4940526 w 5563679"/>
              <a:gd name="connsiteY89" fmla="*/ 1570686 h 5550115"/>
              <a:gd name="connsiteX90" fmla="*/ 5069553 w 5563679"/>
              <a:gd name="connsiteY90" fmla="*/ 1441659 h 5550115"/>
              <a:gd name="connsiteX91" fmla="*/ 5069553 w 5563679"/>
              <a:gd name="connsiteY91" fmla="*/ 1076405 h 5550115"/>
              <a:gd name="connsiteX92" fmla="*/ 5071757 w 5563679"/>
              <a:gd name="connsiteY92" fmla="*/ 1063915 h 5550115"/>
              <a:gd name="connsiteX93" fmla="*/ 5171486 w 5563679"/>
              <a:gd name="connsiteY93" fmla="*/ 977966 h 5550115"/>
              <a:gd name="connsiteX94" fmla="*/ 5194966 w 5563679"/>
              <a:gd name="connsiteY94" fmla="*/ 975599 h 5550115"/>
              <a:gd name="connsiteX95" fmla="*/ 5194966 w 5563679"/>
              <a:gd name="connsiteY95" fmla="*/ 974861 h 5550115"/>
              <a:gd name="connsiteX96" fmla="*/ 5243036 w 5563679"/>
              <a:gd name="connsiteY96" fmla="*/ 965157 h 5550115"/>
              <a:gd name="connsiteX97" fmla="*/ 5321839 w 5563679"/>
              <a:gd name="connsiteY97" fmla="*/ 846269 h 5550115"/>
              <a:gd name="connsiteX98" fmla="*/ 5321839 w 5563679"/>
              <a:gd name="connsiteY98" fmla="*/ 469894 h 5550115"/>
              <a:gd name="connsiteX99" fmla="*/ 5330228 w 5563679"/>
              <a:gd name="connsiteY99" fmla="*/ 428344 h 5550115"/>
              <a:gd name="connsiteX100" fmla="*/ 5449115 w 5563679"/>
              <a:gd name="connsiteY100" fmla="*/ 349540 h 5550115"/>
              <a:gd name="connsiteX101" fmla="*/ 5548678 w 5563679"/>
              <a:gd name="connsiteY101" fmla="*/ 396494 h 5550115"/>
              <a:gd name="connsiteX102" fmla="*/ 5562692 w 5563679"/>
              <a:gd name="connsiteY102" fmla="*/ 419592 h 5550115"/>
              <a:gd name="connsiteX103" fmla="*/ 5562692 w 5563679"/>
              <a:gd name="connsiteY103" fmla="*/ 2265528 h 5550115"/>
              <a:gd name="connsiteX104" fmla="*/ 5563679 w 5563679"/>
              <a:gd name="connsiteY104" fmla="*/ 2265528 h 5550115"/>
              <a:gd name="connsiteX105" fmla="*/ 5563679 w 5563679"/>
              <a:gd name="connsiteY105" fmla="*/ 3341998 h 5550115"/>
              <a:gd name="connsiteX106" fmla="*/ 5484876 w 5563679"/>
              <a:gd name="connsiteY106" fmla="*/ 3460886 h 5550115"/>
              <a:gd name="connsiteX107" fmla="*/ 5436806 w 5563679"/>
              <a:gd name="connsiteY107" fmla="*/ 3470590 h 5550115"/>
              <a:gd name="connsiteX108" fmla="*/ 5436806 w 5563679"/>
              <a:gd name="connsiteY108" fmla="*/ 3471328 h 5550115"/>
              <a:gd name="connsiteX109" fmla="*/ 5413326 w 5563679"/>
              <a:gd name="connsiteY109" fmla="*/ 3473695 h 5550115"/>
              <a:gd name="connsiteX110" fmla="*/ 5336262 w 5563679"/>
              <a:gd name="connsiteY110" fmla="*/ 3520139 h 5550115"/>
              <a:gd name="connsiteX111" fmla="*/ 5315097 w 5563679"/>
              <a:gd name="connsiteY111" fmla="*/ 3557030 h 5550115"/>
              <a:gd name="connsiteX112" fmla="*/ 5315097 w 5563679"/>
              <a:gd name="connsiteY112" fmla="*/ 3620344 h 5550115"/>
              <a:gd name="connsiteX113" fmla="*/ 5236294 w 5563679"/>
              <a:gd name="connsiteY113" fmla="*/ 3739232 h 5550115"/>
              <a:gd name="connsiteX114" fmla="*/ 5188224 w 5563679"/>
              <a:gd name="connsiteY114" fmla="*/ 3748936 h 5550115"/>
              <a:gd name="connsiteX115" fmla="*/ 5188224 w 5563679"/>
              <a:gd name="connsiteY115" fmla="*/ 3749674 h 5550115"/>
              <a:gd name="connsiteX116" fmla="*/ 5164744 w 5563679"/>
              <a:gd name="connsiteY116" fmla="*/ 3752041 h 5550115"/>
              <a:gd name="connsiteX117" fmla="*/ 5065015 w 5563679"/>
              <a:gd name="connsiteY117" fmla="*/ 3837990 h 5550115"/>
              <a:gd name="connsiteX118" fmla="*/ 5064995 w 5563679"/>
              <a:gd name="connsiteY118" fmla="*/ 3838103 h 5550115"/>
              <a:gd name="connsiteX119" fmla="*/ 5064995 w 5563679"/>
              <a:gd name="connsiteY119" fmla="*/ 4397896 h 5550115"/>
              <a:gd name="connsiteX120" fmla="*/ 4986192 w 5563679"/>
              <a:gd name="connsiteY120" fmla="*/ 4516784 h 5550115"/>
              <a:gd name="connsiteX121" fmla="*/ 4938122 w 5563679"/>
              <a:gd name="connsiteY121" fmla="*/ 4526488 h 5550115"/>
              <a:gd name="connsiteX122" fmla="*/ 4938122 w 5563679"/>
              <a:gd name="connsiteY122" fmla="*/ 4527226 h 5550115"/>
              <a:gd name="connsiteX123" fmla="*/ 4914642 w 5563679"/>
              <a:gd name="connsiteY123" fmla="*/ 4529593 h 5550115"/>
              <a:gd name="connsiteX124" fmla="*/ 4814913 w 5563679"/>
              <a:gd name="connsiteY124" fmla="*/ 4615542 h 5550115"/>
              <a:gd name="connsiteX125" fmla="*/ 4814662 w 5563679"/>
              <a:gd name="connsiteY125" fmla="*/ 4616965 h 5550115"/>
              <a:gd name="connsiteX126" fmla="*/ 4814662 w 5563679"/>
              <a:gd name="connsiteY126" fmla="*/ 4885290 h 5550115"/>
              <a:gd name="connsiteX127" fmla="*/ 4685635 w 5563679"/>
              <a:gd name="connsiteY127" fmla="*/ 5014317 h 5550115"/>
              <a:gd name="connsiteX128" fmla="*/ 4685636 w 5563679"/>
              <a:gd name="connsiteY128" fmla="*/ 5014316 h 5550115"/>
              <a:gd name="connsiteX129" fmla="*/ 4556609 w 5563679"/>
              <a:gd name="connsiteY129" fmla="*/ 4885289 h 5550115"/>
              <a:gd name="connsiteX130" fmla="*/ 4556609 w 5563679"/>
              <a:gd name="connsiteY130" fmla="*/ 4605270 h 5550115"/>
              <a:gd name="connsiteX131" fmla="*/ 4554606 w 5563679"/>
              <a:gd name="connsiteY131" fmla="*/ 4593919 h 5550115"/>
              <a:gd name="connsiteX132" fmla="*/ 4454877 w 5563679"/>
              <a:gd name="connsiteY132" fmla="*/ 4507970 h 5550115"/>
              <a:gd name="connsiteX133" fmla="*/ 4431397 w 5563679"/>
              <a:gd name="connsiteY133" fmla="*/ 4505603 h 5550115"/>
              <a:gd name="connsiteX134" fmla="*/ 4431397 w 5563679"/>
              <a:gd name="connsiteY134" fmla="*/ 4504865 h 5550115"/>
              <a:gd name="connsiteX135" fmla="*/ 4383327 w 5563679"/>
              <a:gd name="connsiteY135" fmla="*/ 4495161 h 5550115"/>
              <a:gd name="connsiteX136" fmla="*/ 4304524 w 5563679"/>
              <a:gd name="connsiteY136" fmla="*/ 4376273 h 5550115"/>
              <a:gd name="connsiteX137" fmla="*/ 4304524 w 5563679"/>
              <a:gd name="connsiteY137" fmla="*/ 4286143 h 5550115"/>
              <a:gd name="connsiteX138" fmla="*/ 4296135 w 5563679"/>
              <a:gd name="connsiteY138" fmla="*/ 4244593 h 5550115"/>
              <a:gd name="connsiteX139" fmla="*/ 4177248 w 5563679"/>
              <a:gd name="connsiteY139" fmla="*/ 4165789 h 5550115"/>
              <a:gd name="connsiteX140" fmla="*/ 4058361 w 5563679"/>
              <a:gd name="connsiteY140" fmla="*/ 4244593 h 5550115"/>
              <a:gd name="connsiteX141" fmla="*/ 4056171 w 5563679"/>
              <a:gd name="connsiteY141" fmla="*/ 4255437 h 5550115"/>
              <a:gd name="connsiteX142" fmla="*/ 4056171 w 5563679"/>
              <a:gd name="connsiteY142" fmla="*/ 4496307 h 5550115"/>
              <a:gd name="connsiteX143" fmla="*/ 3977368 w 5563679"/>
              <a:gd name="connsiteY143" fmla="*/ 4615195 h 5550115"/>
              <a:gd name="connsiteX144" fmla="*/ 3929298 w 5563679"/>
              <a:gd name="connsiteY144" fmla="*/ 4624899 h 5550115"/>
              <a:gd name="connsiteX145" fmla="*/ 3929298 w 5563679"/>
              <a:gd name="connsiteY145" fmla="*/ 4625637 h 5550115"/>
              <a:gd name="connsiteX146" fmla="*/ 3905818 w 5563679"/>
              <a:gd name="connsiteY146" fmla="*/ 4628004 h 5550115"/>
              <a:gd name="connsiteX147" fmla="*/ 3806089 w 5563679"/>
              <a:gd name="connsiteY147" fmla="*/ 4713953 h 5550115"/>
              <a:gd name="connsiteX148" fmla="*/ 3805837 w 5563679"/>
              <a:gd name="connsiteY148" fmla="*/ 4715382 h 5550115"/>
              <a:gd name="connsiteX149" fmla="*/ 3805837 w 5563679"/>
              <a:gd name="connsiteY149" fmla="*/ 4820023 h 5550115"/>
              <a:gd name="connsiteX150" fmla="*/ 3676810 w 5563679"/>
              <a:gd name="connsiteY150" fmla="*/ 4949050 h 5550115"/>
              <a:gd name="connsiteX151" fmla="*/ 3676811 w 5563679"/>
              <a:gd name="connsiteY151" fmla="*/ 4949049 h 5550115"/>
              <a:gd name="connsiteX152" fmla="*/ 3547784 w 5563679"/>
              <a:gd name="connsiteY152" fmla="*/ 4820022 h 5550115"/>
              <a:gd name="connsiteX153" fmla="*/ 3547784 w 5563679"/>
              <a:gd name="connsiteY153" fmla="*/ 2265528 h 5550115"/>
              <a:gd name="connsiteX154" fmla="*/ 3547783 w 5563679"/>
              <a:gd name="connsiteY154" fmla="*/ 4836545 h 5550115"/>
              <a:gd name="connsiteX155" fmla="*/ 3537645 w 5563679"/>
              <a:gd name="connsiteY155" fmla="*/ 4786326 h 5550115"/>
              <a:gd name="connsiteX156" fmla="*/ 3418757 w 5563679"/>
              <a:gd name="connsiteY156" fmla="*/ 4707522 h 5550115"/>
              <a:gd name="connsiteX157" fmla="*/ 3299870 w 5563679"/>
              <a:gd name="connsiteY157" fmla="*/ 4786326 h 5550115"/>
              <a:gd name="connsiteX158" fmla="*/ 3290106 w 5563679"/>
              <a:gd name="connsiteY158" fmla="*/ 4834686 h 5550115"/>
              <a:gd name="connsiteX159" fmla="*/ 3290106 w 5563679"/>
              <a:gd name="connsiteY159" fmla="*/ 5421088 h 5550115"/>
              <a:gd name="connsiteX160" fmla="*/ 3161079 w 5563679"/>
              <a:gd name="connsiteY160" fmla="*/ 5550115 h 5550115"/>
              <a:gd name="connsiteX161" fmla="*/ 3161080 w 5563679"/>
              <a:gd name="connsiteY161" fmla="*/ 5550114 h 5550115"/>
              <a:gd name="connsiteX162" fmla="*/ 3032053 w 5563679"/>
              <a:gd name="connsiteY162" fmla="*/ 5421087 h 5550115"/>
              <a:gd name="connsiteX163" fmla="*/ 3032053 w 5563679"/>
              <a:gd name="connsiteY163" fmla="*/ 2265528 h 5550115"/>
              <a:gd name="connsiteX164" fmla="*/ 3032052 w 5563679"/>
              <a:gd name="connsiteY164" fmla="*/ 4524125 h 5550115"/>
              <a:gd name="connsiteX165" fmla="*/ 3021914 w 5563679"/>
              <a:gd name="connsiteY165" fmla="*/ 4473906 h 5550115"/>
              <a:gd name="connsiteX166" fmla="*/ 2903026 w 5563679"/>
              <a:gd name="connsiteY166" fmla="*/ 4395102 h 5550115"/>
              <a:gd name="connsiteX167" fmla="*/ 2784139 w 5563679"/>
              <a:gd name="connsiteY167" fmla="*/ 4473906 h 5550115"/>
              <a:gd name="connsiteX168" fmla="*/ 2780541 w 5563679"/>
              <a:gd name="connsiteY168" fmla="*/ 4491725 h 5550115"/>
              <a:gd name="connsiteX169" fmla="*/ 2780541 w 5563679"/>
              <a:gd name="connsiteY169" fmla="*/ 4800671 h 5550115"/>
              <a:gd name="connsiteX170" fmla="*/ 2651514 w 5563679"/>
              <a:gd name="connsiteY170" fmla="*/ 4929698 h 5550115"/>
              <a:gd name="connsiteX171" fmla="*/ 2651515 w 5563679"/>
              <a:gd name="connsiteY171" fmla="*/ 4929697 h 5550115"/>
              <a:gd name="connsiteX172" fmla="*/ 2522488 w 5563679"/>
              <a:gd name="connsiteY172" fmla="*/ 4800670 h 5550115"/>
              <a:gd name="connsiteX173" fmla="*/ 2522488 w 5563679"/>
              <a:gd name="connsiteY173" fmla="*/ 4753932 h 5550115"/>
              <a:gd name="connsiteX174" fmla="*/ 2503819 w 5563679"/>
              <a:gd name="connsiteY174" fmla="*/ 4721390 h 5550115"/>
              <a:gd name="connsiteX175" fmla="*/ 2426754 w 5563679"/>
              <a:gd name="connsiteY175" fmla="*/ 4674946 h 5550115"/>
              <a:gd name="connsiteX176" fmla="*/ 2403274 w 5563679"/>
              <a:gd name="connsiteY176" fmla="*/ 4672579 h 5550115"/>
              <a:gd name="connsiteX177" fmla="*/ 2403274 w 5563679"/>
              <a:gd name="connsiteY177" fmla="*/ 4671841 h 5550115"/>
              <a:gd name="connsiteX178" fmla="*/ 2355204 w 5563679"/>
              <a:gd name="connsiteY178" fmla="*/ 4662137 h 5550115"/>
              <a:gd name="connsiteX179" fmla="*/ 2276401 w 5563679"/>
              <a:gd name="connsiteY179" fmla="*/ 4543249 h 5550115"/>
              <a:gd name="connsiteX180" fmla="*/ 2276401 w 5563679"/>
              <a:gd name="connsiteY180" fmla="*/ 4429265 h 5550115"/>
              <a:gd name="connsiteX181" fmla="*/ 2268012 w 5563679"/>
              <a:gd name="connsiteY181" fmla="*/ 4387715 h 5550115"/>
              <a:gd name="connsiteX182" fmla="*/ 2149125 w 5563679"/>
              <a:gd name="connsiteY182" fmla="*/ 4308911 h 5550115"/>
              <a:gd name="connsiteX183" fmla="*/ 2030238 w 5563679"/>
              <a:gd name="connsiteY183" fmla="*/ 4387715 h 5550115"/>
              <a:gd name="connsiteX184" fmla="*/ 2028048 w 5563679"/>
              <a:gd name="connsiteY184" fmla="*/ 4398560 h 5550115"/>
              <a:gd name="connsiteX185" fmla="*/ 2028048 w 5563679"/>
              <a:gd name="connsiteY185" fmla="*/ 4551963 h 5550115"/>
              <a:gd name="connsiteX186" fmla="*/ 1949245 w 5563679"/>
              <a:gd name="connsiteY186" fmla="*/ 4670851 h 5550115"/>
              <a:gd name="connsiteX187" fmla="*/ 1901175 w 5563679"/>
              <a:gd name="connsiteY187" fmla="*/ 4680555 h 5550115"/>
              <a:gd name="connsiteX188" fmla="*/ 1901175 w 5563679"/>
              <a:gd name="connsiteY188" fmla="*/ 4681293 h 5550115"/>
              <a:gd name="connsiteX189" fmla="*/ 1877695 w 5563679"/>
              <a:gd name="connsiteY189" fmla="*/ 4683660 h 5550115"/>
              <a:gd name="connsiteX190" fmla="*/ 1777966 w 5563679"/>
              <a:gd name="connsiteY190" fmla="*/ 4769609 h 5550115"/>
              <a:gd name="connsiteX191" fmla="*/ 1775762 w 5563679"/>
              <a:gd name="connsiteY191" fmla="*/ 4782099 h 5550115"/>
              <a:gd name="connsiteX192" fmla="*/ 1775762 w 5563679"/>
              <a:gd name="connsiteY192" fmla="*/ 4916007 h 5550115"/>
              <a:gd name="connsiteX193" fmla="*/ 1646735 w 5563679"/>
              <a:gd name="connsiteY193" fmla="*/ 5045034 h 5550115"/>
              <a:gd name="connsiteX194" fmla="*/ 1646736 w 5563679"/>
              <a:gd name="connsiteY194" fmla="*/ 5045033 h 5550115"/>
              <a:gd name="connsiteX195" fmla="*/ 1517709 w 5563679"/>
              <a:gd name="connsiteY195" fmla="*/ 4916006 h 5550115"/>
              <a:gd name="connsiteX196" fmla="*/ 1517709 w 5563679"/>
              <a:gd name="connsiteY196" fmla="*/ 4550752 h 5550115"/>
              <a:gd name="connsiteX197" fmla="*/ 1515505 w 5563679"/>
              <a:gd name="connsiteY197" fmla="*/ 4538262 h 5550115"/>
              <a:gd name="connsiteX198" fmla="*/ 1415776 w 5563679"/>
              <a:gd name="connsiteY198" fmla="*/ 4452313 h 5550115"/>
              <a:gd name="connsiteX199" fmla="*/ 1392296 w 5563679"/>
              <a:gd name="connsiteY199" fmla="*/ 4449946 h 5550115"/>
              <a:gd name="connsiteX200" fmla="*/ 1392296 w 5563679"/>
              <a:gd name="connsiteY200" fmla="*/ 4449208 h 5550115"/>
              <a:gd name="connsiteX201" fmla="*/ 1344226 w 5563679"/>
              <a:gd name="connsiteY201" fmla="*/ 4439504 h 5550115"/>
              <a:gd name="connsiteX202" fmla="*/ 1265423 w 5563679"/>
              <a:gd name="connsiteY202" fmla="*/ 4320616 h 5550115"/>
              <a:gd name="connsiteX203" fmla="*/ 1265423 w 5563679"/>
              <a:gd name="connsiteY203" fmla="*/ 3944241 h 5550115"/>
              <a:gd name="connsiteX204" fmla="*/ 1257034 w 5563679"/>
              <a:gd name="connsiteY204" fmla="*/ 3902691 h 5550115"/>
              <a:gd name="connsiteX205" fmla="*/ 1138147 w 5563679"/>
              <a:gd name="connsiteY205" fmla="*/ 3823887 h 5550115"/>
              <a:gd name="connsiteX206" fmla="*/ 1019260 w 5563679"/>
              <a:gd name="connsiteY206" fmla="*/ 3902691 h 5550115"/>
              <a:gd name="connsiteX207" fmla="*/ 1016586 w 5563679"/>
              <a:gd name="connsiteY207" fmla="*/ 3915934 h 5550115"/>
              <a:gd name="connsiteX208" fmla="*/ 1016586 w 5563679"/>
              <a:gd name="connsiteY208" fmla="*/ 3976598 h 5550115"/>
              <a:gd name="connsiteX209" fmla="*/ 887559 w 5563679"/>
              <a:gd name="connsiteY209" fmla="*/ 4105625 h 5550115"/>
              <a:gd name="connsiteX210" fmla="*/ 887560 w 5563679"/>
              <a:gd name="connsiteY210" fmla="*/ 4105624 h 5550115"/>
              <a:gd name="connsiteX211" fmla="*/ 758533 w 5563679"/>
              <a:gd name="connsiteY211" fmla="*/ 3976597 h 5550115"/>
              <a:gd name="connsiteX212" fmla="*/ 758533 w 5563679"/>
              <a:gd name="connsiteY212" fmla="*/ 3835817 h 5550115"/>
              <a:gd name="connsiteX213" fmla="*/ 737116 w 5563679"/>
              <a:gd name="connsiteY213" fmla="*/ 3798485 h 5550115"/>
              <a:gd name="connsiteX214" fmla="*/ 660051 w 5563679"/>
              <a:gd name="connsiteY214" fmla="*/ 3752041 h 5550115"/>
              <a:gd name="connsiteX215" fmla="*/ 636571 w 5563679"/>
              <a:gd name="connsiteY215" fmla="*/ 3749674 h 5550115"/>
              <a:gd name="connsiteX216" fmla="*/ 636571 w 5563679"/>
              <a:gd name="connsiteY216" fmla="*/ 3748936 h 5550115"/>
              <a:gd name="connsiteX217" fmla="*/ 588501 w 5563679"/>
              <a:gd name="connsiteY217" fmla="*/ 3739232 h 5550115"/>
              <a:gd name="connsiteX218" fmla="*/ 509698 w 5563679"/>
              <a:gd name="connsiteY218" fmla="*/ 3620344 h 5550115"/>
              <a:gd name="connsiteX219" fmla="*/ 509698 w 5563679"/>
              <a:gd name="connsiteY219" fmla="*/ 2675086 h 5550115"/>
              <a:gd name="connsiteX220" fmla="*/ 501309 w 5563679"/>
              <a:gd name="connsiteY220" fmla="*/ 2633537 h 5550115"/>
              <a:gd name="connsiteX221" fmla="*/ 382422 w 5563679"/>
              <a:gd name="connsiteY221" fmla="*/ 2554733 h 5550115"/>
              <a:gd name="connsiteX222" fmla="*/ 263535 w 5563679"/>
              <a:gd name="connsiteY222" fmla="*/ 2633537 h 5550115"/>
              <a:gd name="connsiteX223" fmla="*/ 258053 w 5563679"/>
              <a:gd name="connsiteY223" fmla="*/ 2660688 h 5550115"/>
              <a:gd name="connsiteX224" fmla="*/ 258053 w 5563679"/>
              <a:gd name="connsiteY224" fmla="*/ 2715723 h 5550115"/>
              <a:gd name="connsiteX225" fmla="*/ 129026 w 5563679"/>
              <a:gd name="connsiteY225" fmla="*/ 2844750 h 5550115"/>
              <a:gd name="connsiteX226" fmla="*/ 129027 w 5563679"/>
              <a:gd name="connsiteY226" fmla="*/ 2844749 h 5550115"/>
              <a:gd name="connsiteX227" fmla="*/ 0 w 5563679"/>
              <a:gd name="connsiteY227" fmla="*/ 2715722 h 5550115"/>
              <a:gd name="connsiteX228" fmla="*/ 0 w 5563679"/>
              <a:gd name="connsiteY228" fmla="*/ 2265528 h 5550115"/>
              <a:gd name="connsiteX229" fmla="*/ 0 w 5563679"/>
              <a:gd name="connsiteY229" fmla="*/ 546839 h 5550115"/>
              <a:gd name="connsiteX230" fmla="*/ 12233 w 5563679"/>
              <a:gd name="connsiteY230" fmla="*/ 526676 h 5550115"/>
              <a:gd name="connsiteX231" fmla="*/ 111797 w 5563679"/>
              <a:gd name="connsiteY231" fmla="*/ 479722 h 5550115"/>
              <a:gd name="connsiteX232" fmla="*/ 230684 w 5563679"/>
              <a:gd name="connsiteY232" fmla="*/ 558526 h 5550115"/>
              <a:gd name="connsiteX233" fmla="*/ 232874 w 5563679"/>
              <a:gd name="connsiteY233" fmla="*/ 569371 h 5550115"/>
              <a:gd name="connsiteX234" fmla="*/ 232874 w 5563679"/>
              <a:gd name="connsiteY234" fmla="*/ 722774 h 5550115"/>
              <a:gd name="connsiteX235" fmla="*/ 311677 w 5563679"/>
              <a:gd name="connsiteY235" fmla="*/ 841662 h 5550115"/>
              <a:gd name="connsiteX236" fmla="*/ 359747 w 5563679"/>
              <a:gd name="connsiteY236" fmla="*/ 851366 h 5550115"/>
              <a:gd name="connsiteX237" fmla="*/ 359747 w 5563679"/>
              <a:gd name="connsiteY237" fmla="*/ 852104 h 5550115"/>
              <a:gd name="connsiteX238" fmla="*/ 383227 w 5563679"/>
              <a:gd name="connsiteY238" fmla="*/ 854471 h 5550115"/>
              <a:gd name="connsiteX239" fmla="*/ 482956 w 5563679"/>
              <a:gd name="connsiteY239" fmla="*/ 940420 h 5550115"/>
              <a:gd name="connsiteX240" fmla="*/ 485160 w 5563679"/>
              <a:gd name="connsiteY240" fmla="*/ 952910 h 5550115"/>
              <a:gd name="connsiteX241" fmla="*/ 485160 w 5563679"/>
              <a:gd name="connsiteY241" fmla="*/ 1086818 h 5550115"/>
              <a:gd name="connsiteX242" fmla="*/ 614186 w 5563679"/>
              <a:gd name="connsiteY242" fmla="*/ 1215845 h 5550115"/>
              <a:gd name="connsiteX243" fmla="*/ 614185 w 5563679"/>
              <a:gd name="connsiteY243" fmla="*/ 1215844 h 5550115"/>
              <a:gd name="connsiteX244" fmla="*/ 743212 w 5563679"/>
              <a:gd name="connsiteY244" fmla="*/ 1086817 h 5550115"/>
              <a:gd name="connsiteX245" fmla="*/ 743212 w 5563679"/>
              <a:gd name="connsiteY245" fmla="*/ 721563 h 5550115"/>
              <a:gd name="connsiteX246" fmla="*/ 745416 w 5563679"/>
              <a:gd name="connsiteY246" fmla="*/ 709073 h 5550115"/>
              <a:gd name="connsiteX247" fmla="*/ 845145 w 5563679"/>
              <a:gd name="connsiteY247" fmla="*/ 623124 h 5550115"/>
              <a:gd name="connsiteX248" fmla="*/ 868625 w 5563679"/>
              <a:gd name="connsiteY248" fmla="*/ 620757 h 5550115"/>
              <a:gd name="connsiteX249" fmla="*/ 868625 w 5563679"/>
              <a:gd name="connsiteY249" fmla="*/ 620019 h 5550115"/>
              <a:gd name="connsiteX250" fmla="*/ 916695 w 5563679"/>
              <a:gd name="connsiteY250" fmla="*/ 610315 h 5550115"/>
              <a:gd name="connsiteX251" fmla="*/ 995498 w 5563679"/>
              <a:gd name="connsiteY251" fmla="*/ 491427 h 5550115"/>
              <a:gd name="connsiteX252" fmla="*/ 995498 w 5563679"/>
              <a:gd name="connsiteY252" fmla="*/ 115052 h 5550115"/>
              <a:gd name="connsiteX253" fmla="*/ 1003887 w 5563679"/>
              <a:gd name="connsiteY253" fmla="*/ 73502 h 5550115"/>
              <a:gd name="connsiteX254" fmla="*/ 1084406 w 5563679"/>
              <a:gd name="connsiteY254" fmla="*/ 499 h 5550115"/>
              <a:gd name="connsiteX255" fmla="*/ 1087705 w 5563679"/>
              <a:gd name="connsiteY255" fmla="*/ 0 h 5550115"/>
              <a:gd name="connsiteX0" fmla="*/ 1087705 w 5563679"/>
              <a:gd name="connsiteY0" fmla="*/ 0 h 5550115"/>
              <a:gd name="connsiteX1" fmla="*/ 1157844 w 5563679"/>
              <a:gd name="connsiteY1" fmla="*/ 0 h 5550115"/>
              <a:gd name="connsiteX2" fmla="*/ 1161143 w 5563679"/>
              <a:gd name="connsiteY2" fmla="*/ 499 h 5550115"/>
              <a:gd name="connsiteX3" fmla="*/ 1241661 w 5563679"/>
              <a:gd name="connsiteY3" fmla="*/ 73502 h 5550115"/>
              <a:gd name="connsiteX4" fmla="*/ 1244335 w 5563679"/>
              <a:gd name="connsiteY4" fmla="*/ 86745 h 5550115"/>
              <a:gd name="connsiteX5" fmla="*/ 1244335 w 5563679"/>
              <a:gd name="connsiteY5" fmla="*/ 147409 h 5550115"/>
              <a:gd name="connsiteX6" fmla="*/ 1373362 w 5563679"/>
              <a:gd name="connsiteY6" fmla="*/ 276436 h 5550115"/>
              <a:gd name="connsiteX7" fmla="*/ 1373361 w 5563679"/>
              <a:gd name="connsiteY7" fmla="*/ 276435 h 5550115"/>
              <a:gd name="connsiteX8" fmla="*/ 1390772 w 5563679"/>
              <a:gd name="connsiteY8" fmla="*/ 272920 h 5550115"/>
              <a:gd name="connsiteX9" fmla="*/ 1399039 w 5563679"/>
              <a:gd name="connsiteY9" fmla="*/ 274589 h 5550115"/>
              <a:gd name="connsiteX10" fmla="*/ 1399039 w 5563679"/>
              <a:gd name="connsiteY10" fmla="*/ 275327 h 5550115"/>
              <a:gd name="connsiteX11" fmla="*/ 1422519 w 5563679"/>
              <a:gd name="connsiteY11" fmla="*/ 277694 h 5550115"/>
              <a:gd name="connsiteX12" fmla="*/ 1522248 w 5563679"/>
              <a:gd name="connsiteY12" fmla="*/ 363643 h 5550115"/>
              <a:gd name="connsiteX13" fmla="*/ 1522268 w 5563679"/>
              <a:gd name="connsiteY13" fmla="*/ 363756 h 5550115"/>
              <a:gd name="connsiteX14" fmla="*/ 1522268 w 5563679"/>
              <a:gd name="connsiteY14" fmla="*/ 923549 h 5550115"/>
              <a:gd name="connsiteX15" fmla="*/ 1601071 w 5563679"/>
              <a:gd name="connsiteY15" fmla="*/ 1042437 h 5550115"/>
              <a:gd name="connsiteX16" fmla="*/ 1649141 w 5563679"/>
              <a:gd name="connsiteY16" fmla="*/ 1052141 h 5550115"/>
              <a:gd name="connsiteX17" fmla="*/ 1649141 w 5563679"/>
              <a:gd name="connsiteY17" fmla="*/ 1052879 h 5550115"/>
              <a:gd name="connsiteX18" fmla="*/ 1672621 w 5563679"/>
              <a:gd name="connsiteY18" fmla="*/ 1055246 h 5550115"/>
              <a:gd name="connsiteX19" fmla="*/ 1772350 w 5563679"/>
              <a:gd name="connsiteY19" fmla="*/ 1141195 h 5550115"/>
              <a:gd name="connsiteX20" fmla="*/ 1772601 w 5563679"/>
              <a:gd name="connsiteY20" fmla="*/ 1142618 h 5550115"/>
              <a:gd name="connsiteX21" fmla="*/ 1772601 w 5563679"/>
              <a:gd name="connsiteY21" fmla="*/ 1410943 h 5550115"/>
              <a:gd name="connsiteX22" fmla="*/ 1901628 w 5563679"/>
              <a:gd name="connsiteY22" fmla="*/ 1539970 h 5550115"/>
              <a:gd name="connsiteX23" fmla="*/ 1901627 w 5563679"/>
              <a:gd name="connsiteY23" fmla="*/ 1539969 h 5550115"/>
              <a:gd name="connsiteX24" fmla="*/ 2030654 w 5563679"/>
              <a:gd name="connsiteY24" fmla="*/ 1410942 h 5550115"/>
              <a:gd name="connsiteX25" fmla="*/ 2030654 w 5563679"/>
              <a:gd name="connsiteY25" fmla="*/ 1130923 h 5550115"/>
              <a:gd name="connsiteX26" fmla="*/ 2032657 w 5563679"/>
              <a:gd name="connsiteY26" fmla="*/ 1119572 h 5550115"/>
              <a:gd name="connsiteX27" fmla="*/ 2132386 w 5563679"/>
              <a:gd name="connsiteY27" fmla="*/ 1033623 h 5550115"/>
              <a:gd name="connsiteX28" fmla="*/ 2155866 w 5563679"/>
              <a:gd name="connsiteY28" fmla="*/ 1031256 h 5550115"/>
              <a:gd name="connsiteX29" fmla="*/ 2155866 w 5563679"/>
              <a:gd name="connsiteY29" fmla="*/ 1030518 h 5550115"/>
              <a:gd name="connsiteX30" fmla="*/ 2203936 w 5563679"/>
              <a:gd name="connsiteY30" fmla="*/ 1020814 h 5550115"/>
              <a:gd name="connsiteX31" fmla="*/ 2282739 w 5563679"/>
              <a:gd name="connsiteY31" fmla="*/ 901926 h 5550115"/>
              <a:gd name="connsiteX32" fmla="*/ 2282739 w 5563679"/>
              <a:gd name="connsiteY32" fmla="*/ 811796 h 5550115"/>
              <a:gd name="connsiteX33" fmla="*/ 2291128 w 5563679"/>
              <a:gd name="connsiteY33" fmla="*/ 770246 h 5550115"/>
              <a:gd name="connsiteX34" fmla="*/ 2410015 w 5563679"/>
              <a:gd name="connsiteY34" fmla="*/ 691442 h 5550115"/>
              <a:gd name="connsiteX35" fmla="*/ 2528902 w 5563679"/>
              <a:gd name="connsiteY35" fmla="*/ 770246 h 5550115"/>
              <a:gd name="connsiteX36" fmla="*/ 2531092 w 5563679"/>
              <a:gd name="connsiteY36" fmla="*/ 781090 h 5550115"/>
              <a:gd name="connsiteX37" fmla="*/ 2531092 w 5563679"/>
              <a:gd name="connsiteY37" fmla="*/ 1021960 h 5550115"/>
              <a:gd name="connsiteX38" fmla="*/ 2609895 w 5563679"/>
              <a:gd name="connsiteY38" fmla="*/ 1140848 h 5550115"/>
              <a:gd name="connsiteX39" fmla="*/ 2657965 w 5563679"/>
              <a:gd name="connsiteY39" fmla="*/ 1150552 h 5550115"/>
              <a:gd name="connsiteX40" fmla="*/ 2657965 w 5563679"/>
              <a:gd name="connsiteY40" fmla="*/ 1151290 h 5550115"/>
              <a:gd name="connsiteX41" fmla="*/ 2681445 w 5563679"/>
              <a:gd name="connsiteY41" fmla="*/ 1153657 h 5550115"/>
              <a:gd name="connsiteX42" fmla="*/ 2781174 w 5563679"/>
              <a:gd name="connsiteY42" fmla="*/ 1239606 h 5550115"/>
              <a:gd name="connsiteX43" fmla="*/ 2781426 w 5563679"/>
              <a:gd name="connsiteY43" fmla="*/ 1241035 h 5550115"/>
              <a:gd name="connsiteX44" fmla="*/ 2781426 w 5563679"/>
              <a:gd name="connsiteY44" fmla="*/ 1345676 h 5550115"/>
              <a:gd name="connsiteX45" fmla="*/ 2910453 w 5563679"/>
              <a:gd name="connsiteY45" fmla="*/ 1474703 h 5550115"/>
              <a:gd name="connsiteX46" fmla="*/ 2910452 w 5563679"/>
              <a:gd name="connsiteY46" fmla="*/ 1474702 h 5550115"/>
              <a:gd name="connsiteX47" fmla="*/ 3039479 w 5563679"/>
              <a:gd name="connsiteY47" fmla="*/ 1345675 h 5550115"/>
              <a:gd name="connsiteX48" fmla="*/ 3039479 w 5563679"/>
              <a:gd name="connsiteY48" fmla="*/ 0 h 5550115"/>
              <a:gd name="connsiteX49" fmla="*/ 3039480 w 5563679"/>
              <a:gd name="connsiteY49" fmla="*/ 1362198 h 5550115"/>
              <a:gd name="connsiteX50" fmla="*/ 3049618 w 5563679"/>
              <a:gd name="connsiteY50" fmla="*/ 1311979 h 5550115"/>
              <a:gd name="connsiteX51" fmla="*/ 3168506 w 5563679"/>
              <a:gd name="connsiteY51" fmla="*/ 1233175 h 5550115"/>
              <a:gd name="connsiteX52" fmla="*/ 3287393 w 5563679"/>
              <a:gd name="connsiteY52" fmla="*/ 1311979 h 5550115"/>
              <a:gd name="connsiteX53" fmla="*/ 3297157 w 5563679"/>
              <a:gd name="connsiteY53" fmla="*/ 1360339 h 5550115"/>
              <a:gd name="connsiteX54" fmla="*/ 3297157 w 5563679"/>
              <a:gd name="connsiteY54" fmla="*/ 1946741 h 5550115"/>
              <a:gd name="connsiteX55" fmla="*/ 3426184 w 5563679"/>
              <a:gd name="connsiteY55" fmla="*/ 2075768 h 5550115"/>
              <a:gd name="connsiteX56" fmla="*/ 3426183 w 5563679"/>
              <a:gd name="connsiteY56" fmla="*/ 2075767 h 5550115"/>
              <a:gd name="connsiteX57" fmla="*/ 3555210 w 5563679"/>
              <a:gd name="connsiteY57" fmla="*/ 1946740 h 5550115"/>
              <a:gd name="connsiteX58" fmla="*/ 3555211 w 5563679"/>
              <a:gd name="connsiteY58" fmla="*/ 1049778 h 5550115"/>
              <a:gd name="connsiteX59" fmla="*/ 3565349 w 5563679"/>
              <a:gd name="connsiteY59" fmla="*/ 999559 h 5550115"/>
              <a:gd name="connsiteX60" fmla="*/ 3684237 w 5563679"/>
              <a:gd name="connsiteY60" fmla="*/ 920755 h 5550115"/>
              <a:gd name="connsiteX61" fmla="*/ 3803124 w 5563679"/>
              <a:gd name="connsiteY61" fmla="*/ 999559 h 5550115"/>
              <a:gd name="connsiteX62" fmla="*/ 3806722 w 5563679"/>
              <a:gd name="connsiteY62" fmla="*/ 1017378 h 5550115"/>
              <a:gd name="connsiteX63" fmla="*/ 3806722 w 5563679"/>
              <a:gd name="connsiteY63" fmla="*/ 1326324 h 5550115"/>
              <a:gd name="connsiteX64" fmla="*/ 3935749 w 5563679"/>
              <a:gd name="connsiteY64" fmla="*/ 1455351 h 5550115"/>
              <a:gd name="connsiteX65" fmla="*/ 3935748 w 5563679"/>
              <a:gd name="connsiteY65" fmla="*/ 1455350 h 5550115"/>
              <a:gd name="connsiteX66" fmla="*/ 4064775 w 5563679"/>
              <a:gd name="connsiteY66" fmla="*/ 1326323 h 5550115"/>
              <a:gd name="connsiteX67" fmla="*/ 4064775 w 5563679"/>
              <a:gd name="connsiteY67" fmla="*/ 1279585 h 5550115"/>
              <a:gd name="connsiteX68" fmla="*/ 4083444 w 5563679"/>
              <a:gd name="connsiteY68" fmla="*/ 1247043 h 5550115"/>
              <a:gd name="connsiteX69" fmla="*/ 4160509 w 5563679"/>
              <a:gd name="connsiteY69" fmla="*/ 1200599 h 5550115"/>
              <a:gd name="connsiteX70" fmla="*/ 4183989 w 5563679"/>
              <a:gd name="connsiteY70" fmla="*/ 1198232 h 5550115"/>
              <a:gd name="connsiteX71" fmla="*/ 4183989 w 5563679"/>
              <a:gd name="connsiteY71" fmla="*/ 1197494 h 5550115"/>
              <a:gd name="connsiteX72" fmla="*/ 4232059 w 5563679"/>
              <a:gd name="connsiteY72" fmla="*/ 1187790 h 5550115"/>
              <a:gd name="connsiteX73" fmla="*/ 4310862 w 5563679"/>
              <a:gd name="connsiteY73" fmla="*/ 1068902 h 5550115"/>
              <a:gd name="connsiteX74" fmla="*/ 4310862 w 5563679"/>
              <a:gd name="connsiteY74" fmla="*/ 954918 h 5550115"/>
              <a:gd name="connsiteX75" fmla="*/ 4319251 w 5563679"/>
              <a:gd name="connsiteY75" fmla="*/ 913368 h 5550115"/>
              <a:gd name="connsiteX76" fmla="*/ 4438138 w 5563679"/>
              <a:gd name="connsiteY76" fmla="*/ 834564 h 5550115"/>
              <a:gd name="connsiteX77" fmla="*/ 4557025 w 5563679"/>
              <a:gd name="connsiteY77" fmla="*/ 913368 h 5550115"/>
              <a:gd name="connsiteX78" fmla="*/ 4559215 w 5563679"/>
              <a:gd name="connsiteY78" fmla="*/ 924213 h 5550115"/>
              <a:gd name="connsiteX79" fmla="*/ 4559215 w 5563679"/>
              <a:gd name="connsiteY79" fmla="*/ 1077616 h 5550115"/>
              <a:gd name="connsiteX80" fmla="*/ 4638018 w 5563679"/>
              <a:gd name="connsiteY80" fmla="*/ 1196504 h 5550115"/>
              <a:gd name="connsiteX81" fmla="*/ 4686088 w 5563679"/>
              <a:gd name="connsiteY81" fmla="*/ 1206208 h 5550115"/>
              <a:gd name="connsiteX82" fmla="*/ 4686088 w 5563679"/>
              <a:gd name="connsiteY82" fmla="*/ 1206946 h 5550115"/>
              <a:gd name="connsiteX83" fmla="*/ 4709568 w 5563679"/>
              <a:gd name="connsiteY83" fmla="*/ 1209313 h 5550115"/>
              <a:gd name="connsiteX84" fmla="*/ 4809296 w 5563679"/>
              <a:gd name="connsiteY84" fmla="*/ 1295262 h 5550115"/>
              <a:gd name="connsiteX85" fmla="*/ 4811500 w 5563679"/>
              <a:gd name="connsiteY85" fmla="*/ 1307752 h 5550115"/>
              <a:gd name="connsiteX86" fmla="*/ 4811500 w 5563679"/>
              <a:gd name="connsiteY86" fmla="*/ 1441660 h 5550115"/>
              <a:gd name="connsiteX87" fmla="*/ 4940527 w 5563679"/>
              <a:gd name="connsiteY87" fmla="*/ 1570687 h 5550115"/>
              <a:gd name="connsiteX88" fmla="*/ 4940526 w 5563679"/>
              <a:gd name="connsiteY88" fmla="*/ 1570686 h 5550115"/>
              <a:gd name="connsiteX89" fmla="*/ 5069553 w 5563679"/>
              <a:gd name="connsiteY89" fmla="*/ 1441659 h 5550115"/>
              <a:gd name="connsiteX90" fmla="*/ 5069553 w 5563679"/>
              <a:gd name="connsiteY90" fmla="*/ 1076405 h 5550115"/>
              <a:gd name="connsiteX91" fmla="*/ 5071757 w 5563679"/>
              <a:gd name="connsiteY91" fmla="*/ 1063915 h 5550115"/>
              <a:gd name="connsiteX92" fmla="*/ 5171486 w 5563679"/>
              <a:gd name="connsiteY92" fmla="*/ 977966 h 5550115"/>
              <a:gd name="connsiteX93" fmla="*/ 5194966 w 5563679"/>
              <a:gd name="connsiteY93" fmla="*/ 975599 h 5550115"/>
              <a:gd name="connsiteX94" fmla="*/ 5194966 w 5563679"/>
              <a:gd name="connsiteY94" fmla="*/ 974861 h 5550115"/>
              <a:gd name="connsiteX95" fmla="*/ 5243036 w 5563679"/>
              <a:gd name="connsiteY95" fmla="*/ 965157 h 5550115"/>
              <a:gd name="connsiteX96" fmla="*/ 5321839 w 5563679"/>
              <a:gd name="connsiteY96" fmla="*/ 846269 h 5550115"/>
              <a:gd name="connsiteX97" fmla="*/ 5321839 w 5563679"/>
              <a:gd name="connsiteY97" fmla="*/ 469894 h 5550115"/>
              <a:gd name="connsiteX98" fmla="*/ 5330228 w 5563679"/>
              <a:gd name="connsiteY98" fmla="*/ 428344 h 5550115"/>
              <a:gd name="connsiteX99" fmla="*/ 5449115 w 5563679"/>
              <a:gd name="connsiteY99" fmla="*/ 349540 h 5550115"/>
              <a:gd name="connsiteX100" fmla="*/ 5548678 w 5563679"/>
              <a:gd name="connsiteY100" fmla="*/ 396494 h 5550115"/>
              <a:gd name="connsiteX101" fmla="*/ 5562692 w 5563679"/>
              <a:gd name="connsiteY101" fmla="*/ 419592 h 5550115"/>
              <a:gd name="connsiteX102" fmla="*/ 5562692 w 5563679"/>
              <a:gd name="connsiteY102" fmla="*/ 2265528 h 5550115"/>
              <a:gd name="connsiteX103" fmla="*/ 5563679 w 5563679"/>
              <a:gd name="connsiteY103" fmla="*/ 2265528 h 5550115"/>
              <a:gd name="connsiteX104" fmla="*/ 5563679 w 5563679"/>
              <a:gd name="connsiteY104" fmla="*/ 3341998 h 5550115"/>
              <a:gd name="connsiteX105" fmla="*/ 5484876 w 5563679"/>
              <a:gd name="connsiteY105" fmla="*/ 3460886 h 5550115"/>
              <a:gd name="connsiteX106" fmla="*/ 5436806 w 5563679"/>
              <a:gd name="connsiteY106" fmla="*/ 3470590 h 5550115"/>
              <a:gd name="connsiteX107" fmla="*/ 5436806 w 5563679"/>
              <a:gd name="connsiteY107" fmla="*/ 3471328 h 5550115"/>
              <a:gd name="connsiteX108" fmla="*/ 5413326 w 5563679"/>
              <a:gd name="connsiteY108" fmla="*/ 3473695 h 5550115"/>
              <a:gd name="connsiteX109" fmla="*/ 5336262 w 5563679"/>
              <a:gd name="connsiteY109" fmla="*/ 3520139 h 5550115"/>
              <a:gd name="connsiteX110" fmla="*/ 5315097 w 5563679"/>
              <a:gd name="connsiteY110" fmla="*/ 3557030 h 5550115"/>
              <a:gd name="connsiteX111" fmla="*/ 5315097 w 5563679"/>
              <a:gd name="connsiteY111" fmla="*/ 3620344 h 5550115"/>
              <a:gd name="connsiteX112" fmla="*/ 5236294 w 5563679"/>
              <a:gd name="connsiteY112" fmla="*/ 3739232 h 5550115"/>
              <a:gd name="connsiteX113" fmla="*/ 5188224 w 5563679"/>
              <a:gd name="connsiteY113" fmla="*/ 3748936 h 5550115"/>
              <a:gd name="connsiteX114" fmla="*/ 5188224 w 5563679"/>
              <a:gd name="connsiteY114" fmla="*/ 3749674 h 5550115"/>
              <a:gd name="connsiteX115" fmla="*/ 5164744 w 5563679"/>
              <a:gd name="connsiteY115" fmla="*/ 3752041 h 5550115"/>
              <a:gd name="connsiteX116" fmla="*/ 5065015 w 5563679"/>
              <a:gd name="connsiteY116" fmla="*/ 3837990 h 5550115"/>
              <a:gd name="connsiteX117" fmla="*/ 5064995 w 5563679"/>
              <a:gd name="connsiteY117" fmla="*/ 3838103 h 5550115"/>
              <a:gd name="connsiteX118" fmla="*/ 5064995 w 5563679"/>
              <a:gd name="connsiteY118" fmla="*/ 4397896 h 5550115"/>
              <a:gd name="connsiteX119" fmla="*/ 4986192 w 5563679"/>
              <a:gd name="connsiteY119" fmla="*/ 4516784 h 5550115"/>
              <a:gd name="connsiteX120" fmla="*/ 4938122 w 5563679"/>
              <a:gd name="connsiteY120" fmla="*/ 4526488 h 5550115"/>
              <a:gd name="connsiteX121" fmla="*/ 4938122 w 5563679"/>
              <a:gd name="connsiteY121" fmla="*/ 4527226 h 5550115"/>
              <a:gd name="connsiteX122" fmla="*/ 4914642 w 5563679"/>
              <a:gd name="connsiteY122" fmla="*/ 4529593 h 5550115"/>
              <a:gd name="connsiteX123" fmla="*/ 4814913 w 5563679"/>
              <a:gd name="connsiteY123" fmla="*/ 4615542 h 5550115"/>
              <a:gd name="connsiteX124" fmla="*/ 4814662 w 5563679"/>
              <a:gd name="connsiteY124" fmla="*/ 4616965 h 5550115"/>
              <a:gd name="connsiteX125" fmla="*/ 4814662 w 5563679"/>
              <a:gd name="connsiteY125" fmla="*/ 4885290 h 5550115"/>
              <a:gd name="connsiteX126" fmla="*/ 4685635 w 5563679"/>
              <a:gd name="connsiteY126" fmla="*/ 5014317 h 5550115"/>
              <a:gd name="connsiteX127" fmla="*/ 4685636 w 5563679"/>
              <a:gd name="connsiteY127" fmla="*/ 5014316 h 5550115"/>
              <a:gd name="connsiteX128" fmla="*/ 4556609 w 5563679"/>
              <a:gd name="connsiteY128" fmla="*/ 4885289 h 5550115"/>
              <a:gd name="connsiteX129" fmla="*/ 4556609 w 5563679"/>
              <a:gd name="connsiteY129" fmla="*/ 4605270 h 5550115"/>
              <a:gd name="connsiteX130" fmla="*/ 4554606 w 5563679"/>
              <a:gd name="connsiteY130" fmla="*/ 4593919 h 5550115"/>
              <a:gd name="connsiteX131" fmla="*/ 4454877 w 5563679"/>
              <a:gd name="connsiteY131" fmla="*/ 4507970 h 5550115"/>
              <a:gd name="connsiteX132" fmla="*/ 4431397 w 5563679"/>
              <a:gd name="connsiteY132" fmla="*/ 4505603 h 5550115"/>
              <a:gd name="connsiteX133" fmla="*/ 4431397 w 5563679"/>
              <a:gd name="connsiteY133" fmla="*/ 4504865 h 5550115"/>
              <a:gd name="connsiteX134" fmla="*/ 4383327 w 5563679"/>
              <a:gd name="connsiteY134" fmla="*/ 4495161 h 5550115"/>
              <a:gd name="connsiteX135" fmla="*/ 4304524 w 5563679"/>
              <a:gd name="connsiteY135" fmla="*/ 4376273 h 5550115"/>
              <a:gd name="connsiteX136" fmla="*/ 4304524 w 5563679"/>
              <a:gd name="connsiteY136" fmla="*/ 4286143 h 5550115"/>
              <a:gd name="connsiteX137" fmla="*/ 4296135 w 5563679"/>
              <a:gd name="connsiteY137" fmla="*/ 4244593 h 5550115"/>
              <a:gd name="connsiteX138" fmla="*/ 4177248 w 5563679"/>
              <a:gd name="connsiteY138" fmla="*/ 4165789 h 5550115"/>
              <a:gd name="connsiteX139" fmla="*/ 4058361 w 5563679"/>
              <a:gd name="connsiteY139" fmla="*/ 4244593 h 5550115"/>
              <a:gd name="connsiteX140" fmla="*/ 4056171 w 5563679"/>
              <a:gd name="connsiteY140" fmla="*/ 4255437 h 5550115"/>
              <a:gd name="connsiteX141" fmla="*/ 4056171 w 5563679"/>
              <a:gd name="connsiteY141" fmla="*/ 4496307 h 5550115"/>
              <a:gd name="connsiteX142" fmla="*/ 3977368 w 5563679"/>
              <a:gd name="connsiteY142" fmla="*/ 4615195 h 5550115"/>
              <a:gd name="connsiteX143" fmla="*/ 3929298 w 5563679"/>
              <a:gd name="connsiteY143" fmla="*/ 4624899 h 5550115"/>
              <a:gd name="connsiteX144" fmla="*/ 3929298 w 5563679"/>
              <a:gd name="connsiteY144" fmla="*/ 4625637 h 5550115"/>
              <a:gd name="connsiteX145" fmla="*/ 3905818 w 5563679"/>
              <a:gd name="connsiteY145" fmla="*/ 4628004 h 5550115"/>
              <a:gd name="connsiteX146" fmla="*/ 3806089 w 5563679"/>
              <a:gd name="connsiteY146" fmla="*/ 4713953 h 5550115"/>
              <a:gd name="connsiteX147" fmla="*/ 3805837 w 5563679"/>
              <a:gd name="connsiteY147" fmla="*/ 4715382 h 5550115"/>
              <a:gd name="connsiteX148" fmla="*/ 3805837 w 5563679"/>
              <a:gd name="connsiteY148" fmla="*/ 4820023 h 5550115"/>
              <a:gd name="connsiteX149" fmla="*/ 3676810 w 5563679"/>
              <a:gd name="connsiteY149" fmla="*/ 4949050 h 5550115"/>
              <a:gd name="connsiteX150" fmla="*/ 3676811 w 5563679"/>
              <a:gd name="connsiteY150" fmla="*/ 4949049 h 5550115"/>
              <a:gd name="connsiteX151" fmla="*/ 3547784 w 5563679"/>
              <a:gd name="connsiteY151" fmla="*/ 4820022 h 5550115"/>
              <a:gd name="connsiteX152" fmla="*/ 3547784 w 5563679"/>
              <a:gd name="connsiteY152" fmla="*/ 2265528 h 5550115"/>
              <a:gd name="connsiteX153" fmla="*/ 3547783 w 5563679"/>
              <a:gd name="connsiteY153" fmla="*/ 4836545 h 5550115"/>
              <a:gd name="connsiteX154" fmla="*/ 3537645 w 5563679"/>
              <a:gd name="connsiteY154" fmla="*/ 4786326 h 5550115"/>
              <a:gd name="connsiteX155" fmla="*/ 3418757 w 5563679"/>
              <a:gd name="connsiteY155" fmla="*/ 4707522 h 5550115"/>
              <a:gd name="connsiteX156" fmla="*/ 3299870 w 5563679"/>
              <a:gd name="connsiteY156" fmla="*/ 4786326 h 5550115"/>
              <a:gd name="connsiteX157" fmla="*/ 3290106 w 5563679"/>
              <a:gd name="connsiteY157" fmla="*/ 4834686 h 5550115"/>
              <a:gd name="connsiteX158" fmla="*/ 3290106 w 5563679"/>
              <a:gd name="connsiteY158" fmla="*/ 5421088 h 5550115"/>
              <a:gd name="connsiteX159" fmla="*/ 3161079 w 5563679"/>
              <a:gd name="connsiteY159" fmla="*/ 5550115 h 5550115"/>
              <a:gd name="connsiteX160" fmla="*/ 3161080 w 5563679"/>
              <a:gd name="connsiteY160" fmla="*/ 5550114 h 5550115"/>
              <a:gd name="connsiteX161" fmla="*/ 3032053 w 5563679"/>
              <a:gd name="connsiteY161" fmla="*/ 5421087 h 5550115"/>
              <a:gd name="connsiteX162" fmla="*/ 3032053 w 5563679"/>
              <a:gd name="connsiteY162" fmla="*/ 2265528 h 5550115"/>
              <a:gd name="connsiteX163" fmla="*/ 3032052 w 5563679"/>
              <a:gd name="connsiteY163" fmla="*/ 4524125 h 5550115"/>
              <a:gd name="connsiteX164" fmla="*/ 3021914 w 5563679"/>
              <a:gd name="connsiteY164" fmla="*/ 4473906 h 5550115"/>
              <a:gd name="connsiteX165" fmla="*/ 2903026 w 5563679"/>
              <a:gd name="connsiteY165" fmla="*/ 4395102 h 5550115"/>
              <a:gd name="connsiteX166" fmla="*/ 2784139 w 5563679"/>
              <a:gd name="connsiteY166" fmla="*/ 4473906 h 5550115"/>
              <a:gd name="connsiteX167" fmla="*/ 2780541 w 5563679"/>
              <a:gd name="connsiteY167" fmla="*/ 4491725 h 5550115"/>
              <a:gd name="connsiteX168" fmla="*/ 2780541 w 5563679"/>
              <a:gd name="connsiteY168" fmla="*/ 4800671 h 5550115"/>
              <a:gd name="connsiteX169" fmla="*/ 2651514 w 5563679"/>
              <a:gd name="connsiteY169" fmla="*/ 4929698 h 5550115"/>
              <a:gd name="connsiteX170" fmla="*/ 2651515 w 5563679"/>
              <a:gd name="connsiteY170" fmla="*/ 4929697 h 5550115"/>
              <a:gd name="connsiteX171" fmla="*/ 2522488 w 5563679"/>
              <a:gd name="connsiteY171" fmla="*/ 4800670 h 5550115"/>
              <a:gd name="connsiteX172" fmla="*/ 2522488 w 5563679"/>
              <a:gd name="connsiteY172" fmla="*/ 4753932 h 5550115"/>
              <a:gd name="connsiteX173" fmla="*/ 2503819 w 5563679"/>
              <a:gd name="connsiteY173" fmla="*/ 4721390 h 5550115"/>
              <a:gd name="connsiteX174" fmla="*/ 2426754 w 5563679"/>
              <a:gd name="connsiteY174" fmla="*/ 4674946 h 5550115"/>
              <a:gd name="connsiteX175" fmla="*/ 2403274 w 5563679"/>
              <a:gd name="connsiteY175" fmla="*/ 4672579 h 5550115"/>
              <a:gd name="connsiteX176" fmla="*/ 2403274 w 5563679"/>
              <a:gd name="connsiteY176" fmla="*/ 4671841 h 5550115"/>
              <a:gd name="connsiteX177" fmla="*/ 2355204 w 5563679"/>
              <a:gd name="connsiteY177" fmla="*/ 4662137 h 5550115"/>
              <a:gd name="connsiteX178" fmla="*/ 2276401 w 5563679"/>
              <a:gd name="connsiteY178" fmla="*/ 4543249 h 5550115"/>
              <a:gd name="connsiteX179" fmla="*/ 2276401 w 5563679"/>
              <a:gd name="connsiteY179" fmla="*/ 4429265 h 5550115"/>
              <a:gd name="connsiteX180" fmla="*/ 2268012 w 5563679"/>
              <a:gd name="connsiteY180" fmla="*/ 4387715 h 5550115"/>
              <a:gd name="connsiteX181" fmla="*/ 2149125 w 5563679"/>
              <a:gd name="connsiteY181" fmla="*/ 4308911 h 5550115"/>
              <a:gd name="connsiteX182" fmla="*/ 2030238 w 5563679"/>
              <a:gd name="connsiteY182" fmla="*/ 4387715 h 5550115"/>
              <a:gd name="connsiteX183" fmla="*/ 2028048 w 5563679"/>
              <a:gd name="connsiteY183" fmla="*/ 4398560 h 5550115"/>
              <a:gd name="connsiteX184" fmla="*/ 2028048 w 5563679"/>
              <a:gd name="connsiteY184" fmla="*/ 4551963 h 5550115"/>
              <a:gd name="connsiteX185" fmla="*/ 1949245 w 5563679"/>
              <a:gd name="connsiteY185" fmla="*/ 4670851 h 5550115"/>
              <a:gd name="connsiteX186" fmla="*/ 1901175 w 5563679"/>
              <a:gd name="connsiteY186" fmla="*/ 4680555 h 5550115"/>
              <a:gd name="connsiteX187" fmla="*/ 1901175 w 5563679"/>
              <a:gd name="connsiteY187" fmla="*/ 4681293 h 5550115"/>
              <a:gd name="connsiteX188" fmla="*/ 1877695 w 5563679"/>
              <a:gd name="connsiteY188" fmla="*/ 4683660 h 5550115"/>
              <a:gd name="connsiteX189" fmla="*/ 1777966 w 5563679"/>
              <a:gd name="connsiteY189" fmla="*/ 4769609 h 5550115"/>
              <a:gd name="connsiteX190" fmla="*/ 1775762 w 5563679"/>
              <a:gd name="connsiteY190" fmla="*/ 4782099 h 5550115"/>
              <a:gd name="connsiteX191" fmla="*/ 1775762 w 5563679"/>
              <a:gd name="connsiteY191" fmla="*/ 4916007 h 5550115"/>
              <a:gd name="connsiteX192" fmla="*/ 1646735 w 5563679"/>
              <a:gd name="connsiteY192" fmla="*/ 5045034 h 5550115"/>
              <a:gd name="connsiteX193" fmla="*/ 1646736 w 5563679"/>
              <a:gd name="connsiteY193" fmla="*/ 5045033 h 5550115"/>
              <a:gd name="connsiteX194" fmla="*/ 1517709 w 5563679"/>
              <a:gd name="connsiteY194" fmla="*/ 4916006 h 5550115"/>
              <a:gd name="connsiteX195" fmla="*/ 1517709 w 5563679"/>
              <a:gd name="connsiteY195" fmla="*/ 4550752 h 5550115"/>
              <a:gd name="connsiteX196" fmla="*/ 1515505 w 5563679"/>
              <a:gd name="connsiteY196" fmla="*/ 4538262 h 5550115"/>
              <a:gd name="connsiteX197" fmla="*/ 1415776 w 5563679"/>
              <a:gd name="connsiteY197" fmla="*/ 4452313 h 5550115"/>
              <a:gd name="connsiteX198" fmla="*/ 1392296 w 5563679"/>
              <a:gd name="connsiteY198" fmla="*/ 4449946 h 5550115"/>
              <a:gd name="connsiteX199" fmla="*/ 1392296 w 5563679"/>
              <a:gd name="connsiteY199" fmla="*/ 4449208 h 5550115"/>
              <a:gd name="connsiteX200" fmla="*/ 1344226 w 5563679"/>
              <a:gd name="connsiteY200" fmla="*/ 4439504 h 5550115"/>
              <a:gd name="connsiteX201" fmla="*/ 1265423 w 5563679"/>
              <a:gd name="connsiteY201" fmla="*/ 4320616 h 5550115"/>
              <a:gd name="connsiteX202" fmla="*/ 1265423 w 5563679"/>
              <a:gd name="connsiteY202" fmla="*/ 3944241 h 5550115"/>
              <a:gd name="connsiteX203" fmla="*/ 1257034 w 5563679"/>
              <a:gd name="connsiteY203" fmla="*/ 3902691 h 5550115"/>
              <a:gd name="connsiteX204" fmla="*/ 1138147 w 5563679"/>
              <a:gd name="connsiteY204" fmla="*/ 3823887 h 5550115"/>
              <a:gd name="connsiteX205" fmla="*/ 1019260 w 5563679"/>
              <a:gd name="connsiteY205" fmla="*/ 3902691 h 5550115"/>
              <a:gd name="connsiteX206" fmla="*/ 1016586 w 5563679"/>
              <a:gd name="connsiteY206" fmla="*/ 3915934 h 5550115"/>
              <a:gd name="connsiteX207" fmla="*/ 1016586 w 5563679"/>
              <a:gd name="connsiteY207" fmla="*/ 3976598 h 5550115"/>
              <a:gd name="connsiteX208" fmla="*/ 887559 w 5563679"/>
              <a:gd name="connsiteY208" fmla="*/ 4105625 h 5550115"/>
              <a:gd name="connsiteX209" fmla="*/ 887560 w 5563679"/>
              <a:gd name="connsiteY209" fmla="*/ 4105624 h 5550115"/>
              <a:gd name="connsiteX210" fmla="*/ 758533 w 5563679"/>
              <a:gd name="connsiteY210" fmla="*/ 3976597 h 5550115"/>
              <a:gd name="connsiteX211" fmla="*/ 758533 w 5563679"/>
              <a:gd name="connsiteY211" fmla="*/ 3835817 h 5550115"/>
              <a:gd name="connsiteX212" fmla="*/ 737116 w 5563679"/>
              <a:gd name="connsiteY212" fmla="*/ 3798485 h 5550115"/>
              <a:gd name="connsiteX213" fmla="*/ 660051 w 5563679"/>
              <a:gd name="connsiteY213" fmla="*/ 3752041 h 5550115"/>
              <a:gd name="connsiteX214" fmla="*/ 636571 w 5563679"/>
              <a:gd name="connsiteY214" fmla="*/ 3749674 h 5550115"/>
              <a:gd name="connsiteX215" fmla="*/ 636571 w 5563679"/>
              <a:gd name="connsiteY215" fmla="*/ 3748936 h 5550115"/>
              <a:gd name="connsiteX216" fmla="*/ 588501 w 5563679"/>
              <a:gd name="connsiteY216" fmla="*/ 3739232 h 5550115"/>
              <a:gd name="connsiteX217" fmla="*/ 509698 w 5563679"/>
              <a:gd name="connsiteY217" fmla="*/ 3620344 h 5550115"/>
              <a:gd name="connsiteX218" fmla="*/ 509698 w 5563679"/>
              <a:gd name="connsiteY218" fmla="*/ 2675086 h 5550115"/>
              <a:gd name="connsiteX219" fmla="*/ 501309 w 5563679"/>
              <a:gd name="connsiteY219" fmla="*/ 2633537 h 5550115"/>
              <a:gd name="connsiteX220" fmla="*/ 382422 w 5563679"/>
              <a:gd name="connsiteY220" fmla="*/ 2554733 h 5550115"/>
              <a:gd name="connsiteX221" fmla="*/ 263535 w 5563679"/>
              <a:gd name="connsiteY221" fmla="*/ 2633537 h 5550115"/>
              <a:gd name="connsiteX222" fmla="*/ 258053 w 5563679"/>
              <a:gd name="connsiteY222" fmla="*/ 2660688 h 5550115"/>
              <a:gd name="connsiteX223" fmla="*/ 258053 w 5563679"/>
              <a:gd name="connsiteY223" fmla="*/ 2715723 h 5550115"/>
              <a:gd name="connsiteX224" fmla="*/ 129026 w 5563679"/>
              <a:gd name="connsiteY224" fmla="*/ 2844750 h 5550115"/>
              <a:gd name="connsiteX225" fmla="*/ 129027 w 5563679"/>
              <a:gd name="connsiteY225" fmla="*/ 2844749 h 5550115"/>
              <a:gd name="connsiteX226" fmla="*/ 0 w 5563679"/>
              <a:gd name="connsiteY226" fmla="*/ 2715722 h 5550115"/>
              <a:gd name="connsiteX227" fmla="*/ 0 w 5563679"/>
              <a:gd name="connsiteY227" fmla="*/ 2265528 h 5550115"/>
              <a:gd name="connsiteX228" fmla="*/ 0 w 5563679"/>
              <a:gd name="connsiteY228" fmla="*/ 546839 h 5550115"/>
              <a:gd name="connsiteX229" fmla="*/ 12233 w 5563679"/>
              <a:gd name="connsiteY229" fmla="*/ 526676 h 5550115"/>
              <a:gd name="connsiteX230" fmla="*/ 111797 w 5563679"/>
              <a:gd name="connsiteY230" fmla="*/ 479722 h 5550115"/>
              <a:gd name="connsiteX231" fmla="*/ 230684 w 5563679"/>
              <a:gd name="connsiteY231" fmla="*/ 558526 h 5550115"/>
              <a:gd name="connsiteX232" fmla="*/ 232874 w 5563679"/>
              <a:gd name="connsiteY232" fmla="*/ 569371 h 5550115"/>
              <a:gd name="connsiteX233" fmla="*/ 232874 w 5563679"/>
              <a:gd name="connsiteY233" fmla="*/ 722774 h 5550115"/>
              <a:gd name="connsiteX234" fmla="*/ 311677 w 5563679"/>
              <a:gd name="connsiteY234" fmla="*/ 841662 h 5550115"/>
              <a:gd name="connsiteX235" fmla="*/ 359747 w 5563679"/>
              <a:gd name="connsiteY235" fmla="*/ 851366 h 5550115"/>
              <a:gd name="connsiteX236" fmla="*/ 359747 w 5563679"/>
              <a:gd name="connsiteY236" fmla="*/ 852104 h 5550115"/>
              <a:gd name="connsiteX237" fmla="*/ 383227 w 5563679"/>
              <a:gd name="connsiteY237" fmla="*/ 854471 h 5550115"/>
              <a:gd name="connsiteX238" fmla="*/ 482956 w 5563679"/>
              <a:gd name="connsiteY238" fmla="*/ 940420 h 5550115"/>
              <a:gd name="connsiteX239" fmla="*/ 485160 w 5563679"/>
              <a:gd name="connsiteY239" fmla="*/ 952910 h 5550115"/>
              <a:gd name="connsiteX240" fmla="*/ 485160 w 5563679"/>
              <a:gd name="connsiteY240" fmla="*/ 1086818 h 5550115"/>
              <a:gd name="connsiteX241" fmla="*/ 614186 w 5563679"/>
              <a:gd name="connsiteY241" fmla="*/ 1215845 h 5550115"/>
              <a:gd name="connsiteX242" fmla="*/ 614185 w 5563679"/>
              <a:gd name="connsiteY242" fmla="*/ 1215844 h 5550115"/>
              <a:gd name="connsiteX243" fmla="*/ 743212 w 5563679"/>
              <a:gd name="connsiteY243" fmla="*/ 1086817 h 5550115"/>
              <a:gd name="connsiteX244" fmla="*/ 743212 w 5563679"/>
              <a:gd name="connsiteY244" fmla="*/ 721563 h 5550115"/>
              <a:gd name="connsiteX245" fmla="*/ 745416 w 5563679"/>
              <a:gd name="connsiteY245" fmla="*/ 709073 h 5550115"/>
              <a:gd name="connsiteX246" fmla="*/ 845145 w 5563679"/>
              <a:gd name="connsiteY246" fmla="*/ 623124 h 5550115"/>
              <a:gd name="connsiteX247" fmla="*/ 868625 w 5563679"/>
              <a:gd name="connsiteY247" fmla="*/ 620757 h 5550115"/>
              <a:gd name="connsiteX248" fmla="*/ 868625 w 5563679"/>
              <a:gd name="connsiteY248" fmla="*/ 620019 h 5550115"/>
              <a:gd name="connsiteX249" fmla="*/ 916695 w 5563679"/>
              <a:gd name="connsiteY249" fmla="*/ 610315 h 5550115"/>
              <a:gd name="connsiteX250" fmla="*/ 995498 w 5563679"/>
              <a:gd name="connsiteY250" fmla="*/ 491427 h 5550115"/>
              <a:gd name="connsiteX251" fmla="*/ 995498 w 5563679"/>
              <a:gd name="connsiteY251" fmla="*/ 115052 h 5550115"/>
              <a:gd name="connsiteX252" fmla="*/ 1003887 w 5563679"/>
              <a:gd name="connsiteY252" fmla="*/ 73502 h 5550115"/>
              <a:gd name="connsiteX253" fmla="*/ 1084406 w 5563679"/>
              <a:gd name="connsiteY253" fmla="*/ 499 h 5550115"/>
              <a:gd name="connsiteX254" fmla="*/ 1087705 w 5563679"/>
              <a:gd name="connsiteY254" fmla="*/ 0 h 5550115"/>
              <a:gd name="connsiteX0" fmla="*/ 1087705 w 5563679"/>
              <a:gd name="connsiteY0" fmla="*/ 0 h 5550115"/>
              <a:gd name="connsiteX1" fmla="*/ 1157844 w 5563679"/>
              <a:gd name="connsiteY1" fmla="*/ 0 h 5550115"/>
              <a:gd name="connsiteX2" fmla="*/ 1161143 w 5563679"/>
              <a:gd name="connsiteY2" fmla="*/ 499 h 5550115"/>
              <a:gd name="connsiteX3" fmla="*/ 1241661 w 5563679"/>
              <a:gd name="connsiteY3" fmla="*/ 73502 h 5550115"/>
              <a:gd name="connsiteX4" fmla="*/ 1244335 w 5563679"/>
              <a:gd name="connsiteY4" fmla="*/ 86745 h 5550115"/>
              <a:gd name="connsiteX5" fmla="*/ 1244335 w 5563679"/>
              <a:gd name="connsiteY5" fmla="*/ 147409 h 5550115"/>
              <a:gd name="connsiteX6" fmla="*/ 1373362 w 5563679"/>
              <a:gd name="connsiteY6" fmla="*/ 276436 h 5550115"/>
              <a:gd name="connsiteX7" fmla="*/ 1373361 w 5563679"/>
              <a:gd name="connsiteY7" fmla="*/ 276435 h 5550115"/>
              <a:gd name="connsiteX8" fmla="*/ 1390772 w 5563679"/>
              <a:gd name="connsiteY8" fmla="*/ 272920 h 5550115"/>
              <a:gd name="connsiteX9" fmla="*/ 1399039 w 5563679"/>
              <a:gd name="connsiteY9" fmla="*/ 274589 h 5550115"/>
              <a:gd name="connsiteX10" fmla="*/ 1399039 w 5563679"/>
              <a:gd name="connsiteY10" fmla="*/ 275327 h 5550115"/>
              <a:gd name="connsiteX11" fmla="*/ 1422519 w 5563679"/>
              <a:gd name="connsiteY11" fmla="*/ 277694 h 5550115"/>
              <a:gd name="connsiteX12" fmla="*/ 1522248 w 5563679"/>
              <a:gd name="connsiteY12" fmla="*/ 363643 h 5550115"/>
              <a:gd name="connsiteX13" fmla="*/ 1522268 w 5563679"/>
              <a:gd name="connsiteY13" fmla="*/ 363756 h 5550115"/>
              <a:gd name="connsiteX14" fmla="*/ 1522268 w 5563679"/>
              <a:gd name="connsiteY14" fmla="*/ 923549 h 5550115"/>
              <a:gd name="connsiteX15" fmla="*/ 1601071 w 5563679"/>
              <a:gd name="connsiteY15" fmla="*/ 1042437 h 5550115"/>
              <a:gd name="connsiteX16" fmla="*/ 1649141 w 5563679"/>
              <a:gd name="connsiteY16" fmla="*/ 1052141 h 5550115"/>
              <a:gd name="connsiteX17" fmla="*/ 1649141 w 5563679"/>
              <a:gd name="connsiteY17" fmla="*/ 1052879 h 5550115"/>
              <a:gd name="connsiteX18" fmla="*/ 1672621 w 5563679"/>
              <a:gd name="connsiteY18" fmla="*/ 1055246 h 5550115"/>
              <a:gd name="connsiteX19" fmla="*/ 1772350 w 5563679"/>
              <a:gd name="connsiteY19" fmla="*/ 1141195 h 5550115"/>
              <a:gd name="connsiteX20" fmla="*/ 1772601 w 5563679"/>
              <a:gd name="connsiteY20" fmla="*/ 1142618 h 5550115"/>
              <a:gd name="connsiteX21" fmla="*/ 1772601 w 5563679"/>
              <a:gd name="connsiteY21" fmla="*/ 1410943 h 5550115"/>
              <a:gd name="connsiteX22" fmla="*/ 1901628 w 5563679"/>
              <a:gd name="connsiteY22" fmla="*/ 1539970 h 5550115"/>
              <a:gd name="connsiteX23" fmla="*/ 1901627 w 5563679"/>
              <a:gd name="connsiteY23" fmla="*/ 1539969 h 5550115"/>
              <a:gd name="connsiteX24" fmla="*/ 2030654 w 5563679"/>
              <a:gd name="connsiteY24" fmla="*/ 1410942 h 5550115"/>
              <a:gd name="connsiteX25" fmla="*/ 2030654 w 5563679"/>
              <a:gd name="connsiteY25" fmla="*/ 1130923 h 5550115"/>
              <a:gd name="connsiteX26" fmla="*/ 2032657 w 5563679"/>
              <a:gd name="connsiteY26" fmla="*/ 1119572 h 5550115"/>
              <a:gd name="connsiteX27" fmla="*/ 2132386 w 5563679"/>
              <a:gd name="connsiteY27" fmla="*/ 1033623 h 5550115"/>
              <a:gd name="connsiteX28" fmla="*/ 2155866 w 5563679"/>
              <a:gd name="connsiteY28" fmla="*/ 1031256 h 5550115"/>
              <a:gd name="connsiteX29" fmla="*/ 2155866 w 5563679"/>
              <a:gd name="connsiteY29" fmla="*/ 1030518 h 5550115"/>
              <a:gd name="connsiteX30" fmla="*/ 2203936 w 5563679"/>
              <a:gd name="connsiteY30" fmla="*/ 1020814 h 5550115"/>
              <a:gd name="connsiteX31" fmla="*/ 2282739 w 5563679"/>
              <a:gd name="connsiteY31" fmla="*/ 901926 h 5550115"/>
              <a:gd name="connsiteX32" fmla="*/ 2282739 w 5563679"/>
              <a:gd name="connsiteY32" fmla="*/ 811796 h 5550115"/>
              <a:gd name="connsiteX33" fmla="*/ 2291128 w 5563679"/>
              <a:gd name="connsiteY33" fmla="*/ 770246 h 5550115"/>
              <a:gd name="connsiteX34" fmla="*/ 2410015 w 5563679"/>
              <a:gd name="connsiteY34" fmla="*/ 691442 h 5550115"/>
              <a:gd name="connsiteX35" fmla="*/ 2528902 w 5563679"/>
              <a:gd name="connsiteY35" fmla="*/ 770246 h 5550115"/>
              <a:gd name="connsiteX36" fmla="*/ 2531092 w 5563679"/>
              <a:gd name="connsiteY36" fmla="*/ 781090 h 5550115"/>
              <a:gd name="connsiteX37" fmla="*/ 2531092 w 5563679"/>
              <a:gd name="connsiteY37" fmla="*/ 1021960 h 5550115"/>
              <a:gd name="connsiteX38" fmla="*/ 2609895 w 5563679"/>
              <a:gd name="connsiteY38" fmla="*/ 1140848 h 5550115"/>
              <a:gd name="connsiteX39" fmla="*/ 2657965 w 5563679"/>
              <a:gd name="connsiteY39" fmla="*/ 1150552 h 5550115"/>
              <a:gd name="connsiteX40" fmla="*/ 2657965 w 5563679"/>
              <a:gd name="connsiteY40" fmla="*/ 1151290 h 5550115"/>
              <a:gd name="connsiteX41" fmla="*/ 2681445 w 5563679"/>
              <a:gd name="connsiteY41" fmla="*/ 1153657 h 5550115"/>
              <a:gd name="connsiteX42" fmla="*/ 2781174 w 5563679"/>
              <a:gd name="connsiteY42" fmla="*/ 1239606 h 5550115"/>
              <a:gd name="connsiteX43" fmla="*/ 2781426 w 5563679"/>
              <a:gd name="connsiteY43" fmla="*/ 1241035 h 5550115"/>
              <a:gd name="connsiteX44" fmla="*/ 2781426 w 5563679"/>
              <a:gd name="connsiteY44" fmla="*/ 1345676 h 5550115"/>
              <a:gd name="connsiteX45" fmla="*/ 2910453 w 5563679"/>
              <a:gd name="connsiteY45" fmla="*/ 1474703 h 5550115"/>
              <a:gd name="connsiteX46" fmla="*/ 2910452 w 5563679"/>
              <a:gd name="connsiteY46" fmla="*/ 1474702 h 5550115"/>
              <a:gd name="connsiteX47" fmla="*/ 3039479 w 5563679"/>
              <a:gd name="connsiteY47" fmla="*/ 1345675 h 5550115"/>
              <a:gd name="connsiteX48" fmla="*/ 3039480 w 5563679"/>
              <a:gd name="connsiteY48" fmla="*/ 1362198 h 5550115"/>
              <a:gd name="connsiteX49" fmla="*/ 3049618 w 5563679"/>
              <a:gd name="connsiteY49" fmla="*/ 1311979 h 5550115"/>
              <a:gd name="connsiteX50" fmla="*/ 3168506 w 5563679"/>
              <a:gd name="connsiteY50" fmla="*/ 1233175 h 5550115"/>
              <a:gd name="connsiteX51" fmla="*/ 3287393 w 5563679"/>
              <a:gd name="connsiteY51" fmla="*/ 1311979 h 5550115"/>
              <a:gd name="connsiteX52" fmla="*/ 3297157 w 5563679"/>
              <a:gd name="connsiteY52" fmla="*/ 1360339 h 5550115"/>
              <a:gd name="connsiteX53" fmla="*/ 3297157 w 5563679"/>
              <a:gd name="connsiteY53" fmla="*/ 1946741 h 5550115"/>
              <a:gd name="connsiteX54" fmla="*/ 3426184 w 5563679"/>
              <a:gd name="connsiteY54" fmla="*/ 2075768 h 5550115"/>
              <a:gd name="connsiteX55" fmla="*/ 3426183 w 5563679"/>
              <a:gd name="connsiteY55" fmla="*/ 2075767 h 5550115"/>
              <a:gd name="connsiteX56" fmla="*/ 3555210 w 5563679"/>
              <a:gd name="connsiteY56" fmla="*/ 1946740 h 5550115"/>
              <a:gd name="connsiteX57" fmla="*/ 3555211 w 5563679"/>
              <a:gd name="connsiteY57" fmla="*/ 1049778 h 5550115"/>
              <a:gd name="connsiteX58" fmla="*/ 3565349 w 5563679"/>
              <a:gd name="connsiteY58" fmla="*/ 999559 h 5550115"/>
              <a:gd name="connsiteX59" fmla="*/ 3684237 w 5563679"/>
              <a:gd name="connsiteY59" fmla="*/ 920755 h 5550115"/>
              <a:gd name="connsiteX60" fmla="*/ 3803124 w 5563679"/>
              <a:gd name="connsiteY60" fmla="*/ 999559 h 5550115"/>
              <a:gd name="connsiteX61" fmla="*/ 3806722 w 5563679"/>
              <a:gd name="connsiteY61" fmla="*/ 1017378 h 5550115"/>
              <a:gd name="connsiteX62" fmla="*/ 3806722 w 5563679"/>
              <a:gd name="connsiteY62" fmla="*/ 1326324 h 5550115"/>
              <a:gd name="connsiteX63" fmla="*/ 3935749 w 5563679"/>
              <a:gd name="connsiteY63" fmla="*/ 1455351 h 5550115"/>
              <a:gd name="connsiteX64" fmla="*/ 3935748 w 5563679"/>
              <a:gd name="connsiteY64" fmla="*/ 1455350 h 5550115"/>
              <a:gd name="connsiteX65" fmla="*/ 4064775 w 5563679"/>
              <a:gd name="connsiteY65" fmla="*/ 1326323 h 5550115"/>
              <a:gd name="connsiteX66" fmla="*/ 4064775 w 5563679"/>
              <a:gd name="connsiteY66" fmla="*/ 1279585 h 5550115"/>
              <a:gd name="connsiteX67" fmla="*/ 4083444 w 5563679"/>
              <a:gd name="connsiteY67" fmla="*/ 1247043 h 5550115"/>
              <a:gd name="connsiteX68" fmla="*/ 4160509 w 5563679"/>
              <a:gd name="connsiteY68" fmla="*/ 1200599 h 5550115"/>
              <a:gd name="connsiteX69" fmla="*/ 4183989 w 5563679"/>
              <a:gd name="connsiteY69" fmla="*/ 1198232 h 5550115"/>
              <a:gd name="connsiteX70" fmla="*/ 4183989 w 5563679"/>
              <a:gd name="connsiteY70" fmla="*/ 1197494 h 5550115"/>
              <a:gd name="connsiteX71" fmla="*/ 4232059 w 5563679"/>
              <a:gd name="connsiteY71" fmla="*/ 1187790 h 5550115"/>
              <a:gd name="connsiteX72" fmla="*/ 4310862 w 5563679"/>
              <a:gd name="connsiteY72" fmla="*/ 1068902 h 5550115"/>
              <a:gd name="connsiteX73" fmla="*/ 4310862 w 5563679"/>
              <a:gd name="connsiteY73" fmla="*/ 954918 h 5550115"/>
              <a:gd name="connsiteX74" fmla="*/ 4319251 w 5563679"/>
              <a:gd name="connsiteY74" fmla="*/ 913368 h 5550115"/>
              <a:gd name="connsiteX75" fmla="*/ 4438138 w 5563679"/>
              <a:gd name="connsiteY75" fmla="*/ 834564 h 5550115"/>
              <a:gd name="connsiteX76" fmla="*/ 4557025 w 5563679"/>
              <a:gd name="connsiteY76" fmla="*/ 913368 h 5550115"/>
              <a:gd name="connsiteX77" fmla="*/ 4559215 w 5563679"/>
              <a:gd name="connsiteY77" fmla="*/ 924213 h 5550115"/>
              <a:gd name="connsiteX78" fmla="*/ 4559215 w 5563679"/>
              <a:gd name="connsiteY78" fmla="*/ 1077616 h 5550115"/>
              <a:gd name="connsiteX79" fmla="*/ 4638018 w 5563679"/>
              <a:gd name="connsiteY79" fmla="*/ 1196504 h 5550115"/>
              <a:gd name="connsiteX80" fmla="*/ 4686088 w 5563679"/>
              <a:gd name="connsiteY80" fmla="*/ 1206208 h 5550115"/>
              <a:gd name="connsiteX81" fmla="*/ 4686088 w 5563679"/>
              <a:gd name="connsiteY81" fmla="*/ 1206946 h 5550115"/>
              <a:gd name="connsiteX82" fmla="*/ 4709568 w 5563679"/>
              <a:gd name="connsiteY82" fmla="*/ 1209313 h 5550115"/>
              <a:gd name="connsiteX83" fmla="*/ 4809296 w 5563679"/>
              <a:gd name="connsiteY83" fmla="*/ 1295262 h 5550115"/>
              <a:gd name="connsiteX84" fmla="*/ 4811500 w 5563679"/>
              <a:gd name="connsiteY84" fmla="*/ 1307752 h 5550115"/>
              <a:gd name="connsiteX85" fmla="*/ 4811500 w 5563679"/>
              <a:gd name="connsiteY85" fmla="*/ 1441660 h 5550115"/>
              <a:gd name="connsiteX86" fmla="*/ 4940527 w 5563679"/>
              <a:gd name="connsiteY86" fmla="*/ 1570687 h 5550115"/>
              <a:gd name="connsiteX87" fmla="*/ 4940526 w 5563679"/>
              <a:gd name="connsiteY87" fmla="*/ 1570686 h 5550115"/>
              <a:gd name="connsiteX88" fmla="*/ 5069553 w 5563679"/>
              <a:gd name="connsiteY88" fmla="*/ 1441659 h 5550115"/>
              <a:gd name="connsiteX89" fmla="*/ 5069553 w 5563679"/>
              <a:gd name="connsiteY89" fmla="*/ 1076405 h 5550115"/>
              <a:gd name="connsiteX90" fmla="*/ 5071757 w 5563679"/>
              <a:gd name="connsiteY90" fmla="*/ 1063915 h 5550115"/>
              <a:gd name="connsiteX91" fmla="*/ 5171486 w 5563679"/>
              <a:gd name="connsiteY91" fmla="*/ 977966 h 5550115"/>
              <a:gd name="connsiteX92" fmla="*/ 5194966 w 5563679"/>
              <a:gd name="connsiteY92" fmla="*/ 975599 h 5550115"/>
              <a:gd name="connsiteX93" fmla="*/ 5194966 w 5563679"/>
              <a:gd name="connsiteY93" fmla="*/ 974861 h 5550115"/>
              <a:gd name="connsiteX94" fmla="*/ 5243036 w 5563679"/>
              <a:gd name="connsiteY94" fmla="*/ 965157 h 5550115"/>
              <a:gd name="connsiteX95" fmla="*/ 5321839 w 5563679"/>
              <a:gd name="connsiteY95" fmla="*/ 846269 h 5550115"/>
              <a:gd name="connsiteX96" fmla="*/ 5321839 w 5563679"/>
              <a:gd name="connsiteY96" fmla="*/ 469894 h 5550115"/>
              <a:gd name="connsiteX97" fmla="*/ 5330228 w 5563679"/>
              <a:gd name="connsiteY97" fmla="*/ 428344 h 5550115"/>
              <a:gd name="connsiteX98" fmla="*/ 5449115 w 5563679"/>
              <a:gd name="connsiteY98" fmla="*/ 349540 h 5550115"/>
              <a:gd name="connsiteX99" fmla="*/ 5548678 w 5563679"/>
              <a:gd name="connsiteY99" fmla="*/ 396494 h 5550115"/>
              <a:gd name="connsiteX100" fmla="*/ 5562692 w 5563679"/>
              <a:gd name="connsiteY100" fmla="*/ 419592 h 5550115"/>
              <a:gd name="connsiteX101" fmla="*/ 5562692 w 5563679"/>
              <a:gd name="connsiteY101" fmla="*/ 2265528 h 5550115"/>
              <a:gd name="connsiteX102" fmla="*/ 5563679 w 5563679"/>
              <a:gd name="connsiteY102" fmla="*/ 2265528 h 5550115"/>
              <a:gd name="connsiteX103" fmla="*/ 5563679 w 5563679"/>
              <a:gd name="connsiteY103" fmla="*/ 3341998 h 5550115"/>
              <a:gd name="connsiteX104" fmla="*/ 5484876 w 5563679"/>
              <a:gd name="connsiteY104" fmla="*/ 3460886 h 5550115"/>
              <a:gd name="connsiteX105" fmla="*/ 5436806 w 5563679"/>
              <a:gd name="connsiteY105" fmla="*/ 3470590 h 5550115"/>
              <a:gd name="connsiteX106" fmla="*/ 5436806 w 5563679"/>
              <a:gd name="connsiteY106" fmla="*/ 3471328 h 5550115"/>
              <a:gd name="connsiteX107" fmla="*/ 5413326 w 5563679"/>
              <a:gd name="connsiteY107" fmla="*/ 3473695 h 5550115"/>
              <a:gd name="connsiteX108" fmla="*/ 5336262 w 5563679"/>
              <a:gd name="connsiteY108" fmla="*/ 3520139 h 5550115"/>
              <a:gd name="connsiteX109" fmla="*/ 5315097 w 5563679"/>
              <a:gd name="connsiteY109" fmla="*/ 3557030 h 5550115"/>
              <a:gd name="connsiteX110" fmla="*/ 5315097 w 5563679"/>
              <a:gd name="connsiteY110" fmla="*/ 3620344 h 5550115"/>
              <a:gd name="connsiteX111" fmla="*/ 5236294 w 5563679"/>
              <a:gd name="connsiteY111" fmla="*/ 3739232 h 5550115"/>
              <a:gd name="connsiteX112" fmla="*/ 5188224 w 5563679"/>
              <a:gd name="connsiteY112" fmla="*/ 3748936 h 5550115"/>
              <a:gd name="connsiteX113" fmla="*/ 5188224 w 5563679"/>
              <a:gd name="connsiteY113" fmla="*/ 3749674 h 5550115"/>
              <a:gd name="connsiteX114" fmla="*/ 5164744 w 5563679"/>
              <a:gd name="connsiteY114" fmla="*/ 3752041 h 5550115"/>
              <a:gd name="connsiteX115" fmla="*/ 5065015 w 5563679"/>
              <a:gd name="connsiteY115" fmla="*/ 3837990 h 5550115"/>
              <a:gd name="connsiteX116" fmla="*/ 5064995 w 5563679"/>
              <a:gd name="connsiteY116" fmla="*/ 3838103 h 5550115"/>
              <a:gd name="connsiteX117" fmla="*/ 5064995 w 5563679"/>
              <a:gd name="connsiteY117" fmla="*/ 4397896 h 5550115"/>
              <a:gd name="connsiteX118" fmla="*/ 4986192 w 5563679"/>
              <a:gd name="connsiteY118" fmla="*/ 4516784 h 5550115"/>
              <a:gd name="connsiteX119" fmla="*/ 4938122 w 5563679"/>
              <a:gd name="connsiteY119" fmla="*/ 4526488 h 5550115"/>
              <a:gd name="connsiteX120" fmla="*/ 4938122 w 5563679"/>
              <a:gd name="connsiteY120" fmla="*/ 4527226 h 5550115"/>
              <a:gd name="connsiteX121" fmla="*/ 4914642 w 5563679"/>
              <a:gd name="connsiteY121" fmla="*/ 4529593 h 5550115"/>
              <a:gd name="connsiteX122" fmla="*/ 4814913 w 5563679"/>
              <a:gd name="connsiteY122" fmla="*/ 4615542 h 5550115"/>
              <a:gd name="connsiteX123" fmla="*/ 4814662 w 5563679"/>
              <a:gd name="connsiteY123" fmla="*/ 4616965 h 5550115"/>
              <a:gd name="connsiteX124" fmla="*/ 4814662 w 5563679"/>
              <a:gd name="connsiteY124" fmla="*/ 4885290 h 5550115"/>
              <a:gd name="connsiteX125" fmla="*/ 4685635 w 5563679"/>
              <a:gd name="connsiteY125" fmla="*/ 5014317 h 5550115"/>
              <a:gd name="connsiteX126" fmla="*/ 4685636 w 5563679"/>
              <a:gd name="connsiteY126" fmla="*/ 5014316 h 5550115"/>
              <a:gd name="connsiteX127" fmla="*/ 4556609 w 5563679"/>
              <a:gd name="connsiteY127" fmla="*/ 4885289 h 5550115"/>
              <a:gd name="connsiteX128" fmla="*/ 4556609 w 5563679"/>
              <a:gd name="connsiteY128" fmla="*/ 4605270 h 5550115"/>
              <a:gd name="connsiteX129" fmla="*/ 4554606 w 5563679"/>
              <a:gd name="connsiteY129" fmla="*/ 4593919 h 5550115"/>
              <a:gd name="connsiteX130" fmla="*/ 4454877 w 5563679"/>
              <a:gd name="connsiteY130" fmla="*/ 4507970 h 5550115"/>
              <a:gd name="connsiteX131" fmla="*/ 4431397 w 5563679"/>
              <a:gd name="connsiteY131" fmla="*/ 4505603 h 5550115"/>
              <a:gd name="connsiteX132" fmla="*/ 4431397 w 5563679"/>
              <a:gd name="connsiteY132" fmla="*/ 4504865 h 5550115"/>
              <a:gd name="connsiteX133" fmla="*/ 4383327 w 5563679"/>
              <a:gd name="connsiteY133" fmla="*/ 4495161 h 5550115"/>
              <a:gd name="connsiteX134" fmla="*/ 4304524 w 5563679"/>
              <a:gd name="connsiteY134" fmla="*/ 4376273 h 5550115"/>
              <a:gd name="connsiteX135" fmla="*/ 4304524 w 5563679"/>
              <a:gd name="connsiteY135" fmla="*/ 4286143 h 5550115"/>
              <a:gd name="connsiteX136" fmla="*/ 4296135 w 5563679"/>
              <a:gd name="connsiteY136" fmla="*/ 4244593 h 5550115"/>
              <a:gd name="connsiteX137" fmla="*/ 4177248 w 5563679"/>
              <a:gd name="connsiteY137" fmla="*/ 4165789 h 5550115"/>
              <a:gd name="connsiteX138" fmla="*/ 4058361 w 5563679"/>
              <a:gd name="connsiteY138" fmla="*/ 4244593 h 5550115"/>
              <a:gd name="connsiteX139" fmla="*/ 4056171 w 5563679"/>
              <a:gd name="connsiteY139" fmla="*/ 4255437 h 5550115"/>
              <a:gd name="connsiteX140" fmla="*/ 4056171 w 5563679"/>
              <a:gd name="connsiteY140" fmla="*/ 4496307 h 5550115"/>
              <a:gd name="connsiteX141" fmla="*/ 3977368 w 5563679"/>
              <a:gd name="connsiteY141" fmla="*/ 4615195 h 5550115"/>
              <a:gd name="connsiteX142" fmla="*/ 3929298 w 5563679"/>
              <a:gd name="connsiteY142" fmla="*/ 4624899 h 5550115"/>
              <a:gd name="connsiteX143" fmla="*/ 3929298 w 5563679"/>
              <a:gd name="connsiteY143" fmla="*/ 4625637 h 5550115"/>
              <a:gd name="connsiteX144" fmla="*/ 3905818 w 5563679"/>
              <a:gd name="connsiteY144" fmla="*/ 4628004 h 5550115"/>
              <a:gd name="connsiteX145" fmla="*/ 3806089 w 5563679"/>
              <a:gd name="connsiteY145" fmla="*/ 4713953 h 5550115"/>
              <a:gd name="connsiteX146" fmla="*/ 3805837 w 5563679"/>
              <a:gd name="connsiteY146" fmla="*/ 4715382 h 5550115"/>
              <a:gd name="connsiteX147" fmla="*/ 3805837 w 5563679"/>
              <a:gd name="connsiteY147" fmla="*/ 4820023 h 5550115"/>
              <a:gd name="connsiteX148" fmla="*/ 3676810 w 5563679"/>
              <a:gd name="connsiteY148" fmla="*/ 4949050 h 5550115"/>
              <a:gd name="connsiteX149" fmla="*/ 3676811 w 5563679"/>
              <a:gd name="connsiteY149" fmla="*/ 4949049 h 5550115"/>
              <a:gd name="connsiteX150" fmla="*/ 3547784 w 5563679"/>
              <a:gd name="connsiteY150" fmla="*/ 4820022 h 5550115"/>
              <a:gd name="connsiteX151" fmla="*/ 3547784 w 5563679"/>
              <a:gd name="connsiteY151" fmla="*/ 2265528 h 5550115"/>
              <a:gd name="connsiteX152" fmla="*/ 3547783 w 5563679"/>
              <a:gd name="connsiteY152" fmla="*/ 4836545 h 5550115"/>
              <a:gd name="connsiteX153" fmla="*/ 3537645 w 5563679"/>
              <a:gd name="connsiteY153" fmla="*/ 4786326 h 5550115"/>
              <a:gd name="connsiteX154" fmla="*/ 3418757 w 5563679"/>
              <a:gd name="connsiteY154" fmla="*/ 4707522 h 5550115"/>
              <a:gd name="connsiteX155" fmla="*/ 3299870 w 5563679"/>
              <a:gd name="connsiteY155" fmla="*/ 4786326 h 5550115"/>
              <a:gd name="connsiteX156" fmla="*/ 3290106 w 5563679"/>
              <a:gd name="connsiteY156" fmla="*/ 4834686 h 5550115"/>
              <a:gd name="connsiteX157" fmla="*/ 3290106 w 5563679"/>
              <a:gd name="connsiteY157" fmla="*/ 5421088 h 5550115"/>
              <a:gd name="connsiteX158" fmla="*/ 3161079 w 5563679"/>
              <a:gd name="connsiteY158" fmla="*/ 5550115 h 5550115"/>
              <a:gd name="connsiteX159" fmla="*/ 3161080 w 5563679"/>
              <a:gd name="connsiteY159" fmla="*/ 5550114 h 5550115"/>
              <a:gd name="connsiteX160" fmla="*/ 3032053 w 5563679"/>
              <a:gd name="connsiteY160" fmla="*/ 5421087 h 5550115"/>
              <a:gd name="connsiteX161" fmla="*/ 3032053 w 5563679"/>
              <a:gd name="connsiteY161" fmla="*/ 2265528 h 5550115"/>
              <a:gd name="connsiteX162" fmla="*/ 3032052 w 5563679"/>
              <a:gd name="connsiteY162" fmla="*/ 4524125 h 5550115"/>
              <a:gd name="connsiteX163" fmla="*/ 3021914 w 5563679"/>
              <a:gd name="connsiteY163" fmla="*/ 4473906 h 5550115"/>
              <a:gd name="connsiteX164" fmla="*/ 2903026 w 5563679"/>
              <a:gd name="connsiteY164" fmla="*/ 4395102 h 5550115"/>
              <a:gd name="connsiteX165" fmla="*/ 2784139 w 5563679"/>
              <a:gd name="connsiteY165" fmla="*/ 4473906 h 5550115"/>
              <a:gd name="connsiteX166" fmla="*/ 2780541 w 5563679"/>
              <a:gd name="connsiteY166" fmla="*/ 4491725 h 5550115"/>
              <a:gd name="connsiteX167" fmla="*/ 2780541 w 5563679"/>
              <a:gd name="connsiteY167" fmla="*/ 4800671 h 5550115"/>
              <a:gd name="connsiteX168" fmla="*/ 2651514 w 5563679"/>
              <a:gd name="connsiteY168" fmla="*/ 4929698 h 5550115"/>
              <a:gd name="connsiteX169" fmla="*/ 2651515 w 5563679"/>
              <a:gd name="connsiteY169" fmla="*/ 4929697 h 5550115"/>
              <a:gd name="connsiteX170" fmla="*/ 2522488 w 5563679"/>
              <a:gd name="connsiteY170" fmla="*/ 4800670 h 5550115"/>
              <a:gd name="connsiteX171" fmla="*/ 2522488 w 5563679"/>
              <a:gd name="connsiteY171" fmla="*/ 4753932 h 5550115"/>
              <a:gd name="connsiteX172" fmla="*/ 2503819 w 5563679"/>
              <a:gd name="connsiteY172" fmla="*/ 4721390 h 5550115"/>
              <a:gd name="connsiteX173" fmla="*/ 2426754 w 5563679"/>
              <a:gd name="connsiteY173" fmla="*/ 4674946 h 5550115"/>
              <a:gd name="connsiteX174" fmla="*/ 2403274 w 5563679"/>
              <a:gd name="connsiteY174" fmla="*/ 4672579 h 5550115"/>
              <a:gd name="connsiteX175" fmla="*/ 2403274 w 5563679"/>
              <a:gd name="connsiteY175" fmla="*/ 4671841 h 5550115"/>
              <a:gd name="connsiteX176" fmla="*/ 2355204 w 5563679"/>
              <a:gd name="connsiteY176" fmla="*/ 4662137 h 5550115"/>
              <a:gd name="connsiteX177" fmla="*/ 2276401 w 5563679"/>
              <a:gd name="connsiteY177" fmla="*/ 4543249 h 5550115"/>
              <a:gd name="connsiteX178" fmla="*/ 2276401 w 5563679"/>
              <a:gd name="connsiteY178" fmla="*/ 4429265 h 5550115"/>
              <a:gd name="connsiteX179" fmla="*/ 2268012 w 5563679"/>
              <a:gd name="connsiteY179" fmla="*/ 4387715 h 5550115"/>
              <a:gd name="connsiteX180" fmla="*/ 2149125 w 5563679"/>
              <a:gd name="connsiteY180" fmla="*/ 4308911 h 5550115"/>
              <a:gd name="connsiteX181" fmla="*/ 2030238 w 5563679"/>
              <a:gd name="connsiteY181" fmla="*/ 4387715 h 5550115"/>
              <a:gd name="connsiteX182" fmla="*/ 2028048 w 5563679"/>
              <a:gd name="connsiteY182" fmla="*/ 4398560 h 5550115"/>
              <a:gd name="connsiteX183" fmla="*/ 2028048 w 5563679"/>
              <a:gd name="connsiteY183" fmla="*/ 4551963 h 5550115"/>
              <a:gd name="connsiteX184" fmla="*/ 1949245 w 5563679"/>
              <a:gd name="connsiteY184" fmla="*/ 4670851 h 5550115"/>
              <a:gd name="connsiteX185" fmla="*/ 1901175 w 5563679"/>
              <a:gd name="connsiteY185" fmla="*/ 4680555 h 5550115"/>
              <a:gd name="connsiteX186" fmla="*/ 1901175 w 5563679"/>
              <a:gd name="connsiteY186" fmla="*/ 4681293 h 5550115"/>
              <a:gd name="connsiteX187" fmla="*/ 1877695 w 5563679"/>
              <a:gd name="connsiteY187" fmla="*/ 4683660 h 5550115"/>
              <a:gd name="connsiteX188" fmla="*/ 1777966 w 5563679"/>
              <a:gd name="connsiteY188" fmla="*/ 4769609 h 5550115"/>
              <a:gd name="connsiteX189" fmla="*/ 1775762 w 5563679"/>
              <a:gd name="connsiteY189" fmla="*/ 4782099 h 5550115"/>
              <a:gd name="connsiteX190" fmla="*/ 1775762 w 5563679"/>
              <a:gd name="connsiteY190" fmla="*/ 4916007 h 5550115"/>
              <a:gd name="connsiteX191" fmla="*/ 1646735 w 5563679"/>
              <a:gd name="connsiteY191" fmla="*/ 5045034 h 5550115"/>
              <a:gd name="connsiteX192" fmla="*/ 1646736 w 5563679"/>
              <a:gd name="connsiteY192" fmla="*/ 5045033 h 5550115"/>
              <a:gd name="connsiteX193" fmla="*/ 1517709 w 5563679"/>
              <a:gd name="connsiteY193" fmla="*/ 4916006 h 5550115"/>
              <a:gd name="connsiteX194" fmla="*/ 1517709 w 5563679"/>
              <a:gd name="connsiteY194" fmla="*/ 4550752 h 5550115"/>
              <a:gd name="connsiteX195" fmla="*/ 1515505 w 5563679"/>
              <a:gd name="connsiteY195" fmla="*/ 4538262 h 5550115"/>
              <a:gd name="connsiteX196" fmla="*/ 1415776 w 5563679"/>
              <a:gd name="connsiteY196" fmla="*/ 4452313 h 5550115"/>
              <a:gd name="connsiteX197" fmla="*/ 1392296 w 5563679"/>
              <a:gd name="connsiteY197" fmla="*/ 4449946 h 5550115"/>
              <a:gd name="connsiteX198" fmla="*/ 1392296 w 5563679"/>
              <a:gd name="connsiteY198" fmla="*/ 4449208 h 5550115"/>
              <a:gd name="connsiteX199" fmla="*/ 1344226 w 5563679"/>
              <a:gd name="connsiteY199" fmla="*/ 4439504 h 5550115"/>
              <a:gd name="connsiteX200" fmla="*/ 1265423 w 5563679"/>
              <a:gd name="connsiteY200" fmla="*/ 4320616 h 5550115"/>
              <a:gd name="connsiteX201" fmla="*/ 1265423 w 5563679"/>
              <a:gd name="connsiteY201" fmla="*/ 3944241 h 5550115"/>
              <a:gd name="connsiteX202" fmla="*/ 1257034 w 5563679"/>
              <a:gd name="connsiteY202" fmla="*/ 3902691 h 5550115"/>
              <a:gd name="connsiteX203" fmla="*/ 1138147 w 5563679"/>
              <a:gd name="connsiteY203" fmla="*/ 3823887 h 5550115"/>
              <a:gd name="connsiteX204" fmla="*/ 1019260 w 5563679"/>
              <a:gd name="connsiteY204" fmla="*/ 3902691 h 5550115"/>
              <a:gd name="connsiteX205" fmla="*/ 1016586 w 5563679"/>
              <a:gd name="connsiteY205" fmla="*/ 3915934 h 5550115"/>
              <a:gd name="connsiteX206" fmla="*/ 1016586 w 5563679"/>
              <a:gd name="connsiteY206" fmla="*/ 3976598 h 5550115"/>
              <a:gd name="connsiteX207" fmla="*/ 887559 w 5563679"/>
              <a:gd name="connsiteY207" fmla="*/ 4105625 h 5550115"/>
              <a:gd name="connsiteX208" fmla="*/ 887560 w 5563679"/>
              <a:gd name="connsiteY208" fmla="*/ 4105624 h 5550115"/>
              <a:gd name="connsiteX209" fmla="*/ 758533 w 5563679"/>
              <a:gd name="connsiteY209" fmla="*/ 3976597 h 5550115"/>
              <a:gd name="connsiteX210" fmla="*/ 758533 w 5563679"/>
              <a:gd name="connsiteY210" fmla="*/ 3835817 h 5550115"/>
              <a:gd name="connsiteX211" fmla="*/ 737116 w 5563679"/>
              <a:gd name="connsiteY211" fmla="*/ 3798485 h 5550115"/>
              <a:gd name="connsiteX212" fmla="*/ 660051 w 5563679"/>
              <a:gd name="connsiteY212" fmla="*/ 3752041 h 5550115"/>
              <a:gd name="connsiteX213" fmla="*/ 636571 w 5563679"/>
              <a:gd name="connsiteY213" fmla="*/ 3749674 h 5550115"/>
              <a:gd name="connsiteX214" fmla="*/ 636571 w 5563679"/>
              <a:gd name="connsiteY214" fmla="*/ 3748936 h 5550115"/>
              <a:gd name="connsiteX215" fmla="*/ 588501 w 5563679"/>
              <a:gd name="connsiteY215" fmla="*/ 3739232 h 5550115"/>
              <a:gd name="connsiteX216" fmla="*/ 509698 w 5563679"/>
              <a:gd name="connsiteY216" fmla="*/ 3620344 h 5550115"/>
              <a:gd name="connsiteX217" fmla="*/ 509698 w 5563679"/>
              <a:gd name="connsiteY217" fmla="*/ 2675086 h 5550115"/>
              <a:gd name="connsiteX218" fmla="*/ 501309 w 5563679"/>
              <a:gd name="connsiteY218" fmla="*/ 2633537 h 5550115"/>
              <a:gd name="connsiteX219" fmla="*/ 382422 w 5563679"/>
              <a:gd name="connsiteY219" fmla="*/ 2554733 h 5550115"/>
              <a:gd name="connsiteX220" fmla="*/ 263535 w 5563679"/>
              <a:gd name="connsiteY220" fmla="*/ 2633537 h 5550115"/>
              <a:gd name="connsiteX221" fmla="*/ 258053 w 5563679"/>
              <a:gd name="connsiteY221" fmla="*/ 2660688 h 5550115"/>
              <a:gd name="connsiteX222" fmla="*/ 258053 w 5563679"/>
              <a:gd name="connsiteY222" fmla="*/ 2715723 h 5550115"/>
              <a:gd name="connsiteX223" fmla="*/ 129026 w 5563679"/>
              <a:gd name="connsiteY223" fmla="*/ 2844750 h 5550115"/>
              <a:gd name="connsiteX224" fmla="*/ 129027 w 5563679"/>
              <a:gd name="connsiteY224" fmla="*/ 2844749 h 5550115"/>
              <a:gd name="connsiteX225" fmla="*/ 0 w 5563679"/>
              <a:gd name="connsiteY225" fmla="*/ 2715722 h 5550115"/>
              <a:gd name="connsiteX226" fmla="*/ 0 w 5563679"/>
              <a:gd name="connsiteY226" fmla="*/ 2265528 h 5550115"/>
              <a:gd name="connsiteX227" fmla="*/ 0 w 5563679"/>
              <a:gd name="connsiteY227" fmla="*/ 546839 h 5550115"/>
              <a:gd name="connsiteX228" fmla="*/ 12233 w 5563679"/>
              <a:gd name="connsiteY228" fmla="*/ 526676 h 5550115"/>
              <a:gd name="connsiteX229" fmla="*/ 111797 w 5563679"/>
              <a:gd name="connsiteY229" fmla="*/ 479722 h 5550115"/>
              <a:gd name="connsiteX230" fmla="*/ 230684 w 5563679"/>
              <a:gd name="connsiteY230" fmla="*/ 558526 h 5550115"/>
              <a:gd name="connsiteX231" fmla="*/ 232874 w 5563679"/>
              <a:gd name="connsiteY231" fmla="*/ 569371 h 5550115"/>
              <a:gd name="connsiteX232" fmla="*/ 232874 w 5563679"/>
              <a:gd name="connsiteY232" fmla="*/ 722774 h 5550115"/>
              <a:gd name="connsiteX233" fmla="*/ 311677 w 5563679"/>
              <a:gd name="connsiteY233" fmla="*/ 841662 h 5550115"/>
              <a:gd name="connsiteX234" fmla="*/ 359747 w 5563679"/>
              <a:gd name="connsiteY234" fmla="*/ 851366 h 5550115"/>
              <a:gd name="connsiteX235" fmla="*/ 359747 w 5563679"/>
              <a:gd name="connsiteY235" fmla="*/ 852104 h 5550115"/>
              <a:gd name="connsiteX236" fmla="*/ 383227 w 5563679"/>
              <a:gd name="connsiteY236" fmla="*/ 854471 h 5550115"/>
              <a:gd name="connsiteX237" fmla="*/ 482956 w 5563679"/>
              <a:gd name="connsiteY237" fmla="*/ 940420 h 5550115"/>
              <a:gd name="connsiteX238" fmla="*/ 485160 w 5563679"/>
              <a:gd name="connsiteY238" fmla="*/ 952910 h 5550115"/>
              <a:gd name="connsiteX239" fmla="*/ 485160 w 5563679"/>
              <a:gd name="connsiteY239" fmla="*/ 1086818 h 5550115"/>
              <a:gd name="connsiteX240" fmla="*/ 614186 w 5563679"/>
              <a:gd name="connsiteY240" fmla="*/ 1215845 h 5550115"/>
              <a:gd name="connsiteX241" fmla="*/ 614185 w 5563679"/>
              <a:gd name="connsiteY241" fmla="*/ 1215844 h 5550115"/>
              <a:gd name="connsiteX242" fmla="*/ 743212 w 5563679"/>
              <a:gd name="connsiteY242" fmla="*/ 1086817 h 5550115"/>
              <a:gd name="connsiteX243" fmla="*/ 743212 w 5563679"/>
              <a:gd name="connsiteY243" fmla="*/ 721563 h 5550115"/>
              <a:gd name="connsiteX244" fmla="*/ 745416 w 5563679"/>
              <a:gd name="connsiteY244" fmla="*/ 709073 h 5550115"/>
              <a:gd name="connsiteX245" fmla="*/ 845145 w 5563679"/>
              <a:gd name="connsiteY245" fmla="*/ 623124 h 5550115"/>
              <a:gd name="connsiteX246" fmla="*/ 868625 w 5563679"/>
              <a:gd name="connsiteY246" fmla="*/ 620757 h 5550115"/>
              <a:gd name="connsiteX247" fmla="*/ 868625 w 5563679"/>
              <a:gd name="connsiteY247" fmla="*/ 620019 h 5550115"/>
              <a:gd name="connsiteX248" fmla="*/ 916695 w 5563679"/>
              <a:gd name="connsiteY248" fmla="*/ 610315 h 5550115"/>
              <a:gd name="connsiteX249" fmla="*/ 995498 w 5563679"/>
              <a:gd name="connsiteY249" fmla="*/ 491427 h 5550115"/>
              <a:gd name="connsiteX250" fmla="*/ 995498 w 5563679"/>
              <a:gd name="connsiteY250" fmla="*/ 115052 h 5550115"/>
              <a:gd name="connsiteX251" fmla="*/ 1003887 w 5563679"/>
              <a:gd name="connsiteY251" fmla="*/ 73502 h 5550115"/>
              <a:gd name="connsiteX252" fmla="*/ 1084406 w 5563679"/>
              <a:gd name="connsiteY252" fmla="*/ 499 h 5550115"/>
              <a:gd name="connsiteX253" fmla="*/ 1087705 w 5563679"/>
              <a:gd name="connsiteY253" fmla="*/ 0 h 5550115"/>
              <a:gd name="connsiteX0" fmla="*/ 1087705 w 5563679"/>
              <a:gd name="connsiteY0" fmla="*/ 0 h 5550115"/>
              <a:gd name="connsiteX1" fmla="*/ 1157844 w 5563679"/>
              <a:gd name="connsiteY1" fmla="*/ 0 h 5550115"/>
              <a:gd name="connsiteX2" fmla="*/ 1161143 w 5563679"/>
              <a:gd name="connsiteY2" fmla="*/ 499 h 5550115"/>
              <a:gd name="connsiteX3" fmla="*/ 1241661 w 5563679"/>
              <a:gd name="connsiteY3" fmla="*/ 73502 h 5550115"/>
              <a:gd name="connsiteX4" fmla="*/ 1244335 w 5563679"/>
              <a:gd name="connsiteY4" fmla="*/ 86745 h 5550115"/>
              <a:gd name="connsiteX5" fmla="*/ 1244335 w 5563679"/>
              <a:gd name="connsiteY5" fmla="*/ 147409 h 5550115"/>
              <a:gd name="connsiteX6" fmla="*/ 1373362 w 5563679"/>
              <a:gd name="connsiteY6" fmla="*/ 276436 h 5550115"/>
              <a:gd name="connsiteX7" fmla="*/ 1373361 w 5563679"/>
              <a:gd name="connsiteY7" fmla="*/ 276435 h 5550115"/>
              <a:gd name="connsiteX8" fmla="*/ 1390772 w 5563679"/>
              <a:gd name="connsiteY8" fmla="*/ 272920 h 5550115"/>
              <a:gd name="connsiteX9" fmla="*/ 1399039 w 5563679"/>
              <a:gd name="connsiteY9" fmla="*/ 274589 h 5550115"/>
              <a:gd name="connsiteX10" fmla="*/ 1399039 w 5563679"/>
              <a:gd name="connsiteY10" fmla="*/ 275327 h 5550115"/>
              <a:gd name="connsiteX11" fmla="*/ 1422519 w 5563679"/>
              <a:gd name="connsiteY11" fmla="*/ 277694 h 5550115"/>
              <a:gd name="connsiteX12" fmla="*/ 1522248 w 5563679"/>
              <a:gd name="connsiteY12" fmla="*/ 363643 h 5550115"/>
              <a:gd name="connsiteX13" fmla="*/ 1522268 w 5563679"/>
              <a:gd name="connsiteY13" fmla="*/ 363756 h 5550115"/>
              <a:gd name="connsiteX14" fmla="*/ 1522268 w 5563679"/>
              <a:gd name="connsiteY14" fmla="*/ 923549 h 5550115"/>
              <a:gd name="connsiteX15" fmla="*/ 1601071 w 5563679"/>
              <a:gd name="connsiteY15" fmla="*/ 1042437 h 5550115"/>
              <a:gd name="connsiteX16" fmla="*/ 1649141 w 5563679"/>
              <a:gd name="connsiteY16" fmla="*/ 1052141 h 5550115"/>
              <a:gd name="connsiteX17" fmla="*/ 1649141 w 5563679"/>
              <a:gd name="connsiteY17" fmla="*/ 1052879 h 5550115"/>
              <a:gd name="connsiteX18" fmla="*/ 1672621 w 5563679"/>
              <a:gd name="connsiteY18" fmla="*/ 1055246 h 5550115"/>
              <a:gd name="connsiteX19" fmla="*/ 1772350 w 5563679"/>
              <a:gd name="connsiteY19" fmla="*/ 1141195 h 5550115"/>
              <a:gd name="connsiteX20" fmla="*/ 1772601 w 5563679"/>
              <a:gd name="connsiteY20" fmla="*/ 1142618 h 5550115"/>
              <a:gd name="connsiteX21" fmla="*/ 1772601 w 5563679"/>
              <a:gd name="connsiteY21" fmla="*/ 1410943 h 5550115"/>
              <a:gd name="connsiteX22" fmla="*/ 1901628 w 5563679"/>
              <a:gd name="connsiteY22" fmla="*/ 1539970 h 5550115"/>
              <a:gd name="connsiteX23" fmla="*/ 1901627 w 5563679"/>
              <a:gd name="connsiteY23" fmla="*/ 1539969 h 5550115"/>
              <a:gd name="connsiteX24" fmla="*/ 2030654 w 5563679"/>
              <a:gd name="connsiteY24" fmla="*/ 1410942 h 5550115"/>
              <a:gd name="connsiteX25" fmla="*/ 2030654 w 5563679"/>
              <a:gd name="connsiteY25" fmla="*/ 1130923 h 5550115"/>
              <a:gd name="connsiteX26" fmla="*/ 2032657 w 5563679"/>
              <a:gd name="connsiteY26" fmla="*/ 1119572 h 5550115"/>
              <a:gd name="connsiteX27" fmla="*/ 2132386 w 5563679"/>
              <a:gd name="connsiteY27" fmla="*/ 1033623 h 5550115"/>
              <a:gd name="connsiteX28" fmla="*/ 2155866 w 5563679"/>
              <a:gd name="connsiteY28" fmla="*/ 1031256 h 5550115"/>
              <a:gd name="connsiteX29" fmla="*/ 2155866 w 5563679"/>
              <a:gd name="connsiteY29" fmla="*/ 1030518 h 5550115"/>
              <a:gd name="connsiteX30" fmla="*/ 2203936 w 5563679"/>
              <a:gd name="connsiteY30" fmla="*/ 1020814 h 5550115"/>
              <a:gd name="connsiteX31" fmla="*/ 2282739 w 5563679"/>
              <a:gd name="connsiteY31" fmla="*/ 901926 h 5550115"/>
              <a:gd name="connsiteX32" fmla="*/ 2282739 w 5563679"/>
              <a:gd name="connsiteY32" fmla="*/ 811796 h 5550115"/>
              <a:gd name="connsiteX33" fmla="*/ 2291128 w 5563679"/>
              <a:gd name="connsiteY33" fmla="*/ 770246 h 5550115"/>
              <a:gd name="connsiteX34" fmla="*/ 2410015 w 5563679"/>
              <a:gd name="connsiteY34" fmla="*/ 691442 h 5550115"/>
              <a:gd name="connsiteX35" fmla="*/ 2528902 w 5563679"/>
              <a:gd name="connsiteY35" fmla="*/ 770246 h 5550115"/>
              <a:gd name="connsiteX36" fmla="*/ 2531092 w 5563679"/>
              <a:gd name="connsiteY36" fmla="*/ 781090 h 5550115"/>
              <a:gd name="connsiteX37" fmla="*/ 2531092 w 5563679"/>
              <a:gd name="connsiteY37" fmla="*/ 1021960 h 5550115"/>
              <a:gd name="connsiteX38" fmla="*/ 2609895 w 5563679"/>
              <a:gd name="connsiteY38" fmla="*/ 1140848 h 5550115"/>
              <a:gd name="connsiteX39" fmla="*/ 2657965 w 5563679"/>
              <a:gd name="connsiteY39" fmla="*/ 1150552 h 5550115"/>
              <a:gd name="connsiteX40" fmla="*/ 2657965 w 5563679"/>
              <a:gd name="connsiteY40" fmla="*/ 1151290 h 5550115"/>
              <a:gd name="connsiteX41" fmla="*/ 2681445 w 5563679"/>
              <a:gd name="connsiteY41" fmla="*/ 1153657 h 5550115"/>
              <a:gd name="connsiteX42" fmla="*/ 2781174 w 5563679"/>
              <a:gd name="connsiteY42" fmla="*/ 1239606 h 5550115"/>
              <a:gd name="connsiteX43" fmla="*/ 2781426 w 5563679"/>
              <a:gd name="connsiteY43" fmla="*/ 1241035 h 5550115"/>
              <a:gd name="connsiteX44" fmla="*/ 2781426 w 5563679"/>
              <a:gd name="connsiteY44" fmla="*/ 1345676 h 5550115"/>
              <a:gd name="connsiteX45" fmla="*/ 2910453 w 5563679"/>
              <a:gd name="connsiteY45" fmla="*/ 1474703 h 5550115"/>
              <a:gd name="connsiteX46" fmla="*/ 2910452 w 5563679"/>
              <a:gd name="connsiteY46" fmla="*/ 1474702 h 5550115"/>
              <a:gd name="connsiteX47" fmla="*/ 3039479 w 5563679"/>
              <a:gd name="connsiteY47" fmla="*/ 1345675 h 5550115"/>
              <a:gd name="connsiteX48" fmla="*/ 3039480 w 5563679"/>
              <a:gd name="connsiteY48" fmla="*/ 1362198 h 5550115"/>
              <a:gd name="connsiteX49" fmla="*/ 3049618 w 5563679"/>
              <a:gd name="connsiteY49" fmla="*/ 1311979 h 5550115"/>
              <a:gd name="connsiteX50" fmla="*/ 3168506 w 5563679"/>
              <a:gd name="connsiteY50" fmla="*/ 1233175 h 5550115"/>
              <a:gd name="connsiteX51" fmla="*/ 3287393 w 5563679"/>
              <a:gd name="connsiteY51" fmla="*/ 1311979 h 5550115"/>
              <a:gd name="connsiteX52" fmla="*/ 3297157 w 5563679"/>
              <a:gd name="connsiteY52" fmla="*/ 1360339 h 5550115"/>
              <a:gd name="connsiteX53" fmla="*/ 3297157 w 5563679"/>
              <a:gd name="connsiteY53" fmla="*/ 1946741 h 5550115"/>
              <a:gd name="connsiteX54" fmla="*/ 3426184 w 5563679"/>
              <a:gd name="connsiteY54" fmla="*/ 2075768 h 5550115"/>
              <a:gd name="connsiteX55" fmla="*/ 3426183 w 5563679"/>
              <a:gd name="connsiteY55" fmla="*/ 2075767 h 5550115"/>
              <a:gd name="connsiteX56" fmla="*/ 3555210 w 5563679"/>
              <a:gd name="connsiteY56" fmla="*/ 1946740 h 5550115"/>
              <a:gd name="connsiteX57" fmla="*/ 3555211 w 5563679"/>
              <a:gd name="connsiteY57" fmla="*/ 1049778 h 5550115"/>
              <a:gd name="connsiteX58" fmla="*/ 3565349 w 5563679"/>
              <a:gd name="connsiteY58" fmla="*/ 999559 h 5550115"/>
              <a:gd name="connsiteX59" fmla="*/ 3684237 w 5563679"/>
              <a:gd name="connsiteY59" fmla="*/ 920755 h 5550115"/>
              <a:gd name="connsiteX60" fmla="*/ 3803124 w 5563679"/>
              <a:gd name="connsiteY60" fmla="*/ 999559 h 5550115"/>
              <a:gd name="connsiteX61" fmla="*/ 3806722 w 5563679"/>
              <a:gd name="connsiteY61" fmla="*/ 1017378 h 5550115"/>
              <a:gd name="connsiteX62" fmla="*/ 3806722 w 5563679"/>
              <a:gd name="connsiteY62" fmla="*/ 1326324 h 5550115"/>
              <a:gd name="connsiteX63" fmla="*/ 3935749 w 5563679"/>
              <a:gd name="connsiteY63" fmla="*/ 1455351 h 5550115"/>
              <a:gd name="connsiteX64" fmla="*/ 3935748 w 5563679"/>
              <a:gd name="connsiteY64" fmla="*/ 1455350 h 5550115"/>
              <a:gd name="connsiteX65" fmla="*/ 4064775 w 5563679"/>
              <a:gd name="connsiteY65" fmla="*/ 1326323 h 5550115"/>
              <a:gd name="connsiteX66" fmla="*/ 4064775 w 5563679"/>
              <a:gd name="connsiteY66" fmla="*/ 1279585 h 5550115"/>
              <a:gd name="connsiteX67" fmla="*/ 4083444 w 5563679"/>
              <a:gd name="connsiteY67" fmla="*/ 1247043 h 5550115"/>
              <a:gd name="connsiteX68" fmla="*/ 4160509 w 5563679"/>
              <a:gd name="connsiteY68" fmla="*/ 1200599 h 5550115"/>
              <a:gd name="connsiteX69" fmla="*/ 4183989 w 5563679"/>
              <a:gd name="connsiteY69" fmla="*/ 1198232 h 5550115"/>
              <a:gd name="connsiteX70" fmla="*/ 4183989 w 5563679"/>
              <a:gd name="connsiteY70" fmla="*/ 1197494 h 5550115"/>
              <a:gd name="connsiteX71" fmla="*/ 4232059 w 5563679"/>
              <a:gd name="connsiteY71" fmla="*/ 1187790 h 5550115"/>
              <a:gd name="connsiteX72" fmla="*/ 4310862 w 5563679"/>
              <a:gd name="connsiteY72" fmla="*/ 1068902 h 5550115"/>
              <a:gd name="connsiteX73" fmla="*/ 4310862 w 5563679"/>
              <a:gd name="connsiteY73" fmla="*/ 954918 h 5550115"/>
              <a:gd name="connsiteX74" fmla="*/ 4319251 w 5563679"/>
              <a:gd name="connsiteY74" fmla="*/ 913368 h 5550115"/>
              <a:gd name="connsiteX75" fmla="*/ 4438138 w 5563679"/>
              <a:gd name="connsiteY75" fmla="*/ 834564 h 5550115"/>
              <a:gd name="connsiteX76" fmla="*/ 4557025 w 5563679"/>
              <a:gd name="connsiteY76" fmla="*/ 913368 h 5550115"/>
              <a:gd name="connsiteX77" fmla="*/ 4559215 w 5563679"/>
              <a:gd name="connsiteY77" fmla="*/ 924213 h 5550115"/>
              <a:gd name="connsiteX78" fmla="*/ 4559215 w 5563679"/>
              <a:gd name="connsiteY78" fmla="*/ 1077616 h 5550115"/>
              <a:gd name="connsiteX79" fmla="*/ 4638018 w 5563679"/>
              <a:gd name="connsiteY79" fmla="*/ 1196504 h 5550115"/>
              <a:gd name="connsiteX80" fmla="*/ 4686088 w 5563679"/>
              <a:gd name="connsiteY80" fmla="*/ 1206208 h 5550115"/>
              <a:gd name="connsiteX81" fmla="*/ 4686088 w 5563679"/>
              <a:gd name="connsiteY81" fmla="*/ 1206946 h 5550115"/>
              <a:gd name="connsiteX82" fmla="*/ 4709568 w 5563679"/>
              <a:gd name="connsiteY82" fmla="*/ 1209313 h 5550115"/>
              <a:gd name="connsiteX83" fmla="*/ 4809296 w 5563679"/>
              <a:gd name="connsiteY83" fmla="*/ 1295262 h 5550115"/>
              <a:gd name="connsiteX84" fmla="*/ 4811500 w 5563679"/>
              <a:gd name="connsiteY84" fmla="*/ 1307752 h 5550115"/>
              <a:gd name="connsiteX85" fmla="*/ 4811500 w 5563679"/>
              <a:gd name="connsiteY85" fmla="*/ 1441660 h 5550115"/>
              <a:gd name="connsiteX86" fmla="*/ 4940527 w 5563679"/>
              <a:gd name="connsiteY86" fmla="*/ 1570687 h 5550115"/>
              <a:gd name="connsiteX87" fmla="*/ 4940526 w 5563679"/>
              <a:gd name="connsiteY87" fmla="*/ 1570686 h 5550115"/>
              <a:gd name="connsiteX88" fmla="*/ 5069553 w 5563679"/>
              <a:gd name="connsiteY88" fmla="*/ 1441659 h 5550115"/>
              <a:gd name="connsiteX89" fmla="*/ 5069553 w 5563679"/>
              <a:gd name="connsiteY89" fmla="*/ 1076405 h 5550115"/>
              <a:gd name="connsiteX90" fmla="*/ 5071757 w 5563679"/>
              <a:gd name="connsiteY90" fmla="*/ 1063915 h 5550115"/>
              <a:gd name="connsiteX91" fmla="*/ 5171486 w 5563679"/>
              <a:gd name="connsiteY91" fmla="*/ 977966 h 5550115"/>
              <a:gd name="connsiteX92" fmla="*/ 5194966 w 5563679"/>
              <a:gd name="connsiteY92" fmla="*/ 975599 h 5550115"/>
              <a:gd name="connsiteX93" fmla="*/ 5194966 w 5563679"/>
              <a:gd name="connsiteY93" fmla="*/ 974861 h 5550115"/>
              <a:gd name="connsiteX94" fmla="*/ 5243036 w 5563679"/>
              <a:gd name="connsiteY94" fmla="*/ 965157 h 5550115"/>
              <a:gd name="connsiteX95" fmla="*/ 5321839 w 5563679"/>
              <a:gd name="connsiteY95" fmla="*/ 846269 h 5550115"/>
              <a:gd name="connsiteX96" fmla="*/ 5321839 w 5563679"/>
              <a:gd name="connsiteY96" fmla="*/ 469894 h 5550115"/>
              <a:gd name="connsiteX97" fmla="*/ 5330228 w 5563679"/>
              <a:gd name="connsiteY97" fmla="*/ 428344 h 5550115"/>
              <a:gd name="connsiteX98" fmla="*/ 5449115 w 5563679"/>
              <a:gd name="connsiteY98" fmla="*/ 349540 h 5550115"/>
              <a:gd name="connsiteX99" fmla="*/ 5548678 w 5563679"/>
              <a:gd name="connsiteY99" fmla="*/ 396494 h 5550115"/>
              <a:gd name="connsiteX100" fmla="*/ 5562692 w 5563679"/>
              <a:gd name="connsiteY100" fmla="*/ 419592 h 5550115"/>
              <a:gd name="connsiteX101" fmla="*/ 5562692 w 5563679"/>
              <a:gd name="connsiteY101" fmla="*/ 2265528 h 5550115"/>
              <a:gd name="connsiteX102" fmla="*/ 5563679 w 5563679"/>
              <a:gd name="connsiteY102" fmla="*/ 2265528 h 5550115"/>
              <a:gd name="connsiteX103" fmla="*/ 5563679 w 5563679"/>
              <a:gd name="connsiteY103" fmla="*/ 3341998 h 5550115"/>
              <a:gd name="connsiteX104" fmla="*/ 5484876 w 5563679"/>
              <a:gd name="connsiteY104" fmla="*/ 3460886 h 5550115"/>
              <a:gd name="connsiteX105" fmla="*/ 5436806 w 5563679"/>
              <a:gd name="connsiteY105" fmla="*/ 3470590 h 5550115"/>
              <a:gd name="connsiteX106" fmla="*/ 5436806 w 5563679"/>
              <a:gd name="connsiteY106" fmla="*/ 3471328 h 5550115"/>
              <a:gd name="connsiteX107" fmla="*/ 5413326 w 5563679"/>
              <a:gd name="connsiteY107" fmla="*/ 3473695 h 5550115"/>
              <a:gd name="connsiteX108" fmla="*/ 5336262 w 5563679"/>
              <a:gd name="connsiteY108" fmla="*/ 3520139 h 5550115"/>
              <a:gd name="connsiteX109" fmla="*/ 5315097 w 5563679"/>
              <a:gd name="connsiteY109" fmla="*/ 3557030 h 5550115"/>
              <a:gd name="connsiteX110" fmla="*/ 5315097 w 5563679"/>
              <a:gd name="connsiteY110" fmla="*/ 3620344 h 5550115"/>
              <a:gd name="connsiteX111" fmla="*/ 5236294 w 5563679"/>
              <a:gd name="connsiteY111" fmla="*/ 3739232 h 5550115"/>
              <a:gd name="connsiteX112" fmla="*/ 5188224 w 5563679"/>
              <a:gd name="connsiteY112" fmla="*/ 3748936 h 5550115"/>
              <a:gd name="connsiteX113" fmla="*/ 5188224 w 5563679"/>
              <a:gd name="connsiteY113" fmla="*/ 3749674 h 5550115"/>
              <a:gd name="connsiteX114" fmla="*/ 5164744 w 5563679"/>
              <a:gd name="connsiteY114" fmla="*/ 3752041 h 5550115"/>
              <a:gd name="connsiteX115" fmla="*/ 5065015 w 5563679"/>
              <a:gd name="connsiteY115" fmla="*/ 3837990 h 5550115"/>
              <a:gd name="connsiteX116" fmla="*/ 5064995 w 5563679"/>
              <a:gd name="connsiteY116" fmla="*/ 3838103 h 5550115"/>
              <a:gd name="connsiteX117" fmla="*/ 5064995 w 5563679"/>
              <a:gd name="connsiteY117" fmla="*/ 4397896 h 5550115"/>
              <a:gd name="connsiteX118" fmla="*/ 4986192 w 5563679"/>
              <a:gd name="connsiteY118" fmla="*/ 4516784 h 5550115"/>
              <a:gd name="connsiteX119" fmla="*/ 4938122 w 5563679"/>
              <a:gd name="connsiteY119" fmla="*/ 4526488 h 5550115"/>
              <a:gd name="connsiteX120" fmla="*/ 4938122 w 5563679"/>
              <a:gd name="connsiteY120" fmla="*/ 4527226 h 5550115"/>
              <a:gd name="connsiteX121" fmla="*/ 4914642 w 5563679"/>
              <a:gd name="connsiteY121" fmla="*/ 4529593 h 5550115"/>
              <a:gd name="connsiteX122" fmla="*/ 4814913 w 5563679"/>
              <a:gd name="connsiteY122" fmla="*/ 4615542 h 5550115"/>
              <a:gd name="connsiteX123" fmla="*/ 4814662 w 5563679"/>
              <a:gd name="connsiteY123" fmla="*/ 4616965 h 5550115"/>
              <a:gd name="connsiteX124" fmla="*/ 4814662 w 5563679"/>
              <a:gd name="connsiteY124" fmla="*/ 4885290 h 5550115"/>
              <a:gd name="connsiteX125" fmla="*/ 4685635 w 5563679"/>
              <a:gd name="connsiteY125" fmla="*/ 5014317 h 5550115"/>
              <a:gd name="connsiteX126" fmla="*/ 4685636 w 5563679"/>
              <a:gd name="connsiteY126" fmla="*/ 5014316 h 5550115"/>
              <a:gd name="connsiteX127" fmla="*/ 4556609 w 5563679"/>
              <a:gd name="connsiteY127" fmla="*/ 4885289 h 5550115"/>
              <a:gd name="connsiteX128" fmla="*/ 4556609 w 5563679"/>
              <a:gd name="connsiteY128" fmla="*/ 4605270 h 5550115"/>
              <a:gd name="connsiteX129" fmla="*/ 4554606 w 5563679"/>
              <a:gd name="connsiteY129" fmla="*/ 4593919 h 5550115"/>
              <a:gd name="connsiteX130" fmla="*/ 4454877 w 5563679"/>
              <a:gd name="connsiteY130" fmla="*/ 4507970 h 5550115"/>
              <a:gd name="connsiteX131" fmla="*/ 4431397 w 5563679"/>
              <a:gd name="connsiteY131" fmla="*/ 4505603 h 5550115"/>
              <a:gd name="connsiteX132" fmla="*/ 4431397 w 5563679"/>
              <a:gd name="connsiteY132" fmla="*/ 4504865 h 5550115"/>
              <a:gd name="connsiteX133" fmla="*/ 4383327 w 5563679"/>
              <a:gd name="connsiteY133" fmla="*/ 4495161 h 5550115"/>
              <a:gd name="connsiteX134" fmla="*/ 4304524 w 5563679"/>
              <a:gd name="connsiteY134" fmla="*/ 4376273 h 5550115"/>
              <a:gd name="connsiteX135" fmla="*/ 4304524 w 5563679"/>
              <a:gd name="connsiteY135" fmla="*/ 4286143 h 5550115"/>
              <a:gd name="connsiteX136" fmla="*/ 4296135 w 5563679"/>
              <a:gd name="connsiteY136" fmla="*/ 4244593 h 5550115"/>
              <a:gd name="connsiteX137" fmla="*/ 4177248 w 5563679"/>
              <a:gd name="connsiteY137" fmla="*/ 4165789 h 5550115"/>
              <a:gd name="connsiteX138" fmla="*/ 4058361 w 5563679"/>
              <a:gd name="connsiteY138" fmla="*/ 4244593 h 5550115"/>
              <a:gd name="connsiteX139" fmla="*/ 4056171 w 5563679"/>
              <a:gd name="connsiteY139" fmla="*/ 4255437 h 5550115"/>
              <a:gd name="connsiteX140" fmla="*/ 4056171 w 5563679"/>
              <a:gd name="connsiteY140" fmla="*/ 4496307 h 5550115"/>
              <a:gd name="connsiteX141" fmla="*/ 3977368 w 5563679"/>
              <a:gd name="connsiteY141" fmla="*/ 4615195 h 5550115"/>
              <a:gd name="connsiteX142" fmla="*/ 3929298 w 5563679"/>
              <a:gd name="connsiteY142" fmla="*/ 4624899 h 5550115"/>
              <a:gd name="connsiteX143" fmla="*/ 3929298 w 5563679"/>
              <a:gd name="connsiteY143" fmla="*/ 4625637 h 5550115"/>
              <a:gd name="connsiteX144" fmla="*/ 3905818 w 5563679"/>
              <a:gd name="connsiteY144" fmla="*/ 4628004 h 5550115"/>
              <a:gd name="connsiteX145" fmla="*/ 3806089 w 5563679"/>
              <a:gd name="connsiteY145" fmla="*/ 4713953 h 5550115"/>
              <a:gd name="connsiteX146" fmla="*/ 3805837 w 5563679"/>
              <a:gd name="connsiteY146" fmla="*/ 4715382 h 5550115"/>
              <a:gd name="connsiteX147" fmla="*/ 3805837 w 5563679"/>
              <a:gd name="connsiteY147" fmla="*/ 4820023 h 5550115"/>
              <a:gd name="connsiteX148" fmla="*/ 3676810 w 5563679"/>
              <a:gd name="connsiteY148" fmla="*/ 4949050 h 5550115"/>
              <a:gd name="connsiteX149" fmla="*/ 3676811 w 5563679"/>
              <a:gd name="connsiteY149" fmla="*/ 4949049 h 5550115"/>
              <a:gd name="connsiteX150" fmla="*/ 3547784 w 5563679"/>
              <a:gd name="connsiteY150" fmla="*/ 4820022 h 5550115"/>
              <a:gd name="connsiteX151" fmla="*/ 3547783 w 5563679"/>
              <a:gd name="connsiteY151" fmla="*/ 4836545 h 5550115"/>
              <a:gd name="connsiteX152" fmla="*/ 3537645 w 5563679"/>
              <a:gd name="connsiteY152" fmla="*/ 4786326 h 5550115"/>
              <a:gd name="connsiteX153" fmla="*/ 3418757 w 5563679"/>
              <a:gd name="connsiteY153" fmla="*/ 4707522 h 5550115"/>
              <a:gd name="connsiteX154" fmla="*/ 3299870 w 5563679"/>
              <a:gd name="connsiteY154" fmla="*/ 4786326 h 5550115"/>
              <a:gd name="connsiteX155" fmla="*/ 3290106 w 5563679"/>
              <a:gd name="connsiteY155" fmla="*/ 4834686 h 5550115"/>
              <a:gd name="connsiteX156" fmla="*/ 3290106 w 5563679"/>
              <a:gd name="connsiteY156" fmla="*/ 5421088 h 5550115"/>
              <a:gd name="connsiteX157" fmla="*/ 3161079 w 5563679"/>
              <a:gd name="connsiteY157" fmla="*/ 5550115 h 5550115"/>
              <a:gd name="connsiteX158" fmla="*/ 3161080 w 5563679"/>
              <a:gd name="connsiteY158" fmla="*/ 5550114 h 5550115"/>
              <a:gd name="connsiteX159" fmla="*/ 3032053 w 5563679"/>
              <a:gd name="connsiteY159" fmla="*/ 5421087 h 5550115"/>
              <a:gd name="connsiteX160" fmla="*/ 3032053 w 5563679"/>
              <a:gd name="connsiteY160" fmla="*/ 2265528 h 5550115"/>
              <a:gd name="connsiteX161" fmla="*/ 3032052 w 5563679"/>
              <a:gd name="connsiteY161" fmla="*/ 4524125 h 5550115"/>
              <a:gd name="connsiteX162" fmla="*/ 3021914 w 5563679"/>
              <a:gd name="connsiteY162" fmla="*/ 4473906 h 5550115"/>
              <a:gd name="connsiteX163" fmla="*/ 2903026 w 5563679"/>
              <a:gd name="connsiteY163" fmla="*/ 4395102 h 5550115"/>
              <a:gd name="connsiteX164" fmla="*/ 2784139 w 5563679"/>
              <a:gd name="connsiteY164" fmla="*/ 4473906 h 5550115"/>
              <a:gd name="connsiteX165" fmla="*/ 2780541 w 5563679"/>
              <a:gd name="connsiteY165" fmla="*/ 4491725 h 5550115"/>
              <a:gd name="connsiteX166" fmla="*/ 2780541 w 5563679"/>
              <a:gd name="connsiteY166" fmla="*/ 4800671 h 5550115"/>
              <a:gd name="connsiteX167" fmla="*/ 2651514 w 5563679"/>
              <a:gd name="connsiteY167" fmla="*/ 4929698 h 5550115"/>
              <a:gd name="connsiteX168" fmla="*/ 2651515 w 5563679"/>
              <a:gd name="connsiteY168" fmla="*/ 4929697 h 5550115"/>
              <a:gd name="connsiteX169" fmla="*/ 2522488 w 5563679"/>
              <a:gd name="connsiteY169" fmla="*/ 4800670 h 5550115"/>
              <a:gd name="connsiteX170" fmla="*/ 2522488 w 5563679"/>
              <a:gd name="connsiteY170" fmla="*/ 4753932 h 5550115"/>
              <a:gd name="connsiteX171" fmla="*/ 2503819 w 5563679"/>
              <a:gd name="connsiteY171" fmla="*/ 4721390 h 5550115"/>
              <a:gd name="connsiteX172" fmla="*/ 2426754 w 5563679"/>
              <a:gd name="connsiteY172" fmla="*/ 4674946 h 5550115"/>
              <a:gd name="connsiteX173" fmla="*/ 2403274 w 5563679"/>
              <a:gd name="connsiteY173" fmla="*/ 4672579 h 5550115"/>
              <a:gd name="connsiteX174" fmla="*/ 2403274 w 5563679"/>
              <a:gd name="connsiteY174" fmla="*/ 4671841 h 5550115"/>
              <a:gd name="connsiteX175" fmla="*/ 2355204 w 5563679"/>
              <a:gd name="connsiteY175" fmla="*/ 4662137 h 5550115"/>
              <a:gd name="connsiteX176" fmla="*/ 2276401 w 5563679"/>
              <a:gd name="connsiteY176" fmla="*/ 4543249 h 5550115"/>
              <a:gd name="connsiteX177" fmla="*/ 2276401 w 5563679"/>
              <a:gd name="connsiteY177" fmla="*/ 4429265 h 5550115"/>
              <a:gd name="connsiteX178" fmla="*/ 2268012 w 5563679"/>
              <a:gd name="connsiteY178" fmla="*/ 4387715 h 5550115"/>
              <a:gd name="connsiteX179" fmla="*/ 2149125 w 5563679"/>
              <a:gd name="connsiteY179" fmla="*/ 4308911 h 5550115"/>
              <a:gd name="connsiteX180" fmla="*/ 2030238 w 5563679"/>
              <a:gd name="connsiteY180" fmla="*/ 4387715 h 5550115"/>
              <a:gd name="connsiteX181" fmla="*/ 2028048 w 5563679"/>
              <a:gd name="connsiteY181" fmla="*/ 4398560 h 5550115"/>
              <a:gd name="connsiteX182" fmla="*/ 2028048 w 5563679"/>
              <a:gd name="connsiteY182" fmla="*/ 4551963 h 5550115"/>
              <a:gd name="connsiteX183" fmla="*/ 1949245 w 5563679"/>
              <a:gd name="connsiteY183" fmla="*/ 4670851 h 5550115"/>
              <a:gd name="connsiteX184" fmla="*/ 1901175 w 5563679"/>
              <a:gd name="connsiteY184" fmla="*/ 4680555 h 5550115"/>
              <a:gd name="connsiteX185" fmla="*/ 1901175 w 5563679"/>
              <a:gd name="connsiteY185" fmla="*/ 4681293 h 5550115"/>
              <a:gd name="connsiteX186" fmla="*/ 1877695 w 5563679"/>
              <a:gd name="connsiteY186" fmla="*/ 4683660 h 5550115"/>
              <a:gd name="connsiteX187" fmla="*/ 1777966 w 5563679"/>
              <a:gd name="connsiteY187" fmla="*/ 4769609 h 5550115"/>
              <a:gd name="connsiteX188" fmla="*/ 1775762 w 5563679"/>
              <a:gd name="connsiteY188" fmla="*/ 4782099 h 5550115"/>
              <a:gd name="connsiteX189" fmla="*/ 1775762 w 5563679"/>
              <a:gd name="connsiteY189" fmla="*/ 4916007 h 5550115"/>
              <a:gd name="connsiteX190" fmla="*/ 1646735 w 5563679"/>
              <a:gd name="connsiteY190" fmla="*/ 5045034 h 5550115"/>
              <a:gd name="connsiteX191" fmla="*/ 1646736 w 5563679"/>
              <a:gd name="connsiteY191" fmla="*/ 5045033 h 5550115"/>
              <a:gd name="connsiteX192" fmla="*/ 1517709 w 5563679"/>
              <a:gd name="connsiteY192" fmla="*/ 4916006 h 5550115"/>
              <a:gd name="connsiteX193" fmla="*/ 1517709 w 5563679"/>
              <a:gd name="connsiteY193" fmla="*/ 4550752 h 5550115"/>
              <a:gd name="connsiteX194" fmla="*/ 1515505 w 5563679"/>
              <a:gd name="connsiteY194" fmla="*/ 4538262 h 5550115"/>
              <a:gd name="connsiteX195" fmla="*/ 1415776 w 5563679"/>
              <a:gd name="connsiteY195" fmla="*/ 4452313 h 5550115"/>
              <a:gd name="connsiteX196" fmla="*/ 1392296 w 5563679"/>
              <a:gd name="connsiteY196" fmla="*/ 4449946 h 5550115"/>
              <a:gd name="connsiteX197" fmla="*/ 1392296 w 5563679"/>
              <a:gd name="connsiteY197" fmla="*/ 4449208 h 5550115"/>
              <a:gd name="connsiteX198" fmla="*/ 1344226 w 5563679"/>
              <a:gd name="connsiteY198" fmla="*/ 4439504 h 5550115"/>
              <a:gd name="connsiteX199" fmla="*/ 1265423 w 5563679"/>
              <a:gd name="connsiteY199" fmla="*/ 4320616 h 5550115"/>
              <a:gd name="connsiteX200" fmla="*/ 1265423 w 5563679"/>
              <a:gd name="connsiteY200" fmla="*/ 3944241 h 5550115"/>
              <a:gd name="connsiteX201" fmla="*/ 1257034 w 5563679"/>
              <a:gd name="connsiteY201" fmla="*/ 3902691 h 5550115"/>
              <a:gd name="connsiteX202" fmla="*/ 1138147 w 5563679"/>
              <a:gd name="connsiteY202" fmla="*/ 3823887 h 5550115"/>
              <a:gd name="connsiteX203" fmla="*/ 1019260 w 5563679"/>
              <a:gd name="connsiteY203" fmla="*/ 3902691 h 5550115"/>
              <a:gd name="connsiteX204" fmla="*/ 1016586 w 5563679"/>
              <a:gd name="connsiteY204" fmla="*/ 3915934 h 5550115"/>
              <a:gd name="connsiteX205" fmla="*/ 1016586 w 5563679"/>
              <a:gd name="connsiteY205" fmla="*/ 3976598 h 5550115"/>
              <a:gd name="connsiteX206" fmla="*/ 887559 w 5563679"/>
              <a:gd name="connsiteY206" fmla="*/ 4105625 h 5550115"/>
              <a:gd name="connsiteX207" fmla="*/ 887560 w 5563679"/>
              <a:gd name="connsiteY207" fmla="*/ 4105624 h 5550115"/>
              <a:gd name="connsiteX208" fmla="*/ 758533 w 5563679"/>
              <a:gd name="connsiteY208" fmla="*/ 3976597 h 5550115"/>
              <a:gd name="connsiteX209" fmla="*/ 758533 w 5563679"/>
              <a:gd name="connsiteY209" fmla="*/ 3835817 h 5550115"/>
              <a:gd name="connsiteX210" fmla="*/ 737116 w 5563679"/>
              <a:gd name="connsiteY210" fmla="*/ 3798485 h 5550115"/>
              <a:gd name="connsiteX211" fmla="*/ 660051 w 5563679"/>
              <a:gd name="connsiteY211" fmla="*/ 3752041 h 5550115"/>
              <a:gd name="connsiteX212" fmla="*/ 636571 w 5563679"/>
              <a:gd name="connsiteY212" fmla="*/ 3749674 h 5550115"/>
              <a:gd name="connsiteX213" fmla="*/ 636571 w 5563679"/>
              <a:gd name="connsiteY213" fmla="*/ 3748936 h 5550115"/>
              <a:gd name="connsiteX214" fmla="*/ 588501 w 5563679"/>
              <a:gd name="connsiteY214" fmla="*/ 3739232 h 5550115"/>
              <a:gd name="connsiteX215" fmla="*/ 509698 w 5563679"/>
              <a:gd name="connsiteY215" fmla="*/ 3620344 h 5550115"/>
              <a:gd name="connsiteX216" fmla="*/ 509698 w 5563679"/>
              <a:gd name="connsiteY216" fmla="*/ 2675086 h 5550115"/>
              <a:gd name="connsiteX217" fmla="*/ 501309 w 5563679"/>
              <a:gd name="connsiteY217" fmla="*/ 2633537 h 5550115"/>
              <a:gd name="connsiteX218" fmla="*/ 382422 w 5563679"/>
              <a:gd name="connsiteY218" fmla="*/ 2554733 h 5550115"/>
              <a:gd name="connsiteX219" fmla="*/ 263535 w 5563679"/>
              <a:gd name="connsiteY219" fmla="*/ 2633537 h 5550115"/>
              <a:gd name="connsiteX220" fmla="*/ 258053 w 5563679"/>
              <a:gd name="connsiteY220" fmla="*/ 2660688 h 5550115"/>
              <a:gd name="connsiteX221" fmla="*/ 258053 w 5563679"/>
              <a:gd name="connsiteY221" fmla="*/ 2715723 h 5550115"/>
              <a:gd name="connsiteX222" fmla="*/ 129026 w 5563679"/>
              <a:gd name="connsiteY222" fmla="*/ 2844750 h 5550115"/>
              <a:gd name="connsiteX223" fmla="*/ 129027 w 5563679"/>
              <a:gd name="connsiteY223" fmla="*/ 2844749 h 5550115"/>
              <a:gd name="connsiteX224" fmla="*/ 0 w 5563679"/>
              <a:gd name="connsiteY224" fmla="*/ 2715722 h 5550115"/>
              <a:gd name="connsiteX225" fmla="*/ 0 w 5563679"/>
              <a:gd name="connsiteY225" fmla="*/ 2265528 h 5550115"/>
              <a:gd name="connsiteX226" fmla="*/ 0 w 5563679"/>
              <a:gd name="connsiteY226" fmla="*/ 546839 h 5550115"/>
              <a:gd name="connsiteX227" fmla="*/ 12233 w 5563679"/>
              <a:gd name="connsiteY227" fmla="*/ 526676 h 5550115"/>
              <a:gd name="connsiteX228" fmla="*/ 111797 w 5563679"/>
              <a:gd name="connsiteY228" fmla="*/ 479722 h 5550115"/>
              <a:gd name="connsiteX229" fmla="*/ 230684 w 5563679"/>
              <a:gd name="connsiteY229" fmla="*/ 558526 h 5550115"/>
              <a:gd name="connsiteX230" fmla="*/ 232874 w 5563679"/>
              <a:gd name="connsiteY230" fmla="*/ 569371 h 5550115"/>
              <a:gd name="connsiteX231" fmla="*/ 232874 w 5563679"/>
              <a:gd name="connsiteY231" fmla="*/ 722774 h 5550115"/>
              <a:gd name="connsiteX232" fmla="*/ 311677 w 5563679"/>
              <a:gd name="connsiteY232" fmla="*/ 841662 h 5550115"/>
              <a:gd name="connsiteX233" fmla="*/ 359747 w 5563679"/>
              <a:gd name="connsiteY233" fmla="*/ 851366 h 5550115"/>
              <a:gd name="connsiteX234" fmla="*/ 359747 w 5563679"/>
              <a:gd name="connsiteY234" fmla="*/ 852104 h 5550115"/>
              <a:gd name="connsiteX235" fmla="*/ 383227 w 5563679"/>
              <a:gd name="connsiteY235" fmla="*/ 854471 h 5550115"/>
              <a:gd name="connsiteX236" fmla="*/ 482956 w 5563679"/>
              <a:gd name="connsiteY236" fmla="*/ 940420 h 5550115"/>
              <a:gd name="connsiteX237" fmla="*/ 485160 w 5563679"/>
              <a:gd name="connsiteY237" fmla="*/ 952910 h 5550115"/>
              <a:gd name="connsiteX238" fmla="*/ 485160 w 5563679"/>
              <a:gd name="connsiteY238" fmla="*/ 1086818 h 5550115"/>
              <a:gd name="connsiteX239" fmla="*/ 614186 w 5563679"/>
              <a:gd name="connsiteY239" fmla="*/ 1215845 h 5550115"/>
              <a:gd name="connsiteX240" fmla="*/ 614185 w 5563679"/>
              <a:gd name="connsiteY240" fmla="*/ 1215844 h 5550115"/>
              <a:gd name="connsiteX241" fmla="*/ 743212 w 5563679"/>
              <a:gd name="connsiteY241" fmla="*/ 1086817 h 5550115"/>
              <a:gd name="connsiteX242" fmla="*/ 743212 w 5563679"/>
              <a:gd name="connsiteY242" fmla="*/ 721563 h 5550115"/>
              <a:gd name="connsiteX243" fmla="*/ 745416 w 5563679"/>
              <a:gd name="connsiteY243" fmla="*/ 709073 h 5550115"/>
              <a:gd name="connsiteX244" fmla="*/ 845145 w 5563679"/>
              <a:gd name="connsiteY244" fmla="*/ 623124 h 5550115"/>
              <a:gd name="connsiteX245" fmla="*/ 868625 w 5563679"/>
              <a:gd name="connsiteY245" fmla="*/ 620757 h 5550115"/>
              <a:gd name="connsiteX246" fmla="*/ 868625 w 5563679"/>
              <a:gd name="connsiteY246" fmla="*/ 620019 h 5550115"/>
              <a:gd name="connsiteX247" fmla="*/ 916695 w 5563679"/>
              <a:gd name="connsiteY247" fmla="*/ 610315 h 5550115"/>
              <a:gd name="connsiteX248" fmla="*/ 995498 w 5563679"/>
              <a:gd name="connsiteY248" fmla="*/ 491427 h 5550115"/>
              <a:gd name="connsiteX249" fmla="*/ 995498 w 5563679"/>
              <a:gd name="connsiteY249" fmla="*/ 115052 h 5550115"/>
              <a:gd name="connsiteX250" fmla="*/ 1003887 w 5563679"/>
              <a:gd name="connsiteY250" fmla="*/ 73502 h 5550115"/>
              <a:gd name="connsiteX251" fmla="*/ 1084406 w 5563679"/>
              <a:gd name="connsiteY251" fmla="*/ 499 h 5550115"/>
              <a:gd name="connsiteX252" fmla="*/ 1087705 w 5563679"/>
              <a:gd name="connsiteY252" fmla="*/ 0 h 5550115"/>
              <a:gd name="connsiteX0" fmla="*/ 1087705 w 5563679"/>
              <a:gd name="connsiteY0" fmla="*/ 0 h 5550115"/>
              <a:gd name="connsiteX1" fmla="*/ 1157844 w 5563679"/>
              <a:gd name="connsiteY1" fmla="*/ 0 h 5550115"/>
              <a:gd name="connsiteX2" fmla="*/ 1161143 w 5563679"/>
              <a:gd name="connsiteY2" fmla="*/ 499 h 5550115"/>
              <a:gd name="connsiteX3" fmla="*/ 1241661 w 5563679"/>
              <a:gd name="connsiteY3" fmla="*/ 73502 h 5550115"/>
              <a:gd name="connsiteX4" fmla="*/ 1244335 w 5563679"/>
              <a:gd name="connsiteY4" fmla="*/ 86745 h 5550115"/>
              <a:gd name="connsiteX5" fmla="*/ 1244335 w 5563679"/>
              <a:gd name="connsiteY5" fmla="*/ 147409 h 5550115"/>
              <a:gd name="connsiteX6" fmla="*/ 1373362 w 5563679"/>
              <a:gd name="connsiteY6" fmla="*/ 276436 h 5550115"/>
              <a:gd name="connsiteX7" fmla="*/ 1373361 w 5563679"/>
              <a:gd name="connsiteY7" fmla="*/ 276435 h 5550115"/>
              <a:gd name="connsiteX8" fmla="*/ 1390772 w 5563679"/>
              <a:gd name="connsiteY8" fmla="*/ 272920 h 5550115"/>
              <a:gd name="connsiteX9" fmla="*/ 1399039 w 5563679"/>
              <a:gd name="connsiteY9" fmla="*/ 274589 h 5550115"/>
              <a:gd name="connsiteX10" fmla="*/ 1399039 w 5563679"/>
              <a:gd name="connsiteY10" fmla="*/ 275327 h 5550115"/>
              <a:gd name="connsiteX11" fmla="*/ 1422519 w 5563679"/>
              <a:gd name="connsiteY11" fmla="*/ 277694 h 5550115"/>
              <a:gd name="connsiteX12" fmla="*/ 1522248 w 5563679"/>
              <a:gd name="connsiteY12" fmla="*/ 363643 h 5550115"/>
              <a:gd name="connsiteX13" fmla="*/ 1522268 w 5563679"/>
              <a:gd name="connsiteY13" fmla="*/ 363756 h 5550115"/>
              <a:gd name="connsiteX14" fmla="*/ 1522268 w 5563679"/>
              <a:gd name="connsiteY14" fmla="*/ 923549 h 5550115"/>
              <a:gd name="connsiteX15" fmla="*/ 1601071 w 5563679"/>
              <a:gd name="connsiteY15" fmla="*/ 1042437 h 5550115"/>
              <a:gd name="connsiteX16" fmla="*/ 1649141 w 5563679"/>
              <a:gd name="connsiteY16" fmla="*/ 1052141 h 5550115"/>
              <a:gd name="connsiteX17" fmla="*/ 1649141 w 5563679"/>
              <a:gd name="connsiteY17" fmla="*/ 1052879 h 5550115"/>
              <a:gd name="connsiteX18" fmla="*/ 1672621 w 5563679"/>
              <a:gd name="connsiteY18" fmla="*/ 1055246 h 5550115"/>
              <a:gd name="connsiteX19" fmla="*/ 1772350 w 5563679"/>
              <a:gd name="connsiteY19" fmla="*/ 1141195 h 5550115"/>
              <a:gd name="connsiteX20" fmla="*/ 1772601 w 5563679"/>
              <a:gd name="connsiteY20" fmla="*/ 1142618 h 5550115"/>
              <a:gd name="connsiteX21" fmla="*/ 1772601 w 5563679"/>
              <a:gd name="connsiteY21" fmla="*/ 1410943 h 5550115"/>
              <a:gd name="connsiteX22" fmla="*/ 1901628 w 5563679"/>
              <a:gd name="connsiteY22" fmla="*/ 1539970 h 5550115"/>
              <a:gd name="connsiteX23" fmla="*/ 1901627 w 5563679"/>
              <a:gd name="connsiteY23" fmla="*/ 1539969 h 5550115"/>
              <a:gd name="connsiteX24" fmla="*/ 2030654 w 5563679"/>
              <a:gd name="connsiteY24" fmla="*/ 1410942 h 5550115"/>
              <a:gd name="connsiteX25" fmla="*/ 2030654 w 5563679"/>
              <a:gd name="connsiteY25" fmla="*/ 1130923 h 5550115"/>
              <a:gd name="connsiteX26" fmla="*/ 2032657 w 5563679"/>
              <a:gd name="connsiteY26" fmla="*/ 1119572 h 5550115"/>
              <a:gd name="connsiteX27" fmla="*/ 2132386 w 5563679"/>
              <a:gd name="connsiteY27" fmla="*/ 1033623 h 5550115"/>
              <a:gd name="connsiteX28" fmla="*/ 2155866 w 5563679"/>
              <a:gd name="connsiteY28" fmla="*/ 1031256 h 5550115"/>
              <a:gd name="connsiteX29" fmla="*/ 2155866 w 5563679"/>
              <a:gd name="connsiteY29" fmla="*/ 1030518 h 5550115"/>
              <a:gd name="connsiteX30" fmla="*/ 2203936 w 5563679"/>
              <a:gd name="connsiteY30" fmla="*/ 1020814 h 5550115"/>
              <a:gd name="connsiteX31" fmla="*/ 2282739 w 5563679"/>
              <a:gd name="connsiteY31" fmla="*/ 901926 h 5550115"/>
              <a:gd name="connsiteX32" fmla="*/ 2282739 w 5563679"/>
              <a:gd name="connsiteY32" fmla="*/ 811796 h 5550115"/>
              <a:gd name="connsiteX33" fmla="*/ 2291128 w 5563679"/>
              <a:gd name="connsiteY33" fmla="*/ 770246 h 5550115"/>
              <a:gd name="connsiteX34" fmla="*/ 2410015 w 5563679"/>
              <a:gd name="connsiteY34" fmla="*/ 691442 h 5550115"/>
              <a:gd name="connsiteX35" fmla="*/ 2528902 w 5563679"/>
              <a:gd name="connsiteY35" fmla="*/ 770246 h 5550115"/>
              <a:gd name="connsiteX36" fmla="*/ 2531092 w 5563679"/>
              <a:gd name="connsiteY36" fmla="*/ 781090 h 5550115"/>
              <a:gd name="connsiteX37" fmla="*/ 2531092 w 5563679"/>
              <a:gd name="connsiteY37" fmla="*/ 1021960 h 5550115"/>
              <a:gd name="connsiteX38" fmla="*/ 2609895 w 5563679"/>
              <a:gd name="connsiteY38" fmla="*/ 1140848 h 5550115"/>
              <a:gd name="connsiteX39" fmla="*/ 2657965 w 5563679"/>
              <a:gd name="connsiteY39" fmla="*/ 1150552 h 5550115"/>
              <a:gd name="connsiteX40" fmla="*/ 2657965 w 5563679"/>
              <a:gd name="connsiteY40" fmla="*/ 1151290 h 5550115"/>
              <a:gd name="connsiteX41" fmla="*/ 2681445 w 5563679"/>
              <a:gd name="connsiteY41" fmla="*/ 1153657 h 5550115"/>
              <a:gd name="connsiteX42" fmla="*/ 2781174 w 5563679"/>
              <a:gd name="connsiteY42" fmla="*/ 1239606 h 5550115"/>
              <a:gd name="connsiteX43" fmla="*/ 2781426 w 5563679"/>
              <a:gd name="connsiteY43" fmla="*/ 1241035 h 5550115"/>
              <a:gd name="connsiteX44" fmla="*/ 2781426 w 5563679"/>
              <a:gd name="connsiteY44" fmla="*/ 1345676 h 5550115"/>
              <a:gd name="connsiteX45" fmla="*/ 2910453 w 5563679"/>
              <a:gd name="connsiteY45" fmla="*/ 1474703 h 5550115"/>
              <a:gd name="connsiteX46" fmla="*/ 2910452 w 5563679"/>
              <a:gd name="connsiteY46" fmla="*/ 1474702 h 5550115"/>
              <a:gd name="connsiteX47" fmla="*/ 3039479 w 5563679"/>
              <a:gd name="connsiteY47" fmla="*/ 1345675 h 5550115"/>
              <a:gd name="connsiteX48" fmla="*/ 3039480 w 5563679"/>
              <a:gd name="connsiteY48" fmla="*/ 1362198 h 5550115"/>
              <a:gd name="connsiteX49" fmla="*/ 3049618 w 5563679"/>
              <a:gd name="connsiteY49" fmla="*/ 1311979 h 5550115"/>
              <a:gd name="connsiteX50" fmla="*/ 3168506 w 5563679"/>
              <a:gd name="connsiteY50" fmla="*/ 1233175 h 5550115"/>
              <a:gd name="connsiteX51" fmla="*/ 3287393 w 5563679"/>
              <a:gd name="connsiteY51" fmla="*/ 1311979 h 5550115"/>
              <a:gd name="connsiteX52" fmla="*/ 3297157 w 5563679"/>
              <a:gd name="connsiteY52" fmla="*/ 1360339 h 5550115"/>
              <a:gd name="connsiteX53" fmla="*/ 3297157 w 5563679"/>
              <a:gd name="connsiteY53" fmla="*/ 1946741 h 5550115"/>
              <a:gd name="connsiteX54" fmla="*/ 3426184 w 5563679"/>
              <a:gd name="connsiteY54" fmla="*/ 2075768 h 5550115"/>
              <a:gd name="connsiteX55" fmla="*/ 3426183 w 5563679"/>
              <a:gd name="connsiteY55" fmla="*/ 2075767 h 5550115"/>
              <a:gd name="connsiteX56" fmla="*/ 3555210 w 5563679"/>
              <a:gd name="connsiteY56" fmla="*/ 1946740 h 5550115"/>
              <a:gd name="connsiteX57" fmla="*/ 3555211 w 5563679"/>
              <a:gd name="connsiteY57" fmla="*/ 1049778 h 5550115"/>
              <a:gd name="connsiteX58" fmla="*/ 3565349 w 5563679"/>
              <a:gd name="connsiteY58" fmla="*/ 999559 h 5550115"/>
              <a:gd name="connsiteX59" fmla="*/ 3684237 w 5563679"/>
              <a:gd name="connsiteY59" fmla="*/ 920755 h 5550115"/>
              <a:gd name="connsiteX60" fmla="*/ 3803124 w 5563679"/>
              <a:gd name="connsiteY60" fmla="*/ 999559 h 5550115"/>
              <a:gd name="connsiteX61" fmla="*/ 3806722 w 5563679"/>
              <a:gd name="connsiteY61" fmla="*/ 1017378 h 5550115"/>
              <a:gd name="connsiteX62" fmla="*/ 3806722 w 5563679"/>
              <a:gd name="connsiteY62" fmla="*/ 1326324 h 5550115"/>
              <a:gd name="connsiteX63" fmla="*/ 3935749 w 5563679"/>
              <a:gd name="connsiteY63" fmla="*/ 1455351 h 5550115"/>
              <a:gd name="connsiteX64" fmla="*/ 3935748 w 5563679"/>
              <a:gd name="connsiteY64" fmla="*/ 1455350 h 5550115"/>
              <a:gd name="connsiteX65" fmla="*/ 4064775 w 5563679"/>
              <a:gd name="connsiteY65" fmla="*/ 1326323 h 5550115"/>
              <a:gd name="connsiteX66" fmla="*/ 4064775 w 5563679"/>
              <a:gd name="connsiteY66" fmla="*/ 1279585 h 5550115"/>
              <a:gd name="connsiteX67" fmla="*/ 4083444 w 5563679"/>
              <a:gd name="connsiteY67" fmla="*/ 1247043 h 5550115"/>
              <a:gd name="connsiteX68" fmla="*/ 4160509 w 5563679"/>
              <a:gd name="connsiteY68" fmla="*/ 1200599 h 5550115"/>
              <a:gd name="connsiteX69" fmla="*/ 4183989 w 5563679"/>
              <a:gd name="connsiteY69" fmla="*/ 1198232 h 5550115"/>
              <a:gd name="connsiteX70" fmla="*/ 4183989 w 5563679"/>
              <a:gd name="connsiteY70" fmla="*/ 1197494 h 5550115"/>
              <a:gd name="connsiteX71" fmla="*/ 4232059 w 5563679"/>
              <a:gd name="connsiteY71" fmla="*/ 1187790 h 5550115"/>
              <a:gd name="connsiteX72" fmla="*/ 4310862 w 5563679"/>
              <a:gd name="connsiteY72" fmla="*/ 1068902 h 5550115"/>
              <a:gd name="connsiteX73" fmla="*/ 4310862 w 5563679"/>
              <a:gd name="connsiteY73" fmla="*/ 954918 h 5550115"/>
              <a:gd name="connsiteX74" fmla="*/ 4319251 w 5563679"/>
              <a:gd name="connsiteY74" fmla="*/ 913368 h 5550115"/>
              <a:gd name="connsiteX75" fmla="*/ 4438138 w 5563679"/>
              <a:gd name="connsiteY75" fmla="*/ 834564 h 5550115"/>
              <a:gd name="connsiteX76" fmla="*/ 4557025 w 5563679"/>
              <a:gd name="connsiteY76" fmla="*/ 913368 h 5550115"/>
              <a:gd name="connsiteX77" fmla="*/ 4559215 w 5563679"/>
              <a:gd name="connsiteY77" fmla="*/ 924213 h 5550115"/>
              <a:gd name="connsiteX78" fmla="*/ 4559215 w 5563679"/>
              <a:gd name="connsiteY78" fmla="*/ 1077616 h 5550115"/>
              <a:gd name="connsiteX79" fmla="*/ 4638018 w 5563679"/>
              <a:gd name="connsiteY79" fmla="*/ 1196504 h 5550115"/>
              <a:gd name="connsiteX80" fmla="*/ 4686088 w 5563679"/>
              <a:gd name="connsiteY80" fmla="*/ 1206208 h 5550115"/>
              <a:gd name="connsiteX81" fmla="*/ 4686088 w 5563679"/>
              <a:gd name="connsiteY81" fmla="*/ 1206946 h 5550115"/>
              <a:gd name="connsiteX82" fmla="*/ 4709568 w 5563679"/>
              <a:gd name="connsiteY82" fmla="*/ 1209313 h 5550115"/>
              <a:gd name="connsiteX83" fmla="*/ 4809296 w 5563679"/>
              <a:gd name="connsiteY83" fmla="*/ 1295262 h 5550115"/>
              <a:gd name="connsiteX84" fmla="*/ 4811500 w 5563679"/>
              <a:gd name="connsiteY84" fmla="*/ 1307752 h 5550115"/>
              <a:gd name="connsiteX85" fmla="*/ 4811500 w 5563679"/>
              <a:gd name="connsiteY85" fmla="*/ 1441660 h 5550115"/>
              <a:gd name="connsiteX86" fmla="*/ 4940527 w 5563679"/>
              <a:gd name="connsiteY86" fmla="*/ 1570687 h 5550115"/>
              <a:gd name="connsiteX87" fmla="*/ 4940526 w 5563679"/>
              <a:gd name="connsiteY87" fmla="*/ 1570686 h 5550115"/>
              <a:gd name="connsiteX88" fmla="*/ 5069553 w 5563679"/>
              <a:gd name="connsiteY88" fmla="*/ 1441659 h 5550115"/>
              <a:gd name="connsiteX89" fmla="*/ 5069553 w 5563679"/>
              <a:gd name="connsiteY89" fmla="*/ 1076405 h 5550115"/>
              <a:gd name="connsiteX90" fmla="*/ 5071757 w 5563679"/>
              <a:gd name="connsiteY90" fmla="*/ 1063915 h 5550115"/>
              <a:gd name="connsiteX91" fmla="*/ 5171486 w 5563679"/>
              <a:gd name="connsiteY91" fmla="*/ 977966 h 5550115"/>
              <a:gd name="connsiteX92" fmla="*/ 5194966 w 5563679"/>
              <a:gd name="connsiteY92" fmla="*/ 975599 h 5550115"/>
              <a:gd name="connsiteX93" fmla="*/ 5194966 w 5563679"/>
              <a:gd name="connsiteY93" fmla="*/ 974861 h 5550115"/>
              <a:gd name="connsiteX94" fmla="*/ 5243036 w 5563679"/>
              <a:gd name="connsiteY94" fmla="*/ 965157 h 5550115"/>
              <a:gd name="connsiteX95" fmla="*/ 5321839 w 5563679"/>
              <a:gd name="connsiteY95" fmla="*/ 846269 h 5550115"/>
              <a:gd name="connsiteX96" fmla="*/ 5321839 w 5563679"/>
              <a:gd name="connsiteY96" fmla="*/ 469894 h 5550115"/>
              <a:gd name="connsiteX97" fmla="*/ 5330228 w 5563679"/>
              <a:gd name="connsiteY97" fmla="*/ 428344 h 5550115"/>
              <a:gd name="connsiteX98" fmla="*/ 5449115 w 5563679"/>
              <a:gd name="connsiteY98" fmla="*/ 349540 h 5550115"/>
              <a:gd name="connsiteX99" fmla="*/ 5548678 w 5563679"/>
              <a:gd name="connsiteY99" fmla="*/ 396494 h 5550115"/>
              <a:gd name="connsiteX100" fmla="*/ 5562692 w 5563679"/>
              <a:gd name="connsiteY100" fmla="*/ 419592 h 5550115"/>
              <a:gd name="connsiteX101" fmla="*/ 5562692 w 5563679"/>
              <a:gd name="connsiteY101" fmla="*/ 2265528 h 5550115"/>
              <a:gd name="connsiteX102" fmla="*/ 5563679 w 5563679"/>
              <a:gd name="connsiteY102" fmla="*/ 2265528 h 5550115"/>
              <a:gd name="connsiteX103" fmla="*/ 5563679 w 5563679"/>
              <a:gd name="connsiteY103" fmla="*/ 3341998 h 5550115"/>
              <a:gd name="connsiteX104" fmla="*/ 5484876 w 5563679"/>
              <a:gd name="connsiteY104" fmla="*/ 3460886 h 5550115"/>
              <a:gd name="connsiteX105" fmla="*/ 5436806 w 5563679"/>
              <a:gd name="connsiteY105" fmla="*/ 3470590 h 5550115"/>
              <a:gd name="connsiteX106" fmla="*/ 5436806 w 5563679"/>
              <a:gd name="connsiteY106" fmla="*/ 3471328 h 5550115"/>
              <a:gd name="connsiteX107" fmla="*/ 5413326 w 5563679"/>
              <a:gd name="connsiteY107" fmla="*/ 3473695 h 5550115"/>
              <a:gd name="connsiteX108" fmla="*/ 5336262 w 5563679"/>
              <a:gd name="connsiteY108" fmla="*/ 3520139 h 5550115"/>
              <a:gd name="connsiteX109" fmla="*/ 5315097 w 5563679"/>
              <a:gd name="connsiteY109" fmla="*/ 3557030 h 5550115"/>
              <a:gd name="connsiteX110" fmla="*/ 5315097 w 5563679"/>
              <a:gd name="connsiteY110" fmla="*/ 3620344 h 5550115"/>
              <a:gd name="connsiteX111" fmla="*/ 5236294 w 5563679"/>
              <a:gd name="connsiteY111" fmla="*/ 3739232 h 5550115"/>
              <a:gd name="connsiteX112" fmla="*/ 5188224 w 5563679"/>
              <a:gd name="connsiteY112" fmla="*/ 3748936 h 5550115"/>
              <a:gd name="connsiteX113" fmla="*/ 5188224 w 5563679"/>
              <a:gd name="connsiteY113" fmla="*/ 3749674 h 5550115"/>
              <a:gd name="connsiteX114" fmla="*/ 5164744 w 5563679"/>
              <a:gd name="connsiteY114" fmla="*/ 3752041 h 5550115"/>
              <a:gd name="connsiteX115" fmla="*/ 5065015 w 5563679"/>
              <a:gd name="connsiteY115" fmla="*/ 3837990 h 5550115"/>
              <a:gd name="connsiteX116" fmla="*/ 5064995 w 5563679"/>
              <a:gd name="connsiteY116" fmla="*/ 3838103 h 5550115"/>
              <a:gd name="connsiteX117" fmla="*/ 5064995 w 5563679"/>
              <a:gd name="connsiteY117" fmla="*/ 4397896 h 5550115"/>
              <a:gd name="connsiteX118" fmla="*/ 4986192 w 5563679"/>
              <a:gd name="connsiteY118" fmla="*/ 4516784 h 5550115"/>
              <a:gd name="connsiteX119" fmla="*/ 4938122 w 5563679"/>
              <a:gd name="connsiteY119" fmla="*/ 4526488 h 5550115"/>
              <a:gd name="connsiteX120" fmla="*/ 4938122 w 5563679"/>
              <a:gd name="connsiteY120" fmla="*/ 4527226 h 5550115"/>
              <a:gd name="connsiteX121" fmla="*/ 4914642 w 5563679"/>
              <a:gd name="connsiteY121" fmla="*/ 4529593 h 5550115"/>
              <a:gd name="connsiteX122" fmla="*/ 4814913 w 5563679"/>
              <a:gd name="connsiteY122" fmla="*/ 4615542 h 5550115"/>
              <a:gd name="connsiteX123" fmla="*/ 4814662 w 5563679"/>
              <a:gd name="connsiteY123" fmla="*/ 4616965 h 5550115"/>
              <a:gd name="connsiteX124" fmla="*/ 4814662 w 5563679"/>
              <a:gd name="connsiteY124" fmla="*/ 4885290 h 5550115"/>
              <a:gd name="connsiteX125" fmla="*/ 4685635 w 5563679"/>
              <a:gd name="connsiteY125" fmla="*/ 5014317 h 5550115"/>
              <a:gd name="connsiteX126" fmla="*/ 4685636 w 5563679"/>
              <a:gd name="connsiteY126" fmla="*/ 5014316 h 5550115"/>
              <a:gd name="connsiteX127" fmla="*/ 4556609 w 5563679"/>
              <a:gd name="connsiteY127" fmla="*/ 4885289 h 5550115"/>
              <a:gd name="connsiteX128" fmla="*/ 4556609 w 5563679"/>
              <a:gd name="connsiteY128" fmla="*/ 4605270 h 5550115"/>
              <a:gd name="connsiteX129" fmla="*/ 4554606 w 5563679"/>
              <a:gd name="connsiteY129" fmla="*/ 4593919 h 5550115"/>
              <a:gd name="connsiteX130" fmla="*/ 4454877 w 5563679"/>
              <a:gd name="connsiteY130" fmla="*/ 4507970 h 5550115"/>
              <a:gd name="connsiteX131" fmla="*/ 4431397 w 5563679"/>
              <a:gd name="connsiteY131" fmla="*/ 4505603 h 5550115"/>
              <a:gd name="connsiteX132" fmla="*/ 4431397 w 5563679"/>
              <a:gd name="connsiteY132" fmla="*/ 4504865 h 5550115"/>
              <a:gd name="connsiteX133" fmla="*/ 4383327 w 5563679"/>
              <a:gd name="connsiteY133" fmla="*/ 4495161 h 5550115"/>
              <a:gd name="connsiteX134" fmla="*/ 4304524 w 5563679"/>
              <a:gd name="connsiteY134" fmla="*/ 4376273 h 5550115"/>
              <a:gd name="connsiteX135" fmla="*/ 4304524 w 5563679"/>
              <a:gd name="connsiteY135" fmla="*/ 4286143 h 5550115"/>
              <a:gd name="connsiteX136" fmla="*/ 4296135 w 5563679"/>
              <a:gd name="connsiteY136" fmla="*/ 4244593 h 5550115"/>
              <a:gd name="connsiteX137" fmla="*/ 4177248 w 5563679"/>
              <a:gd name="connsiteY137" fmla="*/ 4165789 h 5550115"/>
              <a:gd name="connsiteX138" fmla="*/ 4058361 w 5563679"/>
              <a:gd name="connsiteY138" fmla="*/ 4244593 h 5550115"/>
              <a:gd name="connsiteX139" fmla="*/ 4056171 w 5563679"/>
              <a:gd name="connsiteY139" fmla="*/ 4255437 h 5550115"/>
              <a:gd name="connsiteX140" fmla="*/ 4056171 w 5563679"/>
              <a:gd name="connsiteY140" fmla="*/ 4496307 h 5550115"/>
              <a:gd name="connsiteX141" fmla="*/ 3977368 w 5563679"/>
              <a:gd name="connsiteY141" fmla="*/ 4615195 h 5550115"/>
              <a:gd name="connsiteX142" fmla="*/ 3929298 w 5563679"/>
              <a:gd name="connsiteY142" fmla="*/ 4624899 h 5550115"/>
              <a:gd name="connsiteX143" fmla="*/ 3929298 w 5563679"/>
              <a:gd name="connsiteY143" fmla="*/ 4625637 h 5550115"/>
              <a:gd name="connsiteX144" fmla="*/ 3905818 w 5563679"/>
              <a:gd name="connsiteY144" fmla="*/ 4628004 h 5550115"/>
              <a:gd name="connsiteX145" fmla="*/ 3806089 w 5563679"/>
              <a:gd name="connsiteY145" fmla="*/ 4713953 h 5550115"/>
              <a:gd name="connsiteX146" fmla="*/ 3805837 w 5563679"/>
              <a:gd name="connsiteY146" fmla="*/ 4715382 h 5550115"/>
              <a:gd name="connsiteX147" fmla="*/ 3805837 w 5563679"/>
              <a:gd name="connsiteY147" fmla="*/ 4820023 h 5550115"/>
              <a:gd name="connsiteX148" fmla="*/ 3676810 w 5563679"/>
              <a:gd name="connsiteY148" fmla="*/ 4949050 h 5550115"/>
              <a:gd name="connsiteX149" fmla="*/ 3676811 w 5563679"/>
              <a:gd name="connsiteY149" fmla="*/ 4949049 h 5550115"/>
              <a:gd name="connsiteX150" fmla="*/ 3547784 w 5563679"/>
              <a:gd name="connsiteY150" fmla="*/ 4820022 h 5550115"/>
              <a:gd name="connsiteX151" fmla="*/ 3547783 w 5563679"/>
              <a:gd name="connsiteY151" fmla="*/ 4836545 h 5550115"/>
              <a:gd name="connsiteX152" fmla="*/ 3537645 w 5563679"/>
              <a:gd name="connsiteY152" fmla="*/ 4786326 h 5550115"/>
              <a:gd name="connsiteX153" fmla="*/ 3418757 w 5563679"/>
              <a:gd name="connsiteY153" fmla="*/ 4707522 h 5550115"/>
              <a:gd name="connsiteX154" fmla="*/ 3299870 w 5563679"/>
              <a:gd name="connsiteY154" fmla="*/ 4786326 h 5550115"/>
              <a:gd name="connsiteX155" fmla="*/ 3290106 w 5563679"/>
              <a:gd name="connsiteY155" fmla="*/ 4834686 h 5550115"/>
              <a:gd name="connsiteX156" fmla="*/ 3290106 w 5563679"/>
              <a:gd name="connsiteY156" fmla="*/ 5421088 h 5550115"/>
              <a:gd name="connsiteX157" fmla="*/ 3161079 w 5563679"/>
              <a:gd name="connsiteY157" fmla="*/ 5550115 h 5550115"/>
              <a:gd name="connsiteX158" fmla="*/ 3161080 w 5563679"/>
              <a:gd name="connsiteY158" fmla="*/ 5550114 h 5550115"/>
              <a:gd name="connsiteX159" fmla="*/ 3032053 w 5563679"/>
              <a:gd name="connsiteY159" fmla="*/ 5421087 h 5550115"/>
              <a:gd name="connsiteX160" fmla="*/ 3032052 w 5563679"/>
              <a:gd name="connsiteY160" fmla="*/ 4524125 h 5550115"/>
              <a:gd name="connsiteX161" fmla="*/ 3021914 w 5563679"/>
              <a:gd name="connsiteY161" fmla="*/ 4473906 h 5550115"/>
              <a:gd name="connsiteX162" fmla="*/ 2903026 w 5563679"/>
              <a:gd name="connsiteY162" fmla="*/ 4395102 h 5550115"/>
              <a:gd name="connsiteX163" fmla="*/ 2784139 w 5563679"/>
              <a:gd name="connsiteY163" fmla="*/ 4473906 h 5550115"/>
              <a:gd name="connsiteX164" fmla="*/ 2780541 w 5563679"/>
              <a:gd name="connsiteY164" fmla="*/ 4491725 h 5550115"/>
              <a:gd name="connsiteX165" fmla="*/ 2780541 w 5563679"/>
              <a:gd name="connsiteY165" fmla="*/ 4800671 h 5550115"/>
              <a:gd name="connsiteX166" fmla="*/ 2651514 w 5563679"/>
              <a:gd name="connsiteY166" fmla="*/ 4929698 h 5550115"/>
              <a:gd name="connsiteX167" fmla="*/ 2651515 w 5563679"/>
              <a:gd name="connsiteY167" fmla="*/ 4929697 h 5550115"/>
              <a:gd name="connsiteX168" fmla="*/ 2522488 w 5563679"/>
              <a:gd name="connsiteY168" fmla="*/ 4800670 h 5550115"/>
              <a:gd name="connsiteX169" fmla="*/ 2522488 w 5563679"/>
              <a:gd name="connsiteY169" fmla="*/ 4753932 h 5550115"/>
              <a:gd name="connsiteX170" fmla="*/ 2503819 w 5563679"/>
              <a:gd name="connsiteY170" fmla="*/ 4721390 h 5550115"/>
              <a:gd name="connsiteX171" fmla="*/ 2426754 w 5563679"/>
              <a:gd name="connsiteY171" fmla="*/ 4674946 h 5550115"/>
              <a:gd name="connsiteX172" fmla="*/ 2403274 w 5563679"/>
              <a:gd name="connsiteY172" fmla="*/ 4672579 h 5550115"/>
              <a:gd name="connsiteX173" fmla="*/ 2403274 w 5563679"/>
              <a:gd name="connsiteY173" fmla="*/ 4671841 h 5550115"/>
              <a:gd name="connsiteX174" fmla="*/ 2355204 w 5563679"/>
              <a:gd name="connsiteY174" fmla="*/ 4662137 h 5550115"/>
              <a:gd name="connsiteX175" fmla="*/ 2276401 w 5563679"/>
              <a:gd name="connsiteY175" fmla="*/ 4543249 h 5550115"/>
              <a:gd name="connsiteX176" fmla="*/ 2276401 w 5563679"/>
              <a:gd name="connsiteY176" fmla="*/ 4429265 h 5550115"/>
              <a:gd name="connsiteX177" fmla="*/ 2268012 w 5563679"/>
              <a:gd name="connsiteY177" fmla="*/ 4387715 h 5550115"/>
              <a:gd name="connsiteX178" fmla="*/ 2149125 w 5563679"/>
              <a:gd name="connsiteY178" fmla="*/ 4308911 h 5550115"/>
              <a:gd name="connsiteX179" fmla="*/ 2030238 w 5563679"/>
              <a:gd name="connsiteY179" fmla="*/ 4387715 h 5550115"/>
              <a:gd name="connsiteX180" fmla="*/ 2028048 w 5563679"/>
              <a:gd name="connsiteY180" fmla="*/ 4398560 h 5550115"/>
              <a:gd name="connsiteX181" fmla="*/ 2028048 w 5563679"/>
              <a:gd name="connsiteY181" fmla="*/ 4551963 h 5550115"/>
              <a:gd name="connsiteX182" fmla="*/ 1949245 w 5563679"/>
              <a:gd name="connsiteY182" fmla="*/ 4670851 h 5550115"/>
              <a:gd name="connsiteX183" fmla="*/ 1901175 w 5563679"/>
              <a:gd name="connsiteY183" fmla="*/ 4680555 h 5550115"/>
              <a:gd name="connsiteX184" fmla="*/ 1901175 w 5563679"/>
              <a:gd name="connsiteY184" fmla="*/ 4681293 h 5550115"/>
              <a:gd name="connsiteX185" fmla="*/ 1877695 w 5563679"/>
              <a:gd name="connsiteY185" fmla="*/ 4683660 h 5550115"/>
              <a:gd name="connsiteX186" fmla="*/ 1777966 w 5563679"/>
              <a:gd name="connsiteY186" fmla="*/ 4769609 h 5550115"/>
              <a:gd name="connsiteX187" fmla="*/ 1775762 w 5563679"/>
              <a:gd name="connsiteY187" fmla="*/ 4782099 h 5550115"/>
              <a:gd name="connsiteX188" fmla="*/ 1775762 w 5563679"/>
              <a:gd name="connsiteY188" fmla="*/ 4916007 h 5550115"/>
              <a:gd name="connsiteX189" fmla="*/ 1646735 w 5563679"/>
              <a:gd name="connsiteY189" fmla="*/ 5045034 h 5550115"/>
              <a:gd name="connsiteX190" fmla="*/ 1646736 w 5563679"/>
              <a:gd name="connsiteY190" fmla="*/ 5045033 h 5550115"/>
              <a:gd name="connsiteX191" fmla="*/ 1517709 w 5563679"/>
              <a:gd name="connsiteY191" fmla="*/ 4916006 h 5550115"/>
              <a:gd name="connsiteX192" fmla="*/ 1517709 w 5563679"/>
              <a:gd name="connsiteY192" fmla="*/ 4550752 h 5550115"/>
              <a:gd name="connsiteX193" fmla="*/ 1515505 w 5563679"/>
              <a:gd name="connsiteY193" fmla="*/ 4538262 h 5550115"/>
              <a:gd name="connsiteX194" fmla="*/ 1415776 w 5563679"/>
              <a:gd name="connsiteY194" fmla="*/ 4452313 h 5550115"/>
              <a:gd name="connsiteX195" fmla="*/ 1392296 w 5563679"/>
              <a:gd name="connsiteY195" fmla="*/ 4449946 h 5550115"/>
              <a:gd name="connsiteX196" fmla="*/ 1392296 w 5563679"/>
              <a:gd name="connsiteY196" fmla="*/ 4449208 h 5550115"/>
              <a:gd name="connsiteX197" fmla="*/ 1344226 w 5563679"/>
              <a:gd name="connsiteY197" fmla="*/ 4439504 h 5550115"/>
              <a:gd name="connsiteX198" fmla="*/ 1265423 w 5563679"/>
              <a:gd name="connsiteY198" fmla="*/ 4320616 h 5550115"/>
              <a:gd name="connsiteX199" fmla="*/ 1265423 w 5563679"/>
              <a:gd name="connsiteY199" fmla="*/ 3944241 h 5550115"/>
              <a:gd name="connsiteX200" fmla="*/ 1257034 w 5563679"/>
              <a:gd name="connsiteY200" fmla="*/ 3902691 h 5550115"/>
              <a:gd name="connsiteX201" fmla="*/ 1138147 w 5563679"/>
              <a:gd name="connsiteY201" fmla="*/ 3823887 h 5550115"/>
              <a:gd name="connsiteX202" fmla="*/ 1019260 w 5563679"/>
              <a:gd name="connsiteY202" fmla="*/ 3902691 h 5550115"/>
              <a:gd name="connsiteX203" fmla="*/ 1016586 w 5563679"/>
              <a:gd name="connsiteY203" fmla="*/ 3915934 h 5550115"/>
              <a:gd name="connsiteX204" fmla="*/ 1016586 w 5563679"/>
              <a:gd name="connsiteY204" fmla="*/ 3976598 h 5550115"/>
              <a:gd name="connsiteX205" fmla="*/ 887559 w 5563679"/>
              <a:gd name="connsiteY205" fmla="*/ 4105625 h 5550115"/>
              <a:gd name="connsiteX206" fmla="*/ 887560 w 5563679"/>
              <a:gd name="connsiteY206" fmla="*/ 4105624 h 5550115"/>
              <a:gd name="connsiteX207" fmla="*/ 758533 w 5563679"/>
              <a:gd name="connsiteY207" fmla="*/ 3976597 h 5550115"/>
              <a:gd name="connsiteX208" fmla="*/ 758533 w 5563679"/>
              <a:gd name="connsiteY208" fmla="*/ 3835817 h 5550115"/>
              <a:gd name="connsiteX209" fmla="*/ 737116 w 5563679"/>
              <a:gd name="connsiteY209" fmla="*/ 3798485 h 5550115"/>
              <a:gd name="connsiteX210" fmla="*/ 660051 w 5563679"/>
              <a:gd name="connsiteY210" fmla="*/ 3752041 h 5550115"/>
              <a:gd name="connsiteX211" fmla="*/ 636571 w 5563679"/>
              <a:gd name="connsiteY211" fmla="*/ 3749674 h 5550115"/>
              <a:gd name="connsiteX212" fmla="*/ 636571 w 5563679"/>
              <a:gd name="connsiteY212" fmla="*/ 3748936 h 5550115"/>
              <a:gd name="connsiteX213" fmla="*/ 588501 w 5563679"/>
              <a:gd name="connsiteY213" fmla="*/ 3739232 h 5550115"/>
              <a:gd name="connsiteX214" fmla="*/ 509698 w 5563679"/>
              <a:gd name="connsiteY214" fmla="*/ 3620344 h 5550115"/>
              <a:gd name="connsiteX215" fmla="*/ 509698 w 5563679"/>
              <a:gd name="connsiteY215" fmla="*/ 2675086 h 5550115"/>
              <a:gd name="connsiteX216" fmla="*/ 501309 w 5563679"/>
              <a:gd name="connsiteY216" fmla="*/ 2633537 h 5550115"/>
              <a:gd name="connsiteX217" fmla="*/ 382422 w 5563679"/>
              <a:gd name="connsiteY217" fmla="*/ 2554733 h 5550115"/>
              <a:gd name="connsiteX218" fmla="*/ 263535 w 5563679"/>
              <a:gd name="connsiteY218" fmla="*/ 2633537 h 5550115"/>
              <a:gd name="connsiteX219" fmla="*/ 258053 w 5563679"/>
              <a:gd name="connsiteY219" fmla="*/ 2660688 h 5550115"/>
              <a:gd name="connsiteX220" fmla="*/ 258053 w 5563679"/>
              <a:gd name="connsiteY220" fmla="*/ 2715723 h 5550115"/>
              <a:gd name="connsiteX221" fmla="*/ 129026 w 5563679"/>
              <a:gd name="connsiteY221" fmla="*/ 2844750 h 5550115"/>
              <a:gd name="connsiteX222" fmla="*/ 129027 w 5563679"/>
              <a:gd name="connsiteY222" fmla="*/ 2844749 h 5550115"/>
              <a:gd name="connsiteX223" fmla="*/ 0 w 5563679"/>
              <a:gd name="connsiteY223" fmla="*/ 2715722 h 5550115"/>
              <a:gd name="connsiteX224" fmla="*/ 0 w 5563679"/>
              <a:gd name="connsiteY224" fmla="*/ 2265528 h 5550115"/>
              <a:gd name="connsiteX225" fmla="*/ 0 w 5563679"/>
              <a:gd name="connsiteY225" fmla="*/ 546839 h 5550115"/>
              <a:gd name="connsiteX226" fmla="*/ 12233 w 5563679"/>
              <a:gd name="connsiteY226" fmla="*/ 526676 h 5550115"/>
              <a:gd name="connsiteX227" fmla="*/ 111797 w 5563679"/>
              <a:gd name="connsiteY227" fmla="*/ 479722 h 5550115"/>
              <a:gd name="connsiteX228" fmla="*/ 230684 w 5563679"/>
              <a:gd name="connsiteY228" fmla="*/ 558526 h 5550115"/>
              <a:gd name="connsiteX229" fmla="*/ 232874 w 5563679"/>
              <a:gd name="connsiteY229" fmla="*/ 569371 h 5550115"/>
              <a:gd name="connsiteX230" fmla="*/ 232874 w 5563679"/>
              <a:gd name="connsiteY230" fmla="*/ 722774 h 5550115"/>
              <a:gd name="connsiteX231" fmla="*/ 311677 w 5563679"/>
              <a:gd name="connsiteY231" fmla="*/ 841662 h 5550115"/>
              <a:gd name="connsiteX232" fmla="*/ 359747 w 5563679"/>
              <a:gd name="connsiteY232" fmla="*/ 851366 h 5550115"/>
              <a:gd name="connsiteX233" fmla="*/ 359747 w 5563679"/>
              <a:gd name="connsiteY233" fmla="*/ 852104 h 5550115"/>
              <a:gd name="connsiteX234" fmla="*/ 383227 w 5563679"/>
              <a:gd name="connsiteY234" fmla="*/ 854471 h 5550115"/>
              <a:gd name="connsiteX235" fmla="*/ 482956 w 5563679"/>
              <a:gd name="connsiteY235" fmla="*/ 940420 h 5550115"/>
              <a:gd name="connsiteX236" fmla="*/ 485160 w 5563679"/>
              <a:gd name="connsiteY236" fmla="*/ 952910 h 5550115"/>
              <a:gd name="connsiteX237" fmla="*/ 485160 w 5563679"/>
              <a:gd name="connsiteY237" fmla="*/ 1086818 h 5550115"/>
              <a:gd name="connsiteX238" fmla="*/ 614186 w 5563679"/>
              <a:gd name="connsiteY238" fmla="*/ 1215845 h 5550115"/>
              <a:gd name="connsiteX239" fmla="*/ 614185 w 5563679"/>
              <a:gd name="connsiteY239" fmla="*/ 1215844 h 5550115"/>
              <a:gd name="connsiteX240" fmla="*/ 743212 w 5563679"/>
              <a:gd name="connsiteY240" fmla="*/ 1086817 h 5550115"/>
              <a:gd name="connsiteX241" fmla="*/ 743212 w 5563679"/>
              <a:gd name="connsiteY241" fmla="*/ 721563 h 5550115"/>
              <a:gd name="connsiteX242" fmla="*/ 745416 w 5563679"/>
              <a:gd name="connsiteY242" fmla="*/ 709073 h 5550115"/>
              <a:gd name="connsiteX243" fmla="*/ 845145 w 5563679"/>
              <a:gd name="connsiteY243" fmla="*/ 623124 h 5550115"/>
              <a:gd name="connsiteX244" fmla="*/ 868625 w 5563679"/>
              <a:gd name="connsiteY244" fmla="*/ 620757 h 5550115"/>
              <a:gd name="connsiteX245" fmla="*/ 868625 w 5563679"/>
              <a:gd name="connsiteY245" fmla="*/ 620019 h 5550115"/>
              <a:gd name="connsiteX246" fmla="*/ 916695 w 5563679"/>
              <a:gd name="connsiteY246" fmla="*/ 610315 h 5550115"/>
              <a:gd name="connsiteX247" fmla="*/ 995498 w 5563679"/>
              <a:gd name="connsiteY247" fmla="*/ 491427 h 5550115"/>
              <a:gd name="connsiteX248" fmla="*/ 995498 w 5563679"/>
              <a:gd name="connsiteY248" fmla="*/ 115052 h 5550115"/>
              <a:gd name="connsiteX249" fmla="*/ 1003887 w 5563679"/>
              <a:gd name="connsiteY249" fmla="*/ 73502 h 5550115"/>
              <a:gd name="connsiteX250" fmla="*/ 1084406 w 5563679"/>
              <a:gd name="connsiteY250" fmla="*/ 499 h 5550115"/>
              <a:gd name="connsiteX251" fmla="*/ 1087705 w 5563679"/>
              <a:gd name="connsiteY251" fmla="*/ 0 h 555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5563679" h="5550115">
                <a:moveTo>
                  <a:pt x="1087705" y="0"/>
                </a:moveTo>
                <a:lnTo>
                  <a:pt x="1157844" y="0"/>
                </a:lnTo>
                <a:lnTo>
                  <a:pt x="1161143" y="499"/>
                </a:lnTo>
                <a:cubicBezTo>
                  <a:pt x="1197505" y="11809"/>
                  <a:pt x="1226971" y="38770"/>
                  <a:pt x="1241661" y="73502"/>
                </a:cubicBezTo>
                <a:lnTo>
                  <a:pt x="1244335" y="86745"/>
                </a:lnTo>
                <a:lnTo>
                  <a:pt x="1244335" y="147409"/>
                </a:lnTo>
                <a:cubicBezTo>
                  <a:pt x="1244335" y="218669"/>
                  <a:pt x="1302102" y="276436"/>
                  <a:pt x="1373362" y="276436"/>
                </a:cubicBezTo>
                <a:lnTo>
                  <a:pt x="1373361" y="276435"/>
                </a:lnTo>
                <a:lnTo>
                  <a:pt x="1390772" y="272920"/>
                </a:lnTo>
                <a:lnTo>
                  <a:pt x="1399039" y="274589"/>
                </a:lnTo>
                <a:lnTo>
                  <a:pt x="1399039" y="275327"/>
                </a:lnTo>
                <a:lnTo>
                  <a:pt x="1422519" y="277694"/>
                </a:lnTo>
                <a:cubicBezTo>
                  <a:pt x="1468717" y="287147"/>
                  <a:pt x="1506329" y="320167"/>
                  <a:pt x="1522248" y="363643"/>
                </a:cubicBezTo>
                <a:cubicBezTo>
                  <a:pt x="1522255" y="363681"/>
                  <a:pt x="1522261" y="363718"/>
                  <a:pt x="1522268" y="363756"/>
                </a:cubicBezTo>
                <a:lnTo>
                  <a:pt x="1522268" y="923549"/>
                </a:lnTo>
                <a:cubicBezTo>
                  <a:pt x="1522268" y="976994"/>
                  <a:pt x="1554762" y="1022849"/>
                  <a:pt x="1601071" y="1042437"/>
                </a:cubicBezTo>
                <a:lnTo>
                  <a:pt x="1649141" y="1052141"/>
                </a:lnTo>
                <a:lnTo>
                  <a:pt x="1649141" y="1052879"/>
                </a:lnTo>
                <a:lnTo>
                  <a:pt x="1672621" y="1055246"/>
                </a:lnTo>
                <a:cubicBezTo>
                  <a:pt x="1718819" y="1064699"/>
                  <a:pt x="1756431" y="1097719"/>
                  <a:pt x="1772350" y="1141195"/>
                </a:cubicBezTo>
                <a:cubicBezTo>
                  <a:pt x="1772434" y="1141669"/>
                  <a:pt x="1772517" y="1142144"/>
                  <a:pt x="1772601" y="1142618"/>
                </a:cubicBezTo>
                <a:lnTo>
                  <a:pt x="1772601" y="1410943"/>
                </a:lnTo>
                <a:cubicBezTo>
                  <a:pt x="1772601" y="1482203"/>
                  <a:pt x="1830368" y="1539970"/>
                  <a:pt x="1901628" y="1539970"/>
                </a:cubicBezTo>
                <a:lnTo>
                  <a:pt x="1901627" y="1539969"/>
                </a:lnTo>
                <a:cubicBezTo>
                  <a:pt x="1972887" y="1539969"/>
                  <a:pt x="2030654" y="1482202"/>
                  <a:pt x="2030654" y="1410942"/>
                </a:cubicBezTo>
                <a:lnTo>
                  <a:pt x="2030654" y="1130923"/>
                </a:lnTo>
                <a:lnTo>
                  <a:pt x="2032657" y="1119572"/>
                </a:lnTo>
                <a:cubicBezTo>
                  <a:pt x="2048576" y="1076096"/>
                  <a:pt x="2086188" y="1043076"/>
                  <a:pt x="2132386" y="1033623"/>
                </a:cubicBezTo>
                <a:lnTo>
                  <a:pt x="2155866" y="1031256"/>
                </a:lnTo>
                <a:lnTo>
                  <a:pt x="2155866" y="1030518"/>
                </a:lnTo>
                <a:lnTo>
                  <a:pt x="2203936" y="1020814"/>
                </a:lnTo>
                <a:cubicBezTo>
                  <a:pt x="2250245" y="1001226"/>
                  <a:pt x="2282739" y="955371"/>
                  <a:pt x="2282739" y="901926"/>
                </a:cubicBezTo>
                <a:lnTo>
                  <a:pt x="2282739" y="811796"/>
                </a:lnTo>
                <a:lnTo>
                  <a:pt x="2291128" y="770246"/>
                </a:lnTo>
                <a:cubicBezTo>
                  <a:pt x="2310715" y="723936"/>
                  <a:pt x="2356570" y="691442"/>
                  <a:pt x="2410015" y="691442"/>
                </a:cubicBezTo>
                <a:cubicBezTo>
                  <a:pt x="2463460" y="691442"/>
                  <a:pt x="2509315" y="723936"/>
                  <a:pt x="2528902" y="770246"/>
                </a:cubicBezTo>
                <a:lnTo>
                  <a:pt x="2531092" y="781090"/>
                </a:lnTo>
                <a:lnTo>
                  <a:pt x="2531092" y="1021960"/>
                </a:lnTo>
                <a:cubicBezTo>
                  <a:pt x="2531092" y="1075405"/>
                  <a:pt x="2563586" y="1121260"/>
                  <a:pt x="2609895" y="1140848"/>
                </a:cubicBezTo>
                <a:lnTo>
                  <a:pt x="2657965" y="1150552"/>
                </a:lnTo>
                <a:lnTo>
                  <a:pt x="2657965" y="1151290"/>
                </a:lnTo>
                <a:lnTo>
                  <a:pt x="2681445" y="1153657"/>
                </a:lnTo>
                <a:cubicBezTo>
                  <a:pt x="2727642" y="1163110"/>
                  <a:pt x="2765255" y="1196130"/>
                  <a:pt x="2781174" y="1239606"/>
                </a:cubicBezTo>
                <a:lnTo>
                  <a:pt x="2781426" y="1241035"/>
                </a:lnTo>
                <a:lnTo>
                  <a:pt x="2781426" y="1345676"/>
                </a:lnTo>
                <a:cubicBezTo>
                  <a:pt x="2781426" y="1416936"/>
                  <a:pt x="2839193" y="1474703"/>
                  <a:pt x="2910453" y="1474703"/>
                </a:cubicBezTo>
                <a:lnTo>
                  <a:pt x="2910452" y="1474702"/>
                </a:lnTo>
                <a:cubicBezTo>
                  <a:pt x="2981712" y="1474702"/>
                  <a:pt x="3039479" y="1416935"/>
                  <a:pt x="3039479" y="1345675"/>
                </a:cubicBezTo>
                <a:cubicBezTo>
                  <a:pt x="3039479" y="1351183"/>
                  <a:pt x="3039480" y="1356690"/>
                  <a:pt x="3039480" y="1362198"/>
                </a:cubicBezTo>
                <a:lnTo>
                  <a:pt x="3049618" y="1311979"/>
                </a:lnTo>
                <a:cubicBezTo>
                  <a:pt x="3069206" y="1265669"/>
                  <a:pt x="3115061" y="1233175"/>
                  <a:pt x="3168506" y="1233175"/>
                </a:cubicBezTo>
                <a:cubicBezTo>
                  <a:pt x="3221951" y="1233175"/>
                  <a:pt x="3267806" y="1265669"/>
                  <a:pt x="3287393" y="1311979"/>
                </a:cubicBezTo>
                <a:lnTo>
                  <a:pt x="3297157" y="1360339"/>
                </a:lnTo>
                <a:lnTo>
                  <a:pt x="3297157" y="1946741"/>
                </a:lnTo>
                <a:cubicBezTo>
                  <a:pt x="3297157" y="2018001"/>
                  <a:pt x="3354924" y="2075768"/>
                  <a:pt x="3426184" y="2075768"/>
                </a:cubicBezTo>
                <a:lnTo>
                  <a:pt x="3426183" y="2075767"/>
                </a:lnTo>
                <a:cubicBezTo>
                  <a:pt x="3497443" y="2075767"/>
                  <a:pt x="3555210" y="2018000"/>
                  <a:pt x="3555210" y="1946740"/>
                </a:cubicBezTo>
                <a:cubicBezTo>
                  <a:pt x="3555210" y="1647753"/>
                  <a:pt x="3555211" y="1348765"/>
                  <a:pt x="3555211" y="1049778"/>
                </a:cubicBezTo>
                <a:lnTo>
                  <a:pt x="3565349" y="999559"/>
                </a:lnTo>
                <a:cubicBezTo>
                  <a:pt x="3584937" y="953249"/>
                  <a:pt x="3630792" y="920755"/>
                  <a:pt x="3684237" y="920755"/>
                </a:cubicBezTo>
                <a:cubicBezTo>
                  <a:pt x="3737682" y="920755"/>
                  <a:pt x="3783537" y="953249"/>
                  <a:pt x="3803124" y="999559"/>
                </a:cubicBezTo>
                <a:lnTo>
                  <a:pt x="3806722" y="1017378"/>
                </a:lnTo>
                <a:lnTo>
                  <a:pt x="3806722" y="1326324"/>
                </a:lnTo>
                <a:cubicBezTo>
                  <a:pt x="3806722" y="1397584"/>
                  <a:pt x="3864489" y="1455351"/>
                  <a:pt x="3935749" y="1455351"/>
                </a:cubicBezTo>
                <a:lnTo>
                  <a:pt x="3935748" y="1455350"/>
                </a:lnTo>
                <a:cubicBezTo>
                  <a:pt x="4007008" y="1455350"/>
                  <a:pt x="4064775" y="1397583"/>
                  <a:pt x="4064775" y="1326323"/>
                </a:cubicBezTo>
                <a:lnTo>
                  <a:pt x="4064775" y="1279585"/>
                </a:lnTo>
                <a:lnTo>
                  <a:pt x="4083444" y="1247043"/>
                </a:lnTo>
                <a:cubicBezTo>
                  <a:pt x="4102728" y="1223677"/>
                  <a:pt x="4129710" y="1206901"/>
                  <a:pt x="4160509" y="1200599"/>
                </a:cubicBezTo>
                <a:lnTo>
                  <a:pt x="4183989" y="1198232"/>
                </a:lnTo>
                <a:lnTo>
                  <a:pt x="4183989" y="1197494"/>
                </a:lnTo>
                <a:lnTo>
                  <a:pt x="4232059" y="1187790"/>
                </a:lnTo>
                <a:cubicBezTo>
                  <a:pt x="4278368" y="1168202"/>
                  <a:pt x="4310862" y="1122347"/>
                  <a:pt x="4310862" y="1068902"/>
                </a:cubicBezTo>
                <a:lnTo>
                  <a:pt x="4310862" y="954918"/>
                </a:lnTo>
                <a:lnTo>
                  <a:pt x="4319251" y="913368"/>
                </a:lnTo>
                <a:cubicBezTo>
                  <a:pt x="4338838" y="867058"/>
                  <a:pt x="4384693" y="834564"/>
                  <a:pt x="4438138" y="834564"/>
                </a:cubicBezTo>
                <a:cubicBezTo>
                  <a:pt x="4491583" y="834564"/>
                  <a:pt x="4537438" y="867058"/>
                  <a:pt x="4557025" y="913368"/>
                </a:cubicBezTo>
                <a:lnTo>
                  <a:pt x="4559215" y="924213"/>
                </a:lnTo>
                <a:lnTo>
                  <a:pt x="4559215" y="1077616"/>
                </a:lnTo>
                <a:cubicBezTo>
                  <a:pt x="4559215" y="1131061"/>
                  <a:pt x="4591709" y="1176916"/>
                  <a:pt x="4638018" y="1196504"/>
                </a:cubicBezTo>
                <a:lnTo>
                  <a:pt x="4686088" y="1206208"/>
                </a:lnTo>
                <a:lnTo>
                  <a:pt x="4686088" y="1206946"/>
                </a:lnTo>
                <a:lnTo>
                  <a:pt x="4709568" y="1209313"/>
                </a:lnTo>
                <a:cubicBezTo>
                  <a:pt x="4755766" y="1218766"/>
                  <a:pt x="4793378" y="1251786"/>
                  <a:pt x="4809296" y="1295262"/>
                </a:cubicBezTo>
                <a:lnTo>
                  <a:pt x="4811500" y="1307752"/>
                </a:lnTo>
                <a:lnTo>
                  <a:pt x="4811500" y="1441660"/>
                </a:lnTo>
                <a:cubicBezTo>
                  <a:pt x="4811500" y="1512920"/>
                  <a:pt x="4869267" y="1570687"/>
                  <a:pt x="4940527" y="1570687"/>
                </a:cubicBezTo>
                <a:lnTo>
                  <a:pt x="4940526" y="1570686"/>
                </a:lnTo>
                <a:cubicBezTo>
                  <a:pt x="5011786" y="1570686"/>
                  <a:pt x="5069553" y="1512919"/>
                  <a:pt x="5069553" y="1441659"/>
                </a:cubicBezTo>
                <a:lnTo>
                  <a:pt x="5069553" y="1076405"/>
                </a:lnTo>
                <a:lnTo>
                  <a:pt x="5071757" y="1063915"/>
                </a:lnTo>
                <a:cubicBezTo>
                  <a:pt x="5087676" y="1020439"/>
                  <a:pt x="5125288" y="987419"/>
                  <a:pt x="5171486" y="977966"/>
                </a:cubicBezTo>
                <a:lnTo>
                  <a:pt x="5194966" y="975599"/>
                </a:lnTo>
                <a:lnTo>
                  <a:pt x="5194966" y="974861"/>
                </a:lnTo>
                <a:lnTo>
                  <a:pt x="5243036" y="965157"/>
                </a:lnTo>
                <a:cubicBezTo>
                  <a:pt x="5289345" y="945569"/>
                  <a:pt x="5321839" y="899714"/>
                  <a:pt x="5321839" y="846269"/>
                </a:cubicBezTo>
                <a:lnTo>
                  <a:pt x="5321839" y="469894"/>
                </a:lnTo>
                <a:lnTo>
                  <a:pt x="5330228" y="428344"/>
                </a:lnTo>
                <a:cubicBezTo>
                  <a:pt x="5349815" y="382034"/>
                  <a:pt x="5395670" y="349540"/>
                  <a:pt x="5449115" y="349540"/>
                </a:cubicBezTo>
                <a:cubicBezTo>
                  <a:pt x="5489199" y="349540"/>
                  <a:pt x="5525013" y="367818"/>
                  <a:pt x="5548678" y="396494"/>
                </a:cubicBezTo>
                <a:lnTo>
                  <a:pt x="5562692" y="419592"/>
                </a:lnTo>
                <a:lnTo>
                  <a:pt x="5562692" y="2265528"/>
                </a:lnTo>
                <a:lnTo>
                  <a:pt x="5563679" y="2265528"/>
                </a:lnTo>
                <a:lnTo>
                  <a:pt x="5563679" y="3341998"/>
                </a:lnTo>
                <a:cubicBezTo>
                  <a:pt x="5563679" y="3395443"/>
                  <a:pt x="5531185" y="3441298"/>
                  <a:pt x="5484876" y="3460886"/>
                </a:cubicBezTo>
                <a:lnTo>
                  <a:pt x="5436806" y="3470590"/>
                </a:lnTo>
                <a:lnTo>
                  <a:pt x="5436806" y="3471328"/>
                </a:lnTo>
                <a:lnTo>
                  <a:pt x="5413326" y="3473695"/>
                </a:lnTo>
                <a:cubicBezTo>
                  <a:pt x="5382527" y="3479997"/>
                  <a:pt x="5355545" y="3496773"/>
                  <a:pt x="5336262" y="3520139"/>
                </a:cubicBezTo>
                <a:lnTo>
                  <a:pt x="5315097" y="3557030"/>
                </a:lnTo>
                <a:lnTo>
                  <a:pt x="5315097" y="3620344"/>
                </a:lnTo>
                <a:cubicBezTo>
                  <a:pt x="5315097" y="3673789"/>
                  <a:pt x="5282603" y="3719644"/>
                  <a:pt x="5236294" y="3739232"/>
                </a:cubicBezTo>
                <a:lnTo>
                  <a:pt x="5188224" y="3748936"/>
                </a:lnTo>
                <a:lnTo>
                  <a:pt x="5188224" y="3749674"/>
                </a:lnTo>
                <a:lnTo>
                  <a:pt x="5164744" y="3752041"/>
                </a:lnTo>
                <a:cubicBezTo>
                  <a:pt x="5118546" y="3761494"/>
                  <a:pt x="5080934" y="3794514"/>
                  <a:pt x="5065015" y="3837990"/>
                </a:cubicBezTo>
                <a:cubicBezTo>
                  <a:pt x="5065008" y="3838028"/>
                  <a:pt x="5065002" y="3838065"/>
                  <a:pt x="5064995" y="3838103"/>
                </a:cubicBezTo>
                <a:lnTo>
                  <a:pt x="5064995" y="4397896"/>
                </a:lnTo>
                <a:cubicBezTo>
                  <a:pt x="5064995" y="4451341"/>
                  <a:pt x="5032501" y="4497196"/>
                  <a:pt x="4986192" y="4516784"/>
                </a:cubicBezTo>
                <a:lnTo>
                  <a:pt x="4938122" y="4526488"/>
                </a:lnTo>
                <a:lnTo>
                  <a:pt x="4938122" y="4527226"/>
                </a:lnTo>
                <a:lnTo>
                  <a:pt x="4914642" y="4529593"/>
                </a:lnTo>
                <a:cubicBezTo>
                  <a:pt x="4868444" y="4539046"/>
                  <a:pt x="4830832" y="4572066"/>
                  <a:pt x="4814913" y="4615542"/>
                </a:cubicBezTo>
                <a:cubicBezTo>
                  <a:pt x="4814829" y="4616016"/>
                  <a:pt x="4814746" y="4616491"/>
                  <a:pt x="4814662" y="4616965"/>
                </a:cubicBezTo>
                <a:lnTo>
                  <a:pt x="4814662" y="4885290"/>
                </a:lnTo>
                <a:cubicBezTo>
                  <a:pt x="4814662" y="4956550"/>
                  <a:pt x="4756895" y="5014317"/>
                  <a:pt x="4685635" y="5014317"/>
                </a:cubicBezTo>
                <a:lnTo>
                  <a:pt x="4685636" y="5014316"/>
                </a:lnTo>
                <a:cubicBezTo>
                  <a:pt x="4614376" y="5014316"/>
                  <a:pt x="4556609" y="4956549"/>
                  <a:pt x="4556609" y="4885289"/>
                </a:cubicBezTo>
                <a:lnTo>
                  <a:pt x="4556609" y="4605270"/>
                </a:lnTo>
                <a:lnTo>
                  <a:pt x="4554606" y="4593919"/>
                </a:lnTo>
                <a:cubicBezTo>
                  <a:pt x="4538687" y="4550443"/>
                  <a:pt x="4501075" y="4517423"/>
                  <a:pt x="4454877" y="4507970"/>
                </a:cubicBezTo>
                <a:lnTo>
                  <a:pt x="4431397" y="4505603"/>
                </a:lnTo>
                <a:lnTo>
                  <a:pt x="4431397" y="4504865"/>
                </a:lnTo>
                <a:lnTo>
                  <a:pt x="4383327" y="4495161"/>
                </a:lnTo>
                <a:cubicBezTo>
                  <a:pt x="4337018" y="4475573"/>
                  <a:pt x="4304524" y="4429718"/>
                  <a:pt x="4304524" y="4376273"/>
                </a:cubicBezTo>
                <a:lnTo>
                  <a:pt x="4304524" y="4286143"/>
                </a:lnTo>
                <a:lnTo>
                  <a:pt x="4296135" y="4244593"/>
                </a:lnTo>
                <a:cubicBezTo>
                  <a:pt x="4276548" y="4198283"/>
                  <a:pt x="4230693" y="4165789"/>
                  <a:pt x="4177248" y="4165789"/>
                </a:cubicBezTo>
                <a:cubicBezTo>
                  <a:pt x="4123803" y="4165789"/>
                  <a:pt x="4077948" y="4198283"/>
                  <a:pt x="4058361" y="4244593"/>
                </a:cubicBezTo>
                <a:lnTo>
                  <a:pt x="4056171" y="4255437"/>
                </a:lnTo>
                <a:lnTo>
                  <a:pt x="4056171" y="4496307"/>
                </a:lnTo>
                <a:cubicBezTo>
                  <a:pt x="4056171" y="4549752"/>
                  <a:pt x="4023677" y="4595607"/>
                  <a:pt x="3977368" y="4615195"/>
                </a:cubicBezTo>
                <a:lnTo>
                  <a:pt x="3929298" y="4624899"/>
                </a:lnTo>
                <a:lnTo>
                  <a:pt x="3929298" y="4625637"/>
                </a:lnTo>
                <a:lnTo>
                  <a:pt x="3905818" y="4628004"/>
                </a:lnTo>
                <a:cubicBezTo>
                  <a:pt x="3859621" y="4637457"/>
                  <a:pt x="3822008" y="4670477"/>
                  <a:pt x="3806089" y="4713953"/>
                </a:cubicBezTo>
                <a:lnTo>
                  <a:pt x="3805837" y="4715382"/>
                </a:lnTo>
                <a:lnTo>
                  <a:pt x="3805837" y="4820023"/>
                </a:lnTo>
                <a:cubicBezTo>
                  <a:pt x="3805837" y="4891283"/>
                  <a:pt x="3748070" y="4949050"/>
                  <a:pt x="3676810" y="4949050"/>
                </a:cubicBezTo>
                <a:lnTo>
                  <a:pt x="3676811" y="4949049"/>
                </a:lnTo>
                <a:cubicBezTo>
                  <a:pt x="3605551" y="4949049"/>
                  <a:pt x="3547784" y="4891282"/>
                  <a:pt x="3547784" y="4820022"/>
                </a:cubicBezTo>
                <a:cubicBezTo>
                  <a:pt x="3547784" y="4825530"/>
                  <a:pt x="3547783" y="4831037"/>
                  <a:pt x="3547783" y="4836545"/>
                </a:cubicBezTo>
                <a:lnTo>
                  <a:pt x="3537645" y="4786326"/>
                </a:lnTo>
                <a:cubicBezTo>
                  <a:pt x="3518057" y="4740016"/>
                  <a:pt x="3472202" y="4707522"/>
                  <a:pt x="3418757" y="4707522"/>
                </a:cubicBezTo>
                <a:cubicBezTo>
                  <a:pt x="3365312" y="4707522"/>
                  <a:pt x="3319457" y="4740016"/>
                  <a:pt x="3299870" y="4786326"/>
                </a:cubicBezTo>
                <a:lnTo>
                  <a:pt x="3290106" y="4834686"/>
                </a:lnTo>
                <a:lnTo>
                  <a:pt x="3290106" y="5421088"/>
                </a:lnTo>
                <a:cubicBezTo>
                  <a:pt x="3290106" y="5492348"/>
                  <a:pt x="3232339" y="5550115"/>
                  <a:pt x="3161079" y="5550115"/>
                </a:cubicBezTo>
                <a:lnTo>
                  <a:pt x="3161080" y="5550114"/>
                </a:lnTo>
                <a:cubicBezTo>
                  <a:pt x="3089820" y="5550114"/>
                  <a:pt x="3032053" y="5492347"/>
                  <a:pt x="3032053" y="5421087"/>
                </a:cubicBezTo>
                <a:cubicBezTo>
                  <a:pt x="3032053" y="5122100"/>
                  <a:pt x="3032052" y="4823112"/>
                  <a:pt x="3032052" y="4524125"/>
                </a:cubicBezTo>
                <a:lnTo>
                  <a:pt x="3021914" y="4473906"/>
                </a:lnTo>
                <a:cubicBezTo>
                  <a:pt x="3002326" y="4427596"/>
                  <a:pt x="2956471" y="4395102"/>
                  <a:pt x="2903026" y="4395102"/>
                </a:cubicBezTo>
                <a:cubicBezTo>
                  <a:pt x="2849581" y="4395102"/>
                  <a:pt x="2803726" y="4427596"/>
                  <a:pt x="2784139" y="4473906"/>
                </a:cubicBezTo>
                <a:lnTo>
                  <a:pt x="2780541" y="4491725"/>
                </a:lnTo>
                <a:lnTo>
                  <a:pt x="2780541" y="4800671"/>
                </a:lnTo>
                <a:cubicBezTo>
                  <a:pt x="2780541" y="4871931"/>
                  <a:pt x="2722774" y="4929698"/>
                  <a:pt x="2651514" y="4929698"/>
                </a:cubicBezTo>
                <a:lnTo>
                  <a:pt x="2651515" y="4929697"/>
                </a:lnTo>
                <a:cubicBezTo>
                  <a:pt x="2580255" y="4929697"/>
                  <a:pt x="2522488" y="4871930"/>
                  <a:pt x="2522488" y="4800670"/>
                </a:cubicBezTo>
                <a:lnTo>
                  <a:pt x="2522488" y="4753932"/>
                </a:lnTo>
                <a:lnTo>
                  <a:pt x="2503819" y="4721390"/>
                </a:lnTo>
                <a:cubicBezTo>
                  <a:pt x="2484535" y="4698024"/>
                  <a:pt x="2457553" y="4681248"/>
                  <a:pt x="2426754" y="4674946"/>
                </a:cubicBezTo>
                <a:lnTo>
                  <a:pt x="2403274" y="4672579"/>
                </a:lnTo>
                <a:lnTo>
                  <a:pt x="2403274" y="4671841"/>
                </a:lnTo>
                <a:lnTo>
                  <a:pt x="2355204" y="4662137"/>
                </a:lnTo>
                <a:cubicBezTo>
                  <a:pt x="2308895" y="4642549"/>
                  <a:pt x="2276401" y="4596694"/>
                  <a:pt x="2276401" y="4543249"/>
                </a:cubicBezTo>
                <a:lnTo>
                  <a:pt x="2276401" y="4429265"/>
                </a:lnTo>
                <a:lnTo>
                  <a:pt x="2268012" y="4387715"/>
                </a:lnTo>
                <a:cubicBezTo>
                  <a:pt x="2248425" y="4341405"/>
                  <a:pt x="2202570" y="4308911"/>
                  <a:pt x="2149125" y="4308911"/>
                </a:cubicBezTo>
                <a:cubicBezTo>
                  <a:pt x="2095680" y="4308911"/>
                  <a:pt x="2049825" y="4341405"/>
                  <a:pt x="2030238" y="4387715"/>
                </a:cubicBezTo>
                <a:lnTo>
                  <a:pt x="2028048" y="4398560"/>
                </a:lnTo>
                <a:lnTo>
                  <a:pt x="2028048" y="4551963"/>
                </a:lnTo>
                <a:cubicBezTo>
                  <a:pt x="2028048" y="4605408"/>
                  <a:pt x="1995554" y="4651263"/>
                  <a:pt x="1949245" y="4670851"/>
                </a:cubicBezTo>
                <a:lnTo>
                  <a:pt x="1901175" y="4680555"/>
                </a:lnTo>
                <a:lnTo>
                  <a:pt x="1901175" y="4681293"/>
                </a:lnTo>
                <a:lnTo>
                  <a:pt x="1877695" y="4683660"/>
                </a:lnTo>
                <a:cubicBezTo>
                  <a:pt x="1831497" y="4693113"/>
                  <a:pt x="1793885" y="4726133"/>
                  <a:pt x="1777966" y="4769609"/>
                </a:cubicBezTo>
                <a:lnTo>
                  <a:pt x="1775762" y="4782099"/>
                </a:lnTo>
                <a:lnTo>
                  <a:pt x="1775762" y="4916007"/>
                </a:lnTo>
                <a:cubicBezTo>
                  <a:pt x="1775762" y="4987267"/>
                  <a:pt x="1717995" y="5045034"/>
                  <a:pt x="1646735" y="5045034"/>
                </a:cubicBezTo>
                <a:lnTo>
                  <a:pt x="1646736" y="5045033"/>
                </a:lnTo>
                <a:cubicBezTo>
                  <a:pt x="1575476" y="5045033"/>
                  <a:pt x="1517709" y="4987266"/>
                  <a:pt x="1517709" y="4916006"/>
                </a:cubicBezTo>
                <a:lnTo>
                  <a:pt x="1517709" y="4550752"/>
                </a:lnTo>
                <a:lnTo>
                  <a:pt x="1515505" y="4538262"/>
                </a:lnTo>
                <a:cubicBezTo>
                  <a:pt x="1499586" y="4494786"/>
                  <a:pt x="1461974" y="4461766"/>
                  <a:pt x="1415776" y="4452313"/>
                </a:cubicBezTo>
                <a:lnTo>
                  <a:pt x="1392296" y="4449946"/>
                </a:lnTo>
                <a:lnTo>
                  <a:pt x="1392296" y="4449208"/>
                </a:lnTo>
                <a:lnTo>
                  <a:pt x="1344226" y="4439504"/>
                </a:lnTo>
                <a:cubicBezTo>
                  <a:pt x="1297917" y="4419916"/>
                  <a:pt x="1265423" y="4374061"/>
                  <a:pt x="1265423" y="4320616"/>
                </a:cubicBezTo>
                <a:lnTo>
                  <a:pt x="1265423" y="3944241"/>
                </a:lnTo>
                <a:lnTo>
                  <a:pt x="1257034" y="3902691"/>
                </a:lnTo>
                <a:cubicBezTo>
                  <a:pt x="1237447" y="3856381"/>
                  <a:pt x="1191592" y="3823887"/>
                  <a:pt x="1138147" y="3823887"/>
                </a:cubicBezTo>
                <a:cubicBezTo>
                  <a:pt x="1084702" y="3823887"/>
                  <a:pt x="1038847" y="3856381"/>
                  <a:pt x="1019260" y="3902691"/>
                </a:cubicBezTo>
                <a:lnTo>
                  <a:pt x="1016586" y="3915934"/>
                </a:lnTo>
                <a:lnTo>
                  <a:pt x="1016586" y="3976598"/>
                </a:lnTo>
                <a:cubicBezTo>
                  <a:pt x="1016586" y="4047858"/>
                  <a:pt x="958819" y="4105625"/>
                  <a:pt x="887559" y="4105625"/>
                </a:cubicBezTo>
                <a:lnTo>
                  <a:pt x="887560" y="4105624"/>
                </a:lnTo>
                <a:cubicBezTo>
                  <a:pt x="816300" y="4105624"/>
                  <a:pt x="758533" y="4047857"/>
                  <a:pt x="758533" y="3976597"/>
                </a:cubicBezTo>
                <a:lnTo>
                  <a:pt x="758533" y="3835817"/>
                </a:lnTo>
                <a:lnTo>
                  <a:pt x="737116" y="3798485"/>
                </a:lnTo>
                <a:cubicBezTo>
                  <a:pt x="717833" y="3775119"/>
                  <a:pt x="690850" y="3758343"/>
                  <a:pt x="660051" y="3752041"/>
                </a:cubicBezTo>
                <a:lnTo>
                  <a:pt x="636571" y="3749674"/>
                </a:lnTo>
                <a:lnTo>
                  <a:pt x="636571" y="3748936"/>
                </a:lnTo>
                <a:lnTo>
                  <a:pt x="588501" y="3739232"/>
                </a:lnTo>
                <a:cubicBezTo>
                  <a:pt x="542192" y="3719644"/>
                  <a:pt x="509698" y="3673789"/>
                  <a:pt x="509698" y="3620344"/>
                </a:cubicBezTo>
                <a:lnTo>
                  <a:pt x="509698" y="2675086"/>
                </a:lnTo>
                <a:lnTo>
                  <a:pt x="501309" y="2633537"/>
                </a:lnTo>
                <a:cubicBezTo>
                  <a:pt x="481722" y="2587227"/>
                  <a:pt x="435867" y="2554733"/>
                  <a:pt x="382422" y="2554733"/>
                </a:cubicBezTo>
                <a:cubicBezTo>
                  <a:pt x="328977" y="2554733"/>
                  <a:pt x="283122" y="2587227"/>
                  <a:pt x="263535" y="2633537"/>
                </a:cubicBezTo>
                <a:lnTo>
                  <a:pt x="258053" y="2660688"/>
                </a:lnTo>
                <a:lnTo>
                  <a:pt x="258053" y="2715723"/>
                </a:lnTo>
                <a:cubicBezTo>
                  <a:pt x="258053" y="2786983"/>
                  <a:pt x="200286" y="2844750"/>
                  <a:pt x="129026" y="2844750"/>
                </a:cubicBezTo>
                <a:lnTo>
                  <a:pt x="129027" y="2844749"/>
                </a:lnTo>
                <a:cubicBezTo>
                  <a:pt x="57767" y="2844749"/>
                  <a:pt x="0" y="2786982"/>
                  <a:pt x="0" y="2715722"/>
                </a:cubicBezTo>
                <a:lnTo>
                  <a:pt x="0" y="2265528"/>
                </a:lnTo>
                <a:lnTo>
                  <a:pt x="0" y="546839"/>
                </a:lnTo>
                <a:lnTo>
                  <a:pt x="12233" y="526676"/>
                </a:lnTo>
                <a:cubicBezTo>
                  <a:pt x="35899" y="498000"/>
                  <a:pt x="71713" y="479722"/>
                  <a:pt x="111797" y="479722"/>
                </a:cubicBezTo>
                <a:cubicBezTo>
                  <a:pt x="165242" y="479722"/>
                  <a:pt x="211097" y="512216"/>
                  <a:pt x="230684" y="558526"/>
                </a:cubicBezTo>
                <a:lnTo>
                  <a:pt x="232874" y="569371"/>
                </a:lnTo>
                <a:lnTo>
                  <a:pt x="232874" y="722774"/>
                </a:lnTo>
                <a:cubicBezTo>
                  <a:pt x="232874" y="776219"/>
                  <a:pt x="265368" y="822074"/>
                  <a:pt x="311677" y="841662"/>
                </a:cubicBezTo>
                <a:lnTo>
                  <a:pt x="359747" y="851366"/>
                </a:lnTo>
                <a:lnTo>
                  <a:pt x="359747" y="852104"/>
                </a:lnTo>
                <a:lnTo>
                  <a:pt x="383227" y="854471"/>
                </a:lnTo>
                <a:cubicBezTo>
                  <a:pt x="429425" y="863924"/>
                  <a:pt x="467037" y="896944"/>
                  <a:pt x="482956" y="940420"/>
                </a:cubicBezTo>
                <a:lnTo>
                  <a:pt x="485160" y="952910"/>
                </a:lnTo>
                <a:lnTo>
                  <a:pt x="485160" y="1086818"/>
                </a:lnTo>
                <a:cubicBezTo>
                  <a:pt x="485160" y="1158078"/>
                  <a:pt x="542926" y="1215845"/>
                  <a:pt x="614186" y="1215845"/>
                </a:cubicBezTo>
                <a:lnTo>
                  <a:pt x="614185" y="1215844"/>
                </a:lnTo>
                <a:cubicBezTo>
                  <a:pt x="685445" y="1215844"/>
                  <a:pt x="743212" y="1158077"/>
                  <a:pt x="743212" y="1086817"/>
                </a:cubicBezTo>
                <a:lnTo>
                  <a:pt x="743212" y="721563"/>
                </a:lnTo>
                <a:lnTo>
                  <a:pt x="745416" y="709073"/>
                </a:lnTo>
                <a:cubicBezTo>
                  <a:pt x="761335" y="665597"/>
                  <a:pt x="798947" y="632577"/>
                  <a:pt x="845145" y="623124"/>
                </a:cubicBezTo>
                <a:lnTo>
                  <a:pt x="868625" y="620757"/>
                </a:lnTo>
                <a:lnTo>
                  <a:pt x="868625" y="620019"/>
                </a:lnTo>
                <a:lnTo>
                  <a:pt x="916695" y="610315"/>
                </a:lnTo>
                <a:cubicBezTo>
                  <a:pt x="963004" y="590727"/>
                  <a:pt x="995498" y="544872"/>
                  <a:pt x="995498" y="491427"/>
                </a:cubicBezTo>
                <a:lnTo>
                  <a:pt x="995498" y="115052"/>
                </a:lnTo>
                <a:lnTo>
                  <a:pt x="1003887" y="73502"/>
                </a:lnTo>
                <a:cubicBezTo>
                  <a:pt x="1018578" y="38770"/>
                  <a:pt x="1048044" y="11809"/>
                  <a:pt x="1084406" y="499"/>
                </a:cubicBezTo>
                <a:lnTo>
                  <a:pt x="1087705" y="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629771" y="497272"/>
            <a:ext cx="5551276" cy="769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333" b="0" i="0">
                <a:solidFill>
                  <a:schemeClr val="tx1">
                    <a:lumMod val="50000"/>
                    <a:lumOff val="50000"/>
                  </a:schemeClr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2pPr>
            <a:lvl3pPr marL="1219170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3pPr>
            <a:lvl4pPr marL="1828754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4pPr>
            <a:lvl5pPr marL="2438339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5pPr>
          </a:lstStyle>
          <a:p>
            <a:pPr lvl="0"/>
            <a:r>
              <a:rPr lang="es-ES_tradnl"/>
              <a:t>TITLE EXAMPLE</a:t>
            </a:r>
            <a:endParaRPr lang="es-ES_tradnl" dirty="0"/>
          </a:p>
        </p:txBody>
      </p:sp>
      <p:sp>
        <p:nvSpPr>
          <p:cNvPr id="4" name="Marcador de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333" b="1" i="0" baseline="0">
                <a:solidFill>
                  <a:schemeClr val="accent2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609585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2pPr>
            <a:lvl3pPr marL="1219170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3pPr>
            <a:lvl4pPr marL="1828754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4pPr>
            <a:lvl5pPr marL="2438339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5pPr>
          </a:lstStyle>
          <a:p>
            <a:pPr lvl="0"/>
            <a:r>
              <a:rPr lang="es-ES_tradnl"/>
              <a:t>SUBTITLE EXAMPLE 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1457680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phic with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0" y="219127"/>
            <a:ext cx="5398451" cy="6934100"/>
          </a:xfrm>
          <a:custGeom>
            <a:avLst/>
            <a:gdLst>
              <a:gd name="connsiteX0" fmla="*/ 1524638 w 4048838"/>
              <a:gd name="connsiteY0" fmla="*/ 0 h 5364921"/>
              <a:gd name="connsiteX1" fmla="*/ 1524639 w 4048838"/>
              <a:gd name="connsiteY1" fmla="*/ 0 h 5364921"/>
              <a:gd name="connsiteX2" fmla="*/ 1524639 w 4048838"/>
              <a:gd name="connsiteY2" fmla="*/ 1177004 h 5364921"/>
              <a:gd name="connsiteX3" fmla="*/ 1534777 w 4048838"/>
              <a:gd name="connsiteY3" fmla="*/ 1126785 h 5364921"/>
              <a:gd name="connsiteX4" fmla="*/ 1653665 w 4048838"/>
              <a:gd name="connsiteY4" fmla="*/ 1047981 h 5364921"/>
              <a:gd name="connsiteX5" fmla="*/ 1772552 w 4048838"/>
              <a:gd name="connsiteY5" fmla="*/ 1126785 h 5364921"/>
              <a:gd name="connsiteX6" fmla="*/ 1782316 w 4048838"/>
              <a:gd name="connsiteY6" fmla="*/ 1175145 h 5364921"/>
              <a:gd name="connsiteX7" fmla="*/ 1782316 w 4048838"/>
              <a:gd name="connsiteY7" fmla="*/ 1761547 h 5364921"/>
              <a:gd name="connsiteX8" fmla="*/ 1911343 w 4048838"/>
              <a:gd name="connsiteY8" fmla="*/ 1890574 h 5364921"/>
              <a:gd name="connsiteX9" fmla="*/ 1911342 w 4048838"/>
              <a:gd name="connsiteY9" fmla="*/ 1890573 h 5364921"/>
              <a:gd name="connsiteX10" fmla="*/ 2040369 w 4048838"/>
              <a:gd name="connsiteY10" fmla="*/ 1761546 h 5364921"/>
              <a:gd name="connsiteX11" fmla="*/ 2040369 w 4048838"/>
              <a:gd name="connsiteY11" fmla="*/ 0 h 5364921"/>
              <a:gd name="connsiteX12" fmla="*/ 2040369 w 4048838"/>
              <a:gd name="connsiteY12" fmla="*/ 0 h 5364921"/>
              <a:gd name="connsiteX13" fmla="*/ 2040370 w 4048838"/>
              <a:gd name="connsiteY13" fmla="*/ 864584 h 5364921"/>
              <a:gd name="connsiteX14" fmla="*/ 2050508 w 4048838"/>
              <a:gd name="connsiteY14" fmla="*/ 814365 h 5364921"/>
              <a:gd name="connsiteX15" fmla="*/ 2169396 w 4048838"/>
              <a:gd name="connsiteY15" fmla="*/ 735561 h 5364921"/>
              <a:gd name="connsiteX16" fmla="*/ 2288283 w 4048838"/>
              <a:gd name="connsiteY16" fmla="*/ 814365 h 5364921"/>
              <a:gd name="connsiteX17" fmla="*/ 2291881 w 4048838"/>
              <a:gd name="connsiteY17" fmla="*/ 832184 h 5364921"/>
              <a:gd name="connsiteX18" fmla="*/ 2291881 w 4048838"/>
              <a:gd name="connsiteY18" fmla="*/ 1141130 h 5364921"/>
              <a:gd name="connsiteX19" fmla="*/ 2420908 w 4048838"/>
              <a:gd name="connsiteY19" fmla="*/ 1270157 h 5364921"/>
              <a:gd name="connsiteX20" fmla="*/ 2420907 w 4048838"/>
              <a:gd name="connsiteY20" fmla="*/ 1270156 h 5364921"/>
              <a:gd name="connsiteX21" fmla="*/ 2549934 w 4048838"/>
              <a:gd name="connsiteY21" fmla="*/ 1141129 h 5364921"/>
              <a:gd name="connsiteX22" fmla="*/ 2549934 w 4048838"/>
              <a:gd name="connsiteY22" fmla="*/ 1094391 h 5364921"/>
              <a:gd name="connsiteX23" fmla="*/ 2568603 w 4048838"/>
              <a:gd name="connsiteY23" fmla="*/ 1061849 h 5364921"/>
              <a:gd name="connsiteX24" fmla="*/ 2645668 w 4048838"/>
              <a:gd name="connsiteY24" fmla="*/ 1015405 h 5364921"/>
              <a:gd name="connsiteX25" fmla="*/ 2669148 w 4048838"/>
              <a:gd name="connsiteY25" fmla="*/ 1013038 h 5364921"/>
              <a:gd name="connsiteX26" fmla="*/ 2669148 w 4048838"/>
              <a:gd name="connsiteY26" fmla="*/ 1012300 h 5364921"/>
              <a:gd name="connsiteX27" fmla="*/ 2717218 w 4048838"/>
              <a:gd name="connsiteY27" fmla="*/ 1002596 h 5364921"/>
              <a:gd name="connsiteX28" fmla="*/ 2796021 w 4048838"/>
              <a:gd name="connsiteY28" fmla="*/ 883708 h 5364921"/>
              <a:gd name="connsiteX29" fmla="*/ 2796021 w 4048838"/>
              <a:gd name="connsiteY29" fmla="*/ 769724 h 5364921"/>
              <a:gd name="connsiteX30" fmla="*/ 2804410 w 4048838"/>
              <a:gd name="connsiteY30" fmla="*/ 728174 h 5364921"/>
              <a:gd name="connsiteX31" fmla="*/ 2923297 w 4048838"/>
              <a:gd name="connsiteY31" fmla="*/ 649370 h 5364921"/>
              <a:gd name="connsiteX32" fmla="*/ 3042184 w 4048838"/>
              <a:gd name="connsiteY32" fmla="*/ 728174 h 5364921"/>
              <a:gd name="connsiteX33" fmla="*/ 3044374 w 4048838"/>
              <a:gd name="connsiteY33" fmla="*/ 739019 h 5364921"/>
              <a:gd name="connsiteX34" fmla="*/ 3044374 w 4048838"/>
              <a:gd name="connsiteY34" fmla="*/ 892422 h 5364921"/>
              <a:gd name="connsiteX35" fmla="*/ 3123177 w 4048838"/>
              <a:gd name="connsiteY35" fmla="*/ 1011310 h 5364921"/>
              <a:gd name="connsiteX36" fmla="*/ 3171247 w 4048838"/>
              <a:gd name="connsiteY36" fmla="*/ 1021014 h 5364921"/>
              <a:gd name="connsiteX37" fmla="*/ 3171247 w 4048838"/>
              <a:gd name="connsiteY37" fmla="*/ 1021752 h 5364921"/>
              <a:gd name="connsiteX38" fmla="*/ 3194727 w 4048838"/>
              <a:gd name="connsiteY38" fmla="*/ 1024119 h 5364921"/>
              <a:gd name="connsiteX39" fmla="*/ 3294455 w 4048838"/>
              <a:gd name="connsiteY39" fmla="*/ 1110068 h 5364921"/>
              <a:gd name="connsiteX40" fmla="*/ 3296659 w 4048838"/>
              <a:gd name="connsiteY40" fmla="*/ 1122558 h 5364921"/>
              <a:gd name="connsiteX41" fmla="*/ 3296659 w 4048838"/>
              <a:gd name="connsiteY41" fmla="*/ 1256466 h 5364921"/>
              <a:gd name="connsiteX42" fmla="*/ 3425686 w 4048838"/>
              <a:gd name="connsiteY42" fmla="*/ 1385493 h 5364921"/>
              <a:gd name="connsiteX43" fmla="*/ 3425685 w 4048838"/>
              <a:gd name="connsiteY43" fmla="*/ 1385492 h 5364921"/>
              <a:gd name="connsiteX44" fmla="*/ 3554712 w 4048838"/>
              <a:gd name="connsiteY44" fmla="*/ 1256465 h 5364921"/>
              <a:gd name="connsiteX45" fmla="*/ 3554712 w 4048838"/>
              <a:gd name="connsiteY45" fmla="*/ 891211 h 5364921"/>
              <a:gd name="connsiteX46" fmla="*/ 3556916 w 4048838"/>
              <a:gd name="connsiteY46" fmla="*/ 878721 h 5364921"/>
              <a:gd name="connsiteX47" fmla="*/ 3656645 w 4048838"/>
              <a:gd name="connsiteY47" fmla="*/ 792772 h 5364921"/>
              <a:gd name="connsiteX48" fmla="*/ 3680125 w 4048838"/>
              <a:gd name="connsiteY48" fmla="*/ 790405 h 5364921"/>
              <a:gd name="connsiteX49" fmla="*/ 3680125 w 4048838"/>
              <a:gd name="connsiteY49" fmla="*/ 789667 h 5364921"/>
              <a:gd name="connsiteX50" fmla="*/ 3728195 w 4048838"/>
              <a:gd name="connsiteY50" fmla="*/ 779963 h 5364921"/>
              <a:gd name="connsiteX51" fmla="*/ 3806998 w 4048838"/>
              <a:gd name="connsiteY51" fmla="*/ 661075 h 5364921"/>
              <a:gd name="connsiteX52" fmla="*/ 3806998 w 4048838"/>
              <a:gd name="connsiteY52" fmla="*/ 284700 h 5364921"/>
              <a:gd name="connsiteX53" fmla="*/ 3815387 w 4048838"/>
              <a:gd name="connsiteY53" fmla="*/ 243150 h 5364921"/>
              <a:gd name="connsiteX54" fmla="*/ 3934274 w 4048838"/>
              <a:gd name="connsiteY54" fmla="*/ 164346 h 5364921"/>
              <a:gd name="connsiteX55" fmla="*/ 4033837 w 4048838"/>
              <a:gd name="connsiteY55" fmla="*/ 211300 h 5364921"/>
              <a:gd name="connsiteX56" fmla="*/ 4047851 w 4048838"/>
              <a:gd name="connsiteY56" fmla="*/ 234398 h 5364921"/>
              <a:gd name="connsiteX57" fmla="*/ 4047851 w 4048838"/>
              <a:gd name="connsiteY57" fmla="*/ 2080334 h 5364921"/>
              <a:gd name="connsiteX58" fmla="*/ 4048838 w 4048838"/>
              <a:gd name="connsiteY58" fmla="*/ 2080334 h 5364921"/>
              <a:gd name="connsiteX59" fmla="*/ 4048838 w 4048838"/>
              <a:gd name="connsiteY59" fmla="*/ 3156804 h 5364921"/>
              <a:gd name="connsiteX60" fmla="*/ 3970035 w 4048838"/>
              <a:gd name="connsiteY60" fmla="*/ 3275692 h 5364921"/>
              <a:gd name="connsiteX61" fmla="*/ 3921965 w 4048838"/>
              <a:gd name="connsiteY61" fmla="*/ 3285396 h 5364921"/>
              <a:gd name="connsiteX62" fmla="*/ 3921965 w 4048838"/>
              <a:gd name="connsiteY62" fmla="*/ 3286134 h 5364921"/>
              <a:gd name="connsiteX63" fmla="*/ 3898485 w 4048838"/>
              <a:gd name="connsiteY63" fmla="*/ 3288501 h 5364921"/>
              <a:gd name="connsiteX64" fmla="*/ 3821421 w 4048838"/>
              <a:gd name="connsiteY64" fmla="*/ 3334945 h 5364921"/>
              <a:gd name="connsiteX65" fmla="*/ 3800256 w 4048838"/>
              <a:gd name="connsiteY65" fmla="*/ 3371836 h 5364921"/>
              <a:gd name="connsiteX66" fmla="*/ 3800256 w 4048838"/>
              <a:gd name="connsiteY66" fmla="*/ 3435150 h 5364921"/>
              <a:gd name="connsiteX67" fmla="*/ 3721453 w 4048838"/>
              <a:gd name="connsiteY67" fmla="*/ 3554038 h 5364921"/>
              <a:gd name="connsiteX68" fmla="*/ 3673383 w 4048838"/>
              <a:gd name="connsiteY68" fmla="*/ 3563742 h 5364921"/>
              <a:gd name="connsiteX69" fmla="*/ 3673383 w 4048838"/>
              <a:gd name="connsiteY69" fmla="*/ 3564480 h 5364921"/>
              <a:gd name="connsiteX70" fmla="*/ 3649903 w 4048838"/>
              <a:gd name="connsiteY70" fmla="*/ 3566847 h 5364921"/>
              <a:gd name="connsiteX71" fmla="*/ 3550174 w 4048838"/>
              <a:gd name="connsiteY71" fmla="*/ 3652796 h 5364921"/>
              <a:gd name="connsiteX72" fmla="*/ 3550154 w 4048838"/>
              <a:gd name="connsiteY72" fmla="*/ 3652909 h 5364921"/>
              <a:gd name="connsiteX73" fmla="*/ 3550154 w 4048838"/>
              <a:gd name="connsiteY73" fmla="*/ 4212702 h 5364921"/>
              <a:gd name="connsiteX74" fmla="*/ 3471351 w 4048838"/>
              <a:gd name="connsiteY74" fmla="*/ 4331590 h 5364921"/>
              <a:gd name="connsiteX75" fmla="*/ 3423281 w 4048838"/>
              <a:gd name="connsiteY75" fmla="*/ 4341294 h 5364921"/>
              <a:gd name="connsiteX76" fmla="*/ 3423281 w 4048838"/>
              <a:gd name="connsiteY76" fmla="*/ 4342032 h 5364921"/>
              <a:gd name="connsiteX77" fmla="*/ 3399801 w 4048838"/>
              <a:gd name="connsiteY77" fmla="*/ 4344399 h 5364921"/>
              <a:gd name="connsiteX78" fmla="*/ 3300072 w 4048838"/>
              <a:gd name="connsiteY78" fmla="*/ 4430348 h 5364921"/>
              <a:gd name="connsiteX79" fmla="*/ 3299821 w 4048838"/>
              <a:gd name="connsiteY79" fmla="*/ 4431771 h 5364921"/>
              <a:gd name="connsiteX80" fmla="*/ 3299821 w 4048838"/>
              <a:gd name="connsiteY80" fmla="*/ 4700096 h 5364921"/>
              <a:gd name="connsiteX81" fmla="*/ 3170794 w 4048838"/>
              <a:gd name="connsiteY81" fmla="*/ 4829123 h 5364921"/>
              <a:gd name="connsiteX82" fmla="*/ 3170795 w 4048838"/>
              <a:gd name="connsiteY82" fmla="*/ 4829122 h 5364921"/>
              <a:gd name="connsiteX83" fmla="*/ 3041768 w 4048838"/>
              <a:gd name="connsiteY83" fmla="*/ 4700095 h 5364921"/>
              <a:gd name="connsiteX84" fmla="*/ 3041768 w 4048838"/>
              <a:gd name="connsiteY84" fmla="*/ 4420076 h 5364921"/>
              <a:gd name="connsiteX85" fmla="*/ 3039765 w 4048838"/>
              <a:gd name="connsiteY85" fmla="*/ 4408725 h 5364921"/>
              <a:gd name="connsiteX86" fmla="*/ 2940036 w 4048838"/>
              <a:gd name="connsiteY86" fmla="*/ 4322776 h 5364921"/>
              <a:gd name="connsiteX87" fmla="*/ 2916556 w 4048838"/>
              <a:gd name="connsiteY87" fmla="*/ 4320409 h 5364921"/>
              <a:gd name="connsiteX88" fmla="*/ 2916556 w 4048838"/>
              <a:gd name="connsiteY88" fmla="*/ 4319671 h 5364921"/>
              <a:gd name="connsiteX89" fmla="*/ 2868486 w 4048838"/>
              <a:gd name="connsiteY89" fmla="*/ 4309967 h 5364921"/>
              <a:gd name="connsiteX90" fmla="*/ 2789683 w 4048838"/>
              <a:gd name="connsiteY90" fmla="*/ 4191079 h 5364921"/>
              <a:gd name="connsiteX91" fmla="*/ 2789683 w 4048838"/>
              <a:gd name="connsiteY91" fmla="*/ 4100949 h 5364921"/>
              <a:gd name="connsiteX92" fmla="*/ 2781294 w 4048838"/>
              <a:gd name="connsiteY92" fmla="*/ 4059399 h 5364921"/>
              <a:gd name="connsiteX93" fmla="*/ 2662407 w 4048838"/>
              <a:gd name="connsiteY93" fmla="*/ 3980595 h 5364921"/>
              <a:gd name="connsiteX94" fmla="*/ 2543520 w 4048838"/>
              <a:gd name="connsiteY94" fmla="*/ 4059399 h 5364921"/>
              <a:gd name="connsiteX95" fmla="*/ 2541330 w 4048838"/>
              <a:gd name="connsiteY95" fmla="*/ 4070243 h 5364921"/>
              <a:gd name="connsiteX96" fmla="*/ 2541330 w 4048838"/>
              <a:gd name="connsiteY96" fmla="*/ 4311113 h 5364921"/>
              <a:gd name="connsiteX97" fmla="*/ 2462527 w 4048838"/>
              <a:gd name="connsiteY97" fmla="*/ 4430001 h 5364921"/>
              <a:gd name="connsiteX98" fmla="*/ 2414457 w 4048838"/>
              <a:gd name="connsiteY98" fmla="*/ 4439705 h 5364921"/>
              <a:gd name="connsiteX99" fmla="*/ 2414457 w 4048838"/>
              <a:gd name="connsiteY99" fmla="*/ 4440443 h 5364921"/>
              <a:gd name="connsiteX100" fmla="*/ 2390977 w 4048838"/>
              <a:gd name="connsiteY100" fmla="*/ 4442810 h 5364921"/>
              <a:gd name="connsiteX101" fmla="*/ 2291248 w 4048838"/>
              <a:gd name="connsiteY101" fmla="*/ 4528759 h 5364921"/>
              <a:gd name="connsiteX102" fmla="*/ 2290996 w 4048838"/>
              <a:gd name="connsiteY102" fmla="*/ 4530188 h 5364921"/>
              <a:gd name="connsiteX103" fmla="*/ 2290996 w 4048838"/>
              <a:gd name="connsiteY103" fmla="*/ 4634829 h 5364921"/>
              <a:gd name="connsiteX104" fmla="*/ 2161969 w 4048838"/>
              <a:gd name="connsiteY104" fmla="*/ 4763856 h 5364921"/>
              <a:gd name="connsiteX105" fmla="*/ 2161970 w 4048838"/>
              <a:gd name="connsiteY105" fmla="*/ 4763855 h 5364921"/>
              <a:gd name="connsiteX106" fmla="*/ 2032943 w 4048838"/>
              <a:gd name="connsiteY106" fmla="*/ 4634828 h 5364921"/>
              <a:gd name="connsiteX107" fmla="*/ 2032943 w 4048838"/>
              <a:gd name="connsiteY107" fmla="*/ 2080334 h 5364921"/>
              <a:gd name="connsiteX108" fmla="*/ 2032942 w 4048838"/>
              <a:gd name="connsiteY108" fmla="*/ 4651351 h 5364921"/>
              <a:gd name="connsiteX109" fmla="*/ 2022804 w 4048838"/>
              <a:gd name="connsiteY109" fmla="*/ 4601132 h 5364921"/>
              <a:gd name="connsiteX110" fmla="*/ 1903916 w 4048838"/>
              <a:gd name="connsiteY110" fmla="*/ 4522328 h 5364921"/>
              <a:gd name="connsiteX111" fmla="*/ 1785029 w 4048838"/>
              <a:gd name="connsiteY111" fmla="*/ 4601132 h 5364921"/>
              <a:gd name="connsiteX112" fmla="*/ 1775265 w 4048838"/>
              <a:gd name="connsiteY112" fmla="*/ 4649492 h 5364921"/>
              <a:gd name="connsiteX113" fmla="*/ 1775265 w 4048838"/>
              <a:gd name="connsiteY113" fmla="*/ 5235894 h 5364921"/>
              <a:gd name="connsiteX114" fmla="*/ 1646238 w 4048838"/>
              <a:gd name="connsiteY114" fmla="*/ 5364921 h 5364921"/>
              <a:gd name="connsiteX115" fmla="*/ 1646239 w 4048838"/>
              <a:gd name="connsiteY115" fmla="*/ 5364920 h 5364921"/>
              <a:gd name="connsiteX116" fmla="*/ 1517212 w 4048838"/>
              <a:gd name="connsiteY116" fmla="*/ 5235893 h 5364921"/>
              <a:gd name="connsiteX117" fmla="*/ 1517212 w 4048838"/>
              <a:gd name="connsiteY117" fmla="*/ 2080334 h 5364921"/>
              <a:gd name="connsiteX118" fmla="*/ 1517211 w 4048838"/>
              <a:gd name="connsiteY118" fmla="*/ 4338931 h 5364921"/>
              <a:gd name="connsiteX119" fmla="*/ 1507073 w 4048838"/>
              <a:gd name="connsiteY119" fmla="*/ 4288712 h 5364921"/>
              <a:gd name="connsiteX120" fmla="*/ 1388185 w 4048838"/>
              <a:gd name="connsiteY120" fmla="*/ 4209908 h 5364921"/>
              <a:gd name="connsiteX121" fmla="*/ 1269298 w 4048838"/>
              <a:gd name="connsiteY121" fmla="*/ 4288712 h 5364921"/>
              <a:gd name="connsiteX122" fmla="*/ 1265700 w 4048838"/>
              <a:gd name="connsiteY122" fmla="*/ 4306531 h 5364921"/>
              <a:gd name="connsiteX123" fmla="*/ 1265700 w 4048838"/>
              <a:gd name="connsiteY123" fmla="*/ 4615477 h 5364921"/>
              <a:gd name="connsiteX124" fmla="*/ 1136673 w 4048838"/>
              <a:gd name="connsiteY124" fmla="*/ 4744504 h 5364921"/>
              <a:gd name="connsiteX125" fmla="*/ 1136674 w 4048838"/>
              <a:gd name="connsiteY125" fmla="*/ 4744503 h 5364921"/>
              <a:gd name="connsiteX126" fmla="*/ 1007647 w 4048838"/>
              <a:gd name="connsiteY126" fmla="*/ 4615476 h 5364921"/>
              <a:gd name="connsiteX127" fmla="*/ 1007647 w 4048838"/>
              <a:gd name="connsiteY127" fmla="*/ 4568738 h 5364921"/>
              <a:gd name="connsiteX128" fmla="*/ 988978 w 4048838"/>
              <a:gd name="connsiteY128" fmla="*/ 4536196 h 5364921"/>
              <a:gd name="connsiteX129" fmla="*/ 911913 w 4048838"/>
              <a:gd name="connsiteY129" fmla="*/ 4489752 h 5364921"/>
              <a:gd name="connsiteX130" fmla="*/ 888433 w 4048838"/>
              <a:gd name="connsiteY130" fmla="*/ 4487385 h 5364921"/>
              <a:gd name="connsiteX131" fmla="*/ 888433 w 4048838"/>
              <a:gd name="connsiteY131" fmla="*/ 4486647 h 5364921"/>
              <a:gd name="connsiteX132" fmla="*/ 840363 w 4048838"/>
              <a:gd name="connsiteY132" fmla="*/ 4476943 h 5364921"/>
              <a:gd name="connsiteX133" fmla="*/ 761560 w 4048838"/>
              <a:gd name="connsiteY133" fmla="*/ 4358055 h 5364921"/>
              <a:gd name="connsiteX134" fmla="*/ 761560 w 4048838"/>
              <a:gd name="connsiteY134" fmla="*/ 4244071 h 5364921"/>
              <a:gd name="connsiteX135" fmla="*/ 753171 w 4048838"/>
              <a:gd name="connsiteY135" fmla="*/ 4202521 h 5364921"/>
              <a:gd name="connsiteX136" fmla="*/ 634284 w 4048838"/>
              <a:gd name="connsiteY136" fmla="*/ 4123717 h 5364921"/>
              <a:gd name="connsiteX137" fmla="*/ 515397 w 4048838"/>
              <a:gd name="connsiteY137" fmla="*/ 4202521 h 5364921"/>
              <a:gd name="connsiteX138" fmla="*/ 513207 w 4048838"/>
              <a:gd name="connsiteY138" fmla="*/ 4213366 h 5364921"/>
              <a:gd name="connsiteX139" fmla="*/ 513207 w 4048838"/>
              <a:gd name="connsiteY139" fmla="*/ 4366769 h 5364921"/>
              <a:gd name="connsiteX140" fmla="*/ 434404 w 4048838"/>
              <a:gd name="connsiteY140" fmla="*/ 4485657 h 5364921"/>
              <a:gd name="connsiteX141" fmla="*/ 386334 w 4048838"/>
              <a:gd name="connsiteY141" fmla="*/ 4495361 h 5364921"/>
              <a:gd name="connsiteX142" fmla="*/ 386334 w 4048838"/>
              <a:gd name="connsiteY142" fmla="*/ 4496099 h 5364921"/>
              <a:gd name="connsiteX143" fmla="*/ 362854 w 4048838"/>
              <a:gd name="connsiteY143" fmla="*/ 4498466 h 5364921"/>
              <a:gd name="connsiteX144" fmla="*/ 263125 w 4048838"/>
              <a:gd name="connsiteY144" fmla="*/ 4584415 h 5364921"/>
              <a:gd name="connsiteX145" fmla="*/ 260921 w 4048838"/>
              <a:gd name="connsiteY145" fmla="*/ 4596905 h 5364921"/>
              <a:gd name="connsiteX146" fmla="*/ 260921 w 4048838"/>
              <a:gd name="connsiteY146" fmla="*/ 4730813 h 5364921"/>
              <a:gd name="connsiteX147" fmla="*/ 131894 w 4048838"/>
              <a:gd name="connsiteY147" fmla="*/ 4859840 h 5364921"/>
              <a:gd name="connsiteX148" fmla="*/ 131895 w 4048838"/>
              <a:gd name="connsiteY148" fmla="*/ 4859839 h 5364921"/>
              <a:gd name="connsiteX149" fmla="*/ 2868 w 4048838"/>
              <a:gd name="connsiteY149" fmla="*/ 4730812 h 5364921"/>
              <a:gd name="connsiteX150" fmla="*/ 2868 w 4048838"/>
              <a:gd name="connsiteY150" fmla="*/ 4365558 h 5364921"/>
              <a:gd name="connsiteX151" fmla="*/ 664 w 4048838"/>
              <a:gd name="connsiteY151" fmla="*/ 4353068 h 5364921"/>
              <a:gd name="connsiteX152" fmla="*/ 0 w 4048838"/>
              <a:gd name="connsiteY152" fmla="*/ 4351789 h 5364921"/>
              <a:gd name="connsiteX153" fmla="*/ 0 w 4048838"/>
              <a:gd name="connsiteY153" fmla="*/ 858029 h 5364921"/>
              <a:gd name="connsiteX154" fmla="*/ 90123 w 4048838"/>
              <a:gd name="connsiteY154" fmla="*/ 858029 h 5364921"/>
              <a:gd name="connsiteX155" fmla="*/ 134300 w 4048838"/>
              <a:gd name="connsiteY155" fmla="*/ 866947 h 5364921"/>
              <a:gd name="connsiteX156" fmla="*/ 134300 w 4048838"/>
              <a:gd name="connsiteY156" fmla="*/ 867685 h 5364921"/>
              <a:gd name="connsiteX157" fmla="*/ 157780 w 4048838"/>
              <a:gd name="connsiteY157" fmla="*/ 870052 h 5364921"/>
              <a:gd name="connsiteX158" fmla="*/ 257509 w 4048838"/>
              <a:gd name="connsiteY158" fmla="*/ 956001 h 5364921"/>
              <a:gd name="connsiteX159" fmla="*/ 257760 w 4048838"/>
              <a:gd name="connsiteY159" fmla="*/ 957424 h 5364921"/>
              <a:gd name="connsiteX160" fmla="*/ 257760 w 4048838"/>
              <a:gd name="connsiteY160" fmla="*/ 1225749 h 5364921"/>
              <a:gd name="connsiteX161" fmla="*/ 386787 w 4048838"/>
              <a:gd name="connsiteY161" fmla="*/ 1354776 h 5364921"/>
              <a:gd name="connsiteX162" fmla="*/ 386786 w 4048838"/>
              <a:gd name="connsiteY162" fmla="*/ 1354775 h 5364921"/>
              <a:gd name="connsiteX163" fmla="*/ 515813 w 4048838"/>
              <a:gd name="connsiteY163" fmla="*/ 1225748 h 5364921"/>
              <a:gd name="connsiteX164" fmla="*/ 515813 w 4048838"/>
              <a:gd name="connsiteY164" fmla="*/ 945729 h 5364921"/>
              <a:gd name="connsiteX165" fmla="*/ 517816 w 4048838"/>
              <a:gd name="connsiteY165" fmla="*/ 934378 h 5364921"/>
              <a:gd name="connsiteX166" fmla="*/ 617545 w 4048838"/>
              <a:gd name="connsiteY166" fmla="*/ 848429 h 5364921"/>
              <a:gd name="connsiteX167" fmla="*/ 641025 w 4048838"/>
              <a:gd name="connsiteY167" fmla="*/ 846062 h 5364921"/>
              <a:gd name="connsiteX168" fmla="*/ 641025 w 4048838"/>
              <a:gd name="connsiteY168" fmla="*/ 845324 h 5364921"/>
              <a:gd name="connsiteX169" fmla="*/ 689095 w 4048838"/>
              <a:gd name="connsiteY169" fmla="*/ 835620 h 5364921"/>
              <a:gd name="connsiteX170" fmla="*/ 767898 w 4048838"/>
              <a:gd name="connsiteY170" fmla="*/ 716732 h 5364921"/>
              <a:gd name="connsiteX171" fmla="*/ 767898 w 4048838"/>
              <a:gd name="connsiteY171" fmla="*/ 626602 h 5364921"/>
              <a:gd name="connsiteX172" fmla="*/ 776287 w 4048838"/>
              <a:gd name="connsiteY172" fmla="*/ 585052 h 5364921"/>
              <a:gd name="connsiteX173" fmla="*/ 895174 w 4048838"/>
              <a:gd name="connsiteY173" fmla="*/ 506248 h 5364921"/>
              <a:gd name="connsiteX174" fmla="*/ 1014061 w 4048838"/>
              <a:gd name="connsiteY174" fmla="*/ 585052 h 5364921"/>
              <a:gd name="connsiteX175" fmla="*/ 1016251 w 4048838"/>
              <a:gd name="connsiteY175" fmla="*/ 595896 h 5364921"/>
              <a:gd name="connsiteX176" fmla="*/ 1016251 w 4048838"/>
              <a:gd name="connsiteY176" fmla="*/ 836766 h 5364921"/>
              <a:gd name="connsiteX177" fmla="*/ 1095054 w 4048838"/>
              <a:gd name="connsiteY177" fmla="*/ 955654 h 5364921"/>
              <a:gd name="connsiteX178" fmla="*/ 1143124 w 4048838"/>
              <a:gd name="connsiteY178" fmla="*/ 965358 h 5364921"/>
              <a:gd name="connsiteX179" fmla="*/ 1143124 w 4048838"/>
              <a:gd name="connsiteY179" fmla="*/ 966096 h 5364921"/>
              <a:gd name="connsiteX180" fmla="*/ 1166604 w 4048838"/>
              <a:gd name="connsiteY180" fmla="*/ 968463 h 5364921"/>
              <a:gd name="connsiteX181" fmla="*/ 1266333 w 4048838"/>
              <a:gd name="connsiteY181" fmla="*/ 1054412 h 5364921"/>
              <a:gd name="connsiteX182" fmla="*/ 1266585 w 4048838"/>
              <a:gd name="connsiteY182" fmla="*/ 1055841 h 5364921"/>
              <a:gd name="connsiteX183" fmla="*/ 1266585 w 4048838"/>
              <a:gd name="connsiteY183" fmla="*/ 1160482 h 5364921"/>
              <a:gd name="connsiteX184" fmla="*/ 1395612 w 4048838"/>
              <a:gd name="connsiteY184" fmla="*/ 1289509 h 5364921"/>
              <a:gd name="connsiteX185" fmla="*/ 1395611 w 4048838"/>
              <a:gd name="connsiteY185" fmla="*/ 1289508 h 5364921"/>
              <a:gd name="connsiteX186" fmla="*/ 1524638 w 4048838"/>
              <a:gd name="connsiteY186" fmla="*/ 1160481 h 5364921"/>
              <a:gd name="connsiteX0" fmla="*/ 1524638 w 4048838"/>
              <a:gd name="connsiteY0" fmla="*/ 0 h 5364921"/>
              <a:gd name="connsiteX1" fmla="*/ 1524639 w 4048838"/>
              <a:gd name="connsiteY1" fmla="*/ 0 h 5364921"/>
              <a:gd name="connsiteX2" fmla="*/ 1524639 w 4048838"/>
              <a:gd name="connsiteY2" fmla="*/ 1177004 h 5364921"/>
              <a:gd name="connsiteX3" fmla="*/ 1534777 w 4048838"/>
              <a:gd name="connsiteY3" fmla="*/ 1126785 h 5364921"/>
              <a:gd name="connsiteX4" fmla="*/ 1653665 w 4048838"/>
              <a:gd name="connsiteY4" fmla="*/ 1047981 h 5364921"/>
              <a:gd name="connsiteX5" fmla="*/ 1772552 w 4048838"/>
              <a:gd name="connsiteY5" fmla="*/ 1126785 h 5364921"/>
              <a:gd name="connsiteX6" fmla="*/ 1782316 w 4048838"/>
              <a:gd name="connsiteY6" fmla="*/ 1175145 h 5364921"/>
              <a:gd name="connsiteX7" fmla="*/ 1782316 w 4048838"/>
              <a:gd name="connsiteY7" fmla="*/ 1761547 h 5364921"/>
              <a:gd name="connsiteX8" fmla="*/ 1911343 w 4048838"/>
              <a:gd name="connsiteY8" fmla="*/ 1890574 h 5364921"/>
              <a:gd name="connsiteX9" fmla="*/ 1911342 w 4048838"/>
              <a:gd name="connsiteY9" fmla="*/ 1890573 h 5364921"/>
              <a:gd name="connsiteX10" fmla="*/ 2040369 w 4048838"/>
              <a:gd name="connsiteY10" fmla="*/ 1761546 h 5364921"/>
              <a:gd name="connsiteX11" fmla="*/ 2040369 w 4048838"/>
              <a:gd name="connsiteY11" fmla="*/ 0 h 5364921"/>
              <a:gd name="connsiteX12" fmla="*/ 2040370 w 4048838"/>
              <a:gd name="connsiteY12" fmla="*/ 864584 h 5364921"/>
              <a:gd name="connsiteX13" fmla="*/ 2050508 w 4048838"/>
              <a:gd name="connsiteY13" fmla="*/ 814365 h 5364921"/>
              <a:gd name="connsiteX14" fmla="*/ 2169396 w 4048838"/>
              <a:gd name="connsiteY14" fmla="*/ 735561 h 5364921"/>
              <a:gd name="connsiteX15" fmla="*/ 2288283 w 4048838"/>
              <a:gd name="connsiteY15" fmla="*/ 814365 h 5364921"/>
              <a:gd name="connsiteX16" fmla="*/ 2291881 w 4048838"/>
              <a:gd name="connsiteY16" fmla="*/ 832184 h 5364921"/>
              <a:gd name="connsiteX17" fmla="*/ 2291881 w 4048838"/>
              <a:gd name="connsiteY17" fmla="*/ 1141130 h 5364921"/>
              <a:gd name="connsiteX18" fmla="*/ 2420908 w 4048838"/>
              <a:gd name="connsiteY18" fmla="*/ 1270157 h 5364921"/>
              <a:gd name="connsiteX19" fmla="*/ 2420907 w 4048838"/>
              <a:gd name="connsiteY19" fmla="*/ 1270156 h 5364921"/>
              <a:gd name="connsiteX20" fmla="*/ 2549934 w 4048838"/>
              <a:gd name="connsiteY20" fmla="*/ 1141129 h 5364921"/>
              <a:gd name="connsiteX21" fmla="*/ 2549934 w 4048838"/>
              <a:gd name="connsiteY21" fmla="*/ 1094391 h 5364921"/>
              <a:gd name="connsiteX22" fmla="*/ 2568603 w 4048838"/>
              <a:gd name="connsiteY22" fmla="*/ 1061849 h 5364921"/>
              <a:gd name="connsiteX23" fmla="*/ 2645668 w 4048838"/>
              <a:gd name="connsiteY23" fmla="*/ 1015405 h 5364921"/>
              <a:gd name="connsiteX24" fmla="*/ 2669148 w 4048838"/>
              <a:gd name="connsiteY24" fmla="*/ 1013038 h 5364921"/>
              <a:gd name="connsiteX25" fmla="*/ 2669148 w 4048838"/>
              <a:gd name="connsiteY25" fmla="*/ 1012300 h 5364921"/>
              <a:gd name="connsiteX26" fmla="*/ 2717218 w 4048838"/>
              <a:gd name="connsiteY26" fmla="*/ 1002596 h 5364921"/>
              <a:gd name="connsiteX27" fmla="*/ 2796021 w 4048838"/>
              <a:gd name="connsiteY27" fmla="*/ 883708 h 5364921"/>
              <a:gd name="connsiteX28" fmla="*/ 2796021 w 4048838"/>
              <a:gd name="connsiteY28" fmla="*/ 769724 h 5364921"/>
              <a:gd name="connsiteX29" fmla="*/ 2804410 w 4048838"/>
              <a:gd name="connsiteY29" fmla="*/ 728174 h 5364921"/>
              <a:gd name="connsiteX30" fmla="*/ 2923297 w 4048838"/>
              <a:gd name="connsiteY30" fmla="*/ 649370 h 5364921"/>
              <a:gd name="connsiteX31" fmla="*/ 3042184 w 4048838"/>
              <a:gd name="connsiteY31" fmla="*/ 728174 h 5364921"/>
              <a:gd name="connsiteX32" fmla="*/ 3044374 w 4048838"/>
              <a:gd name="connsiteY32" fmla="*/ 739019 h 5364921"/>
              <a:gd name="connsiteX33" fmla="*/ 3044374 w 4048838"/>
              <a:gd name="connsiteY33" fmla="*/ 892422 h 5364921"/>
              <a:gd name="connsiteX34" fmla="*/ 3123177 w 4048838"/>
              <a:gd name="connsiteY34" fmla="*/ 1011310 h 5364921"/>
              <a:gd name="connsiteX35" fmla="*/ 3171247 w 4048838"/>
              <a:gd name="connsiteY35" fmla="*/ 1021014 h 5364921"/>
              <a:gd name="connsiteX36" fmla="*/ 3171247 w 4048838"/>
              <a:gd name="connsiteY36" fmla="*/ 1021752 h 5364921"/>
              <a:gd name="connsiteX37" fmla="*/ 3194727 w 4048838"/>
              <a:gd name="connsiteY37" fmla="*/ 1024119 h 5364921"/>
              <a:gd name="connsiteX38" fmla="*/ 3294455 w 4048838"/>
              <a:gd name="connsiteY38" fmla="*/ 1110068 h 5364921"/>
              <a:gd name="connsiteX39" fmla="*/ 3296659 w 4048838"/>
              <a:gd name="connsiteY39" fmla="*/ 1122558 h 5364921"/>
              <a:gd name="connsiteX40" fmla="*/ 3296659 w 4048838"/>
              <a:gd name="connsiteY40" fmla="*/ 1256466 h 5364921"/>
              <a:gd name="connsiteX41" fmla="*/ 3425686 w 4048838"/>
              <a:gd name="connsiteY41" fmla="*/ 1385493 h 5364921"/>
              <a:gd name="connsiteX42" fmla="*/ 3425685 w 4048838"/>
              <a:gd name="connsiteY42" fmla="*/ 1385492 h 5364921"/>
              <a:gd name="connsiteX43" fmla="*/ 3554712 w 4048838"/>
              <a:gd name="connsiteY43" fmla="*/ 1256465 h 5364921"/>
              <a:gd name="connsiteX44" fmla="*/ 3554712 w 4048838"/>
              <a:gd name="connsiteY44" fmla="*/ 891211 h 5364921"/>
              <a:gd name="connsiteX45" fmla="*/ 3556916 w 4048838"/>
              <a:gd name="connsiteY45" fmla="*/ 878721 h 5364921"/>
              <a:gd name="connsiteX46" fmla="*/ 3656645 w 4048838"/>
              <a:gd name="connsiteY46" fmla="*/ 792772 h 5364921"/>
              <a:gd name="connsiteX47" fmla="*/ 3680125 w 4048838"/>
              <a:gd name="connsiteY47" fmla="*/ 790405 h 5364921"/>
              <a:gd name="connsiteX48" fmla="*/ 3680125 w 4048838"/>
              <a:gd name="connsiteY48" fmla="*/ 789667 h 5364921"/>
              <a:gd name="connsiteX49" fmla="*/ 3728195 w 4048838"/>
              <a:gd name="connsiteY49" fmla="*/ 779963 h 5364921"/>
              <a:gd name="connsiteX50" fmla="*/ 3806998 w 4048838"/>
              <a:gd name="connsiteY50" fmla="*/ 661075 h 5364921"/>
              <a:gd name="connsiteX51" fmla="*/ 3806998 w 4048838"/>
              <a:gd name="connsiteY51" fmla="*/ 284700 h 5364921"/>
              <a:gd name="connsiteX52" fmla="*/ 3815387 w 4048838"/>
              <a:gd name="connsiteY52" fmla="*/ 243150 h 5364921"/>
              <a:gd name="connsiteX53" fmla="*/ 3934274 w 4048838"/>
              <a:gd name="connsiteY53" fmla="*/ 164346 h 5364921"/>
              <a:gd name="connsiteX54" fmla="*/ 4033837 w 4048838"/>
              <a:gd name="connsiteY54" fmla="*/ 211300 h 5364921"/>
              <a:gd name="connsiteX55" fmla="*/ 4047851 w 4048838"/>
              <a:gd name="connsiteY55" fmla="*/ 234398 h 5364921"/>
              <a:gd name="connsiteX56" fmla="*/ 4047851 w 4048838"/>
              <a:gd name="connsiteY56" fmla="*/ 2080334 h 5364921"/>
              <a:gd name="connsiteX57" fmla="*/ 4048838 w 4048838"/>
              <a:gd name="connsiteY57" fmla="*/ 2080334 h 5364921"/>
              <a:gd name="connsiteX58" fmla="*/ 4048838 w 4048838"/>
              <a:gd name="connsiteY58" fmla="*/ 3156804 h 5364921"/>
              <a:gd name="connsiteX59" fmla="*/ 3970035 w 4048838"/>
              <a:gd name="connsiteY59" fmla="*/ 3275692 h 5364921"/>
              <a:gd name="connsiteX60" fmla="*/ 3921965 w 4048838"/>
              <a:gd name="connsiteY60" fmla="*/ 3285396 h 5364921"/>
              <a:gd name="connsiteX61" fmla="*/ 3921965 w 4048838"/>
              <a:gd name="connsiteY61" fmla="*/ 3286134 h 5364921"/>
              <a:gd name="connsiteX62" fmla="*/ 3898485 w 4048838"/>
              <a:gd name="connsiteY62" fmla="*/ 3288501 h 5364921"/>
              <a:gd name="connsiteX63" fmla="*/ 3821421 w 4048838"/>
              <a:gd name="connsiteY63" fmla="*/ 3334945 h 5364921"/>
              <a:gd name="connsiteX64" fmla="*/ 3800256 w 4048838"/>
              <a:gd name="connsiteY64" fmla="*/ 3371836 h 5364921"/>
              <a:gd name="connsiteX65" fmla="*/ 3800256 w 4048838"/>
              <a:gd name="connsiteY65" fmla="*/ 3435150 h 5364921"/>
              <a:gd name="connsiteX66" fmla="*/ 3721453 w 4048838"/>
              <a:gd name="connsiteY66" fmla="*/ 3554038 h 5364921"/>
              <a:gd name="connsiteX67" fmla="*/ 3673383 w 4048838"/>
              <a:gd name="connsiteY67" fmla="*/ 3563742 h 5364921"/>
              <a:gd name="connsiteX68" fmla="*/ 3673383 w 4048838"/>
              <a:gd name="connsiteY68" fmla="*/ 3564480 h 5364921"/>
              <a:gd name="connsiteX69" fmla="*/ 3649903 w 4048838"/>
              <a:gd name="connsiteY69" fmla="*/ 3566847 h 5364921"/>
              <a:gd name="connsiteX70" fmla="*/ 3550174 w 4048838"/>
              <a:gd name="connsiteY70" fmla="*/ 3652796 h 5364921"/>
              <a:gd name="connsiteX71" fmla="*/ 3550154 w 4048838"/>
              <a:gd name="connsiteY71" fmla="*/ 3652909 h 5364921"/>
              <a:gd name="connsiteX72" fmla="*/ 3550154 w 4048838"/>
              <a:gd name="connsiteY72" fmla="*/ 4212702 h 5364921"/>
              <a:gd name="connsiteX73" fmla="*/ 3471351 w 4048838"/>
              <a:gd name="connsiteY73" fmla="*/ 4331590 h 5364921"/>
              <a:gd name="connsiteX74" fmla="*/ 3423281 w 4048838"/>
              <a:gd name="connsiteY74" fmla="*/ 4341294 h 5364921"/>
              <a:gd name="connsiteX75" fmla="*/ 3423281 w 4048838"/>
              <a:gd name="connsiteY75" fmla="*/ 4342032 h 5364921"/>
              <a:gd name="connsiteX76" fmla="*/ 3399801 w 4048838"/>
              <a:gd name="connsiteY76" fmla="*/ 4344399 h 5364921"/>
              <a:gd name="connsiteX77" fmla="*/ 3300072 w 4048838"/>
              <a:gd name="connsiteY77" fmla="*/ 4430348 h 5364921"/>
              <a:gd name="connsiteX78" fmla="*/ 3299821 w 4048838"/>
              <a:gd name="connsiteY78" fmla="*/ 4431771 h 5364921"/>
              <a:gd name="connsiteX79" fmla="*/ 3299821 w 4048838"/>
              <a:gd name="connsiteY79" fmla="*/ 4700096 h 5364921"/>
              <a:gd name="connsiteX80" fmla="*/ 3170794 w 4048838"/>
              <a:gd name="connsiteY80" fmla="*/ 4829123 h 5364921"/>
              <a:gd name="connsiteX81" fmla="*/ 3170795 w 4048838"/>
              <a:gd name="connsiteY81" fmla="*/ 4829122 h 5364921"/>
              <a:gd name="connsiteX82" fmla="*/ 3041768 w 4048838"/>
              <a:gd name="connsiteY82" fmla="*/ 4700095 h 5364921"/>
              <a:gd name="connsiteX83" fmla="*/ 3041768 w 4048838"/>
              <a:gd name="connsiteY83" fmla="*/ 4420076 h 5364921"/>
              <a:gd name="connsiteX84" fmla="*/ 3039765 w 4048838"/>
              <a:gd name="connsiteY84" fmla="*/ 4408725 h 5364921"/>
              <a:gd name="connsiteX85" fmla="*/ 2940036 w 4048838"/>
              <a:gd name="connsiteY85" fmla="*/ 4322776 h 5364921"/>
              <a:gd name="connsiteX86" fmla="*/ 2916556 w 4048838"/>
              <a:gd name="connsiteY86" fmla="*/ 4320409 h 5364921"/>
              <a:gd name="connsiteX87" fmla="*/ 2916556 w 4048838"/>
              <a:gd name="connsiteY87" fmla="*/ 4319671 h 5364921"/>
              <a:gd name="connsiteX88" fmla="*/ 2868486 w 4048838"/>
              <a:gd name="connsiteY88" fmla="*/ 4309967 h 5364921"/>
              <a:gd name="connsiteX89" fmla="*/ 2789683 w 4048838"/>
              <a:gd name="connsiteY89" fmla="*/ 4191079 h 5364921"/>
              <a:gd name="connsiteX90" fmla="*/ 2789683 w 4048838"/>
              <a:gd name="connsiteY90" fmla="*/ 4100949 h 5364921"/>
              <a:gd name="connsiteX91" fmla="*/ 2781294 w 4048838"/>
              <a:gd name="connsiteY91" fmla="*/ 4059399 h 5364921"/>
              <a:gd name="connsiteX92" fmla="*/ 2662407 w 4048838"/>
              <a:gd name="connsiteY92" fmla="*/ 3980595 h 5364921"/>
              <a:gd name="connsiteX93" fmla="*/ 2543520 w 4048838"/>
              <a:gd name="connsiteY93" fmla="*/ 4059399 h 5364921"/>
              <a:gd name="connsiteX94" fmla="*/ 2541330 w 4048838"/>
              <a:gd name="connsiteY94" fmla="*/ 4070243 h 5364921"/>
              <a:gd name="connsiteX95" fmla="*/ 2541330 w 4048838"/>
              <a:gd name="connsiteY95" fmla="*/ 4311113 h 5364921"/>
              <a:gd name="connsiteX96" fmla="*/ 2462527 w 4048838"/>
              <a:gd name="connsiteY96" fmla="*/ 4430001 h 5364921"/>
              <a:gd name="connsiteX97" fmla="*/ 2414457 w 4048838"/>
              <a:gd name="connsiteY97" fmla="*/ 4439705 h 5364921"/>
              <a:gd name="connsiteX98" fmla="*/ 2414457 w 4048838"/>
              <a:gd name="connsiteY98" fmla="*/ 4440443 h 5364921"/>
              <a:gd name="connsiteX99" fmla="*/ 2390977 w 4048838"/>
              <a:gd name="connsiteY99" fmla="*/ 4442810 h 5364921"/>
              <a:gd name="connsiteX100" fmla="*/ 2291248 w 4048838"/>
              <a:gd name="connsiteY100" fmla="*/ 4528759 h 5364921"/>
              <a:gd name="connsiteX101" fmla="*/ 2290996 w 4048838"/>
              <a:gd name="connsiteY101" fmla="*/ 4530188 h 5364921"/>
              <a:gd name="connsiteX102" fmla="*/ 2290996 w 4048838"/>
              <a:gd name="connsiteY102" fmla="*/ 4634829 h 5364921"/>
              <a:gd name="connsiteX103" fmla="*/ 2161969 w 4048838"/>
              <a:gd name="connsiteY103" fmla="*/ 4763856 h 5364921"/>
              <a:gd name="connsiteX104" fmla="*/ 2161970 w 4048838"/>
              <a:gd name="connsiteY104" fmla="*/ 4763855 h 5364921"/>
              <a:gd name="connsiteX105" fmla="*/ 2032943 w 4048838"/>
              <a:gd name="connsiteY105" fmla="*/ 4634828 h 5364921"/>
              <a:gd name="connsiteX106" fmla="*/ 2032943 w 4048838"/>
              <a:gd name="connsiteY106" fmla="*/ 2080334 h 5364921"/>
              <a:gd name="connsiteX107" fmla="*/ 2032942 w 4048838"/>
              <a:gd name="connsiteY107" fmla="*/ 4651351 h 5364921"/>
              <a:gd name="connsiteX108" fmla="*/ 2022804 w 4048838"/>
              <a:gd name="connsiteY108" fmla="*/ 4601132 h 5364921"/>
              <a:gd name="connsiteX109" fmla="*/ 1903916 w 4048838"/>
              <a:gd name="connsiteY109" fmla="*/ 4522328 h 5364921"/>
              <a:gd name="connsiteX110" fmla="*/ 1785029 w 4048838"/>
              <a:gd name="connsiteY110" fmla="*/ 4601132 h 5364921"/>
              <a:gd name="connsiteX111" fmla="*/ 1775265 w 4048838"/>
              <a:gd name="connsiteY111" fmla="*/ 4649492 h 5364921"/>
              <a:gd name="connsiteX112" fmla="*/ 1775265 w 4048838"/>
              <a:gd name="connsiteY112" fmla="*/ 5235894 h 5364921"/>
              <a:gd name="connsiteX113" fmla="*/ 1646238 w 4048838"/>
              <a:gd name="connsiteY113" fmla="*/ 5364921 h 5364921"/>
              <a:gd name="connsiteX114" fmla="*/ 1646239 w 4048838"/>
              <a:gd name="connsiteY114" fmla="*/ 5364920 h 5364921"/>
              <a:gd name="connsiteX115" fmla="*/ 1517212 w 4048838"/>
              <a:gd name="connsiteY115" fmla="*/ 5235893 h 5364921"/>
              <a:gd name="connsiteX116" fmla="*/ 1517212 w 4048838"/>
              <a:gd name="connsiteY116" fmla="*/ 2080334 h 5364921"/>
              <a:gd name="connsiteX117" fmla="*/ 1517211 w 4048838"/>
              <a:gd name="connsiteY117" fmla="*/ 4338931 h 5364921"/>
              <a:gd name="connsiteX118" fmla="*/ 1507073 w 4048838"/>
              <a:gd name="connsiteY118" fmla="*/ 4288712 h 5364921"/>
              <a:gd name="connsiteX119" fmla="*/ 1388185 w 4048838"/>
              <a:gd name="connsiteY119" fmla="*/ 4209908 h 5364921"/>
              <a:gd name="connsiteX120" fmla="*/ 1269298 w 4048838"/>
              <a:gd name="connsiteY120" fmla="*/ 4288712 h 5364921"/>
              <a:gd name="connsiteX121" fmla="*/ 1265700 w 4048838"/>
              <a:gd name="connsiteY121" fmla="*/ 4306531 h 5364921"/>
              <a:gd name="connsiteX122" fmla="*/ 1265700 w 4048838"/>
              <a:gd name="connsiteY122" fmla="*/ 4615477 h 5364921"/>
              <a:gd name="connsiteX123" fmla="*/ 1136673 w 4048838"/>
              <a:gd name="connsiteY123" fmla="*/ 4744504 h 5364921"/>
              <a:gd name="connsiteX124" fmla="*/ 1136674 w 4048838"/>
              <a:gd name="connsiteY124" fmla="*/ 4744503 h 5364921"/>
              <a:gd name="connsiteX125" fmla="*/ 1007647 w 4048838"/>
              <a:gd name="connsiteY125" fmla="*/ 4615476 h 5364921"/>
              <a:gd name="connsiteX126" fmla="*/ 1007647 w 4048838"/>
              <a:gd name="connsiteY126" fmla="*/ 4568738 h 5364921"/>
              <a:gd name="connsiteX127" fmla="*/ 988978 w 4048838"/>
              <a:gd name="connsiteY127" fmla="*/ 4536196 h 5364921"/>
              <a:gd name="connsiteX128" fmla="*/ 911913 w 4048838"/>
              <a:gd name="connsiteY128" fmla="*/ 4489752 h 5364921"/>
              <a:gd name="connsiteX129" fmla="*/ 888433 w 4048838"/>
              <a:gd name="connsiteY129" fmla="*/ 4487385 h 5364921"/>
              <a:gd name="connsiteX130" fmla="*/ 888433 w 4048838"/>
              <a:gd name="connsiteY130" fmla="*/ 4486647 h 5364921"/>
              <a:gd name="connsiteX131" fmla="*/ 840363 w 4048838"/>
              <a:gd name="connsiteY131" fmla="*/ 4476943 h 5364921"/>
              <a:gd name="connsiteX132" fmla="*/ 761560 w 4048838"/>
              <a:gd name="connsiteY132" fmla="*/ 4358055 h 5364921"/>
              <a:gd name="connsiteX133" fmla="*/ 761560 w 4048838"/>
              <a:gd name="connsiteY133" fmla="*/ 4244071 h 5364921"/>
              <a:gd name="connsiteX134" fmla="*/ 753171 w 4048838"/>
              <a:gd name="connsiteY134" fmla="*/ 4202521 h 5364921"/>
              <a:gd name="connsiteX135" fmla="*/ 634284 w 4048838"/>
              <a:gd name="connsiteY135" fmla="*/ 4123717 h 5364921"/>
              <a:gd name="connsiteX136" fmla="*/ 515397 w 4048838"/>
              <a:gd name="connsiteY136" fmla="*/ 4202521 h 5364921"/>
              <a:gd name="connsiteX137" fmla="*/ 513207 w 4048838"/>
              <a:gd name="connsiteY137" fmla="*/ 4213366 h 5364921"/>
              <a:gd name="connsiteX138" fmla="*/ 513207 w 4048838"/>
              <a:gd name="connsiteY138" fmla="*/ 4366769 h 5364921"/>
              <a:gd name="connsiteX139" fmla="*/ 434404 w 4048838"/>
              <a:gd name="connsiteY139" fmla="*/ 4485657 h 5364921"/>
              <a:gd name="connsiteX140" fmla="*/ 386334 w 4048838"/>
              <a:gd name="connsiteY140" fmla="*/ 4495361 h 5364921"/>
              <a:gd name="connsiteX141" fmla="*/ 386334 w 4048838"/>
              <a:gd name="connsiteY141" fmla="*/ 4496099 h 5364921"/>
              <a:gd name="connsiteX142" fmla="*/ 362854 w 4048838"/>
              <a:gd name="connsiteY142" fmla="*/ 4498466 h 5364921"/>
              <a:gd name="connsiteX143" fmla="*/ 263125 w 4048838"/>
              <a:gd name="connsiteY143" fmla="*/ 4584415 h 5364921"/>
              <a:gd name="connsiteX144" fmla="*/ 260921 w 4048838"/>
              <a:gd name="connsiteY144" fmla="*/ 4596905 h 5364921"/>
              <a:gd name="connsiteX145" fmla="*/ 260921 w 4048838"/>
              <a:gd name="connsiteY145" fmla="*/ 4730813 h 5364921"/>
              <a:gd name="connsiteX146" fmla="*/ 131894 w 4048838"/>
              <a:gd name="connsiteY146" fmla="*/ 4859840 h 5364921"/>
              <a:gd name="connsiteX147" fmla="*/ 131895 w 4048838"/>
              <a:gd name="connsiteY147" fmla="*/ 4859839 h 5364921"/>
              <a:gd name="connsiteX148" fmla="*/ 2868 w 4048838"/>
              <a:gd name="connsiteY148" fmla="*/ 4730812 h 5364921"/>
              <a:gd name="connsiteX149" fmla="*/ 2868 w 4048838"/>
              <a:gd name="connsiteY149" fmla="*/ 4365558 h 5364921"/>
              <a:gd name="connsiteX150" fmla="*/ 664 w 4048838"/>
              <a:gd name="connsiteY150" fmla="*/ 4353068 h 5364921"/>
              <a:gd name="connsiteX151" fmla="*/ 0 w 4048838"/>
              <a:gd name="connsiteY151" fmla="*/ 4351789 h 5364921"/>
              <a:gd name="connsiteX152" fmla="*/ 0 w 4048838"/>
              <a:gd name="connsiteY152" fmla="*/ 858029 h 5364921"/>
              <a:gd name="connsiteX153" fmla="*/ 90123 w 4048838"/>
              <a:gd name="connsiteY153" fmla="*/ 858029 h 5364921"/>
              <a:gd name="connsiteX154" fmla="*/ 134300 w 4048838"/>
              <a:gd name="connsiteY154" fmla="*/ 866947 h 5364921"/>
              <a:gd name="connsiteX155" fmla="*/ 134300 w 4048838"/>
              <a:gd name="connsiteY155" fmla="*/ 867685 h 5364921"/>
              <a:gd name="connsiteX156" fmla="*/ 157780 w 4048838"/>
              <a:gd name="connsiteY156" fmla="*/ 870052 h 5364921"/>
              <a:gd name="connsiteX157" fmla="*/ 257509 w 4048838"/>
              <a:gd name="connsiteY157" fmla="*/ 956001 h 5364921"/>
              <a:gd name="connsiteX158" fmla="*/ 257760 w 4048838"/>
              <a:gd name="connsiteY158" fmla="*/ 957424 h 5364921"/>
              <a:gd name="connsiteX159" fmla="*/ 257760 w 4048838"/>
              <a:gd name="connsiteY159" fmla="*/ 1225749 h 5364921"/>
              <a:gd name="connsiteX160" fmla="*/ 386787 w 4048838"/>
              <a:gd name="connsiteY160" fmla="*/ 1354776 h 5364921"/>
              <a:gd name="connsiteX161" fmla="*/ 386786 w 4048838"/>
              <a:gd name="connsiteY161" fmla="*/ 1354775 h 5364921"/>
              <a:gd name="connsiteX162" fmla="*/ 515813 w 4048838"/>
              <a:gd name="connsiteY162" fmla="*/ 1225748 h 5364921"/>
              <a:gd name="connsiteX163" fmla="*/ 515813 w 4048838"/>
              <a:gd name="connsiteY163" fmla="*/ 945729 h 5364921"/>
              <a:gd name="connsiteX164" fmla="*/ 517816 w 4048838"/>
              <a:gd name="connsiteY164" fmla="*/ 934378 h 5364921"/>
              <a:gd name="connsiteX165" fmla="*/ 617545 w 4048838"/>
              <a:gd name="connsiteY165" fmla="*/ 848429 h 5364921"/>
              <a:gd name="connsiteX166" fmla="*/ 641025 w 4048838"/>
              <a:gd name="connsiteY166" fmla="*/ 846062 h 5364921"/>
              <a:gd name="connsiteX167" fmla="*/ 641025 w 4048838"/>
              <a:gd name="connsiteY167" fmla="*/ 845324 h 5364921"/>
              <a:gd name="connsiteX168" fmla="*/ 689095 w 4048838"/>
              <a:gd name="connsiteY168" fmla="*/ 835620 h 5364921"/>
              <a:gd name="connsiteX169" fmla="*/ 767898 w 4048838"/>
              <a:gd name="connsiteY169" fmla="*/ 716732 h 5364921"/>
              <a:gd name="connsiteX170" fmla="*/ 767898 w 4048838"/>
              <a:gd name="connsiteY170" fmla="*/ 626602 h 5364921"/>
              <a:gd name="connsiteX171" fmla="*/ 776287 w 4048838"/>
              <a:gd name="connsiteY171" fmla="*/ 585052 h 5364921"/>
              <a:gd name="connsiteX172" fmla="*/ 895174 w 4048838"/>
              <a:gd name="connsiteY172" fmla="*/ 506248 h 5364921"/>
              <a:gd name="connsiteX173" fmla="*/ 1014061 w 4048838"/>
              <a:gd name="connsiteY173" fmla="*/ 585052 h 5364921"/>
              <a:gd name="connsiteX174" fmla="*/ 1016251 w 4048838"/>
              <a:gd name="connsiteY174" fmla="*/ 595896 h 5364921"/>
              <a:gd name="connsiteX175" fmla="*/ 1016251 w 4048838"/>
              <a:gd name="connsiteY175" fmla="*/ 836766 h 5364921"/>
              <a:gd name="connsiteX176" fmla="*/ 1095054 w 4048838"/>
              <a:gd name="connsiteY176" fmla="*/ 955654 h 5364921"/>
              <a:gd name="connsiteX177" fmla="*/ 1143124 w 4048838"/>
              <a:gd name="connsiteY177" fmla="*/ 965358 h 5364921"/>
              <a:gd name="connsiteX178" fmla="*/ 1143124 w 4048838"/>
              <a:gd name="connsiteY178" fmla="*/ 966096 h 5364921"/>
              <a:gd name="connsiteX179" fmla="*/ 1166604 w 4048838"/>
              <a:gd name="connsiteY179" fmla="*/ 968463 h 5364921"/>
              <a:gd name="connsiteX180" fmla="*/ 1266333 w 4048838"/>
              <a:gd name="connsiteY180" fmla="*/ 1054412 h 5364921"/>
              <a:gd name="connsiteX181" fmla="*/ 1266585 w 4048838"/>
              <a:gd name="connsiteY181" fmla="*/ 1055841 h 5364921"/>
              <a:gd name="connsiteX182" fmla="*/ 1266585 w 4048838"/>
              <a:gd name="connsiteY182" fmla="*/ 1160482 h 5364921"/>
              <a:gd name="connsiteX183" fmla="*/ 1395612 w 4048838"/>
              <a:gd name="connsiteY183" fmla="*/ 1289509 h 5364921"/>
              <a:gd name="connsiteX184" fmla="*/ 1395611 w 4048838"/>
              <a:gd name="connsiteY184" fmla="*/ 1289508 h 5364921"/>
              <a:gd name="connsiteX185" fmla="*/ 1524638 w 4048838"/>
              <a:gd name="connsiteY185" fmla="*/ 1160481 h 5364921"/>
              <a:gd name="connsiteX186" fmla="*/ 1524638 w 4048838"/>
              <a:gd name="connsiteY186" fmla="*/ 0 h 5364921"/>
              <a:gd name="connsiteX0" fmla="*/ 1524638 w 4048838"/>
              <a:gd name="connsiteY0" fmla="*/ 0 h 5364921"/>
              <a:gd name="connsiteX1" fmla="*/ 1524639 w 4048838"/>
              <a:gd name="connsiteY1" fmla="*/ 0 h 5364921"/>
              <a:gd name="connsiteX2" fmla="*/ 1524639 w 4048838"/>
              <a:gd name="connsiteY2" fmla="*/ 1177004 h 5364921"/>
              <a:gd name="connsiteX3" fmla="*/ 1534777 w 4048838"/>
              <a:gd name="connsiteY3" fmla="*/ 1126785 h 5364921"/>
              <a:gd name="connsiteX4" fmla="*/ 1653665 w 4048838"/>
              <a:gd name="connsiteY4" fmla="*/ 1047981 h 5364921"/>
              <a:gd name="connsiteX5" fmla="*/ 1772552 w 4048838"/>
              <a:gd name="connsiteY5" fmla="*/ 1126785 h 5364921"/>
              <a:gd name="connsiteX6" fmla="*/ 1782316 w 4048838"/>
              <a:gd name="connsiteY6" fmla="*/ 1175145 h 5364921"/>
              <a:gd name="connsiteX7" fmla="*/ 1782316 w 4048838"/>
              <a:gd name="connsiteY7" fmla="*/ 1761547 h 5364921"/>
              <a:gd name="connsiteX8" fmla="*/ 1911343 w 4048838"/>
              <a:gd name="connsiteY8" fmla="*/ 1890574 h 5364921"/>
              <a:gd name="connsiteX9" fmla="*/ 1911342 w 4048838"/>
              <a:gd name="connsiteY9" fmla="*/ 1890573 h 5364921"/>
              <a:gd name="connsiteX10" fmla="*/ 2040369 w 4048838"/>
              <a:gd name="connsiteY10" fmla="*/ 1761546 h 5364921"/>
              <a:gd name="connsiteX11" fmla="*/ 2040370 w 4048838"/>
              <a:gd name="connsiteY11" fmla="*/ 864584 h 5364921"/>
              <a:gd name="connsiteX12" fmla="*/ 2050508 w 4048838"/>
              <a:gd name="connsiteY12" fmla="*/ 814365 h 5364921"/>
              <a:gd name="connsiteX13" fmla="*/ 2169396 w 4048838"/>
              <a:gd name="connsiteY13" fmla="*/ 735561 h 5364921"/>
              <a:gd name="connsiteX14" fmla="*/ 2288283 w 4048838"/>
              <a:gd name="connsiteY14" fmla="*/ 814365 h 5364921"/>
              <a:gd name="connsiteX15" fmla="*/ 2291881 w 4048838"/>
              <a:gd name="connsiteY15" fmla="*/ 832184 h 5364921"/>
              <a:gd name="connsiteX16" fmla="*/ 2291881 w 4048838"/>
              <a:gd name="connsiteY16" fmla="*/ 1141130 h 5364921"/>
              <a:gd name="connsiteX17" fmla="*/ 2420908 w 4048838"/>
              <a:gd name="connsiteY17" fmla="*/ 1270157 h 5364921"/>
              <a:gd name="connsiteX18" fmla="*/ 2420907 w 4048838"/>
              <a:gd name="connsiteY18" fmla="*/ 1270156 h 5364921"/>
              <a:gd name="connsiteX19" fmla="*/ 2549934 w 4048838"/>
              <a:gd name="connsiteY19" fmla="*/ 1141129 h 5364921"/>
              <a:gd name="connsiteX20" fmla="*/ 2549934 w 4048838"/>
              <a:gd name="connsiteY20" fmla="*/ 1094391 h 5364921"/>
              <a:gd name="connsiteX21" fmla="*/ 2568603 w 4048838"/>
              <a:gd name="connsiteY21" fmla="*/ 1061849 h 5364921"/>
              <a:gd name="connsiteX22" fmla="*/ 2645668 w 4048838"/>
              <a:gd name="connsiteY22" fmla="*/ 1015405 h 5364921"/>
              <a:gd name="connsiteX23" fmla="*/ 2669148 w 4048838"/>
              <a:gd name="connsiteY23" fmla="*/ 1013038 h 5364921"/>
              <a:gd name="connsiteX24" fmla="*/ 2669148 w 4048838"/>
              <a:gd name="connsiteY24" fmla="*/ 1012300 h 5364921"/>
              <a:gd name="connsiteX25" fmla="*/ 2717218 w 4048838"/>
              <a:gd name="connsiteY25" fmla="*/ 1002596 h 5364921"/>
              <a:gd name="connsiteX26" fmla="*/ 2796021 w 4048838"/>
              <a:gd name="connsiteY26" fmla="*/ 883708 h 5364921"/>
              <a:gd name="connsiteX27" fmla="*/ 2796021 w 4048838"/>
              <a:gd name="connsiteY27" fmla="*/ 769724 h 5364921"/>
              <a:gd name="connsiteX28" fmla="*/ 2804410 w 4048838"/>
              <a:gd name="connsiteY28" fmla="*/ 728174 h 5364921"/>
              <a:gd name="connsiteX29" fmla="*/ 2923297 w 4048838"/>
              <a:gd name="connsiteY29" fmla="*/ 649370 h 5364921"/>
              <a:gd name="connsiteX30" fmla="*/ 3042184 w 4048838"/>
              <a:gd name="connsiteY30" fmla="*/ 728174 h 5364921"/>
              <a:gd name="connsiteX31" fmla="*/ 3044374 w 4048838"/>
              <a:gd name="connsiteY31" fmla="*/ 739019 h 5364921"/>
              <a:gd name="connsiteX32" fmla="*/ 3044374 w 4048838"/>
              <a:gd name="connsiteY32" fmla="*/ 892422 h 5364921"/>
              <a:gd name="connsiteX33" fmla="*/ 3123177 w 4048838"/>
              <a:gd name="connsiteY33" fmla="*/ 1011310 h 5364921"/>
              <a:gd name="connsiteX34" fmla="*/ 3171247 w 4048838"/>
              <a:gd name="connsiteY34" fmla="*/ 1021014 h 5364921"/>
              <a:gd name="connsiteX35" fmla="*/ 3171247 w 4048838"/>
              <a:gd name="connsiteY35" fmla="*/ 1021752 h 5364921"/>
              <a:gd name="connsiteX36" fmla="*/ 3194727 w 4048838"/>
              <a:gd name="connsiteY36" fmla="*/ 1024119 h 5364921"/>
              <a:gd name="connsiteX37" fmla="*/ 3294455 w 4048838"/>
              <a:gd name="connsiteY37" fmla="*/ 1110068 h 5364921"/>
              <a:gd name="connsiteX38" fmla="*/ 3296659 w 4048838"/>
              <a:gd name="connsiteY38" fmla="*/ 1122558 h 5364921"/>
              <a:gd name="connsiteX39" fmla="*/ 3296659 w 4048838"/>
              <a:gd name="connsiteY39" fmla="*/ 1256466 h 5364921"/>
              <a:gd name="connsiteX40" fmla="*/ 3425686 w 4048838"/>
              <a:gd name="connsiteY40" fmla="*/ 1385493 h 5364921"/>
              <a:gd name="connsiteX41" fmla="*/ 3425685 w 4048838"/>
              <a:gd name="connsiteY41" fmla="*/ 1385492 h 5364921"/>
              <a:gd name="connsiteX42" fmla="*/ 3554712 w 4048838"/>
              <a:gd name="connsiteY42" fmla="*/ 1256465 h 5364921"/>
              <a:gd name="connsiteX43" fmla="*/ 3554712 w 4048838"/>
              <a:gd name="connsiteY43" fmla="*/ 891211 h 5364921"/>
              <a:gd name="connsiteX44" fmla="*/ 3556916 w 4048838"/>
              <a:gd name="connsiteY44" fmla="*/ 878721 h 5364921"/>
              <a:gd name="connsiteX45" fmla="*/ 3656645 w 4048838"/>
              <a:gd name="connsiteY45" fmla="*/ 792772 h 5364921"/>
              <a:gd name="connsiteX46" fmla="*/ 3680125 w 4048838"/>
              <a:gd name="connsiteY46" fmla="*/ 790405 h 5364921"/>
              <a:gd name="connsiteX47" fmla="*/ 3680125 w 4048838"/>
              <a:gd name="connsiteY47" fmla="*/ 789667 h 5364921"/>
              <a:gd name="connsiteX48" fmla="*/ 3728195 w 4048838"/>
              <a:gd name="connsiteY48" fmla="*/ 779963 h 5364921"/>
              <a:gd name="connsiteX49" fmla="*/ 3806998 w 4048838"/>
              <a:gd name="connsiteY49" fmla="*/ 661075 h 5364921"/>
              <a:gd name="connsiteX50" fmla="*/ 3806998 w 4048838"/>
              <a:gd name="connsiteY50" fmla="*/ 284700 h 5364921"/>
              <a:gd name="connsiteX51" fmla="*/ 3815387 w 4048838"/>
              <a:gd name="connsiteY51" fmla="*/ 243150 h 5364921"/>
              <a:gd name="connsiteX52" fmla="*/ 3934274 w 4048838"/>
              <a:gd name="connsiteY52" fmla="*/ 164346 h 5364921"/>
              <a:gd name="connsiteX53" fmla="*/ 4033837 w 4048838"/>
              <a:gd name="connsiteY53" fmla="*/ 211300 h 5364921"/>
              <a:gd name="connsiteX54" fmla="*/ 4047851 w 4048838"/>
              <a:gd name="connsiteY54" fmla="*/ 234398 h 5364921"/>
              <a:gd name="connsiteX55" fmla="*/ 4047851 w 4048838"/>
              <a:gd name="connsiteY55" fmla="*/ 2080334 h 5364921"/>
              <a:gd name="connsiteX56" fmla="*/ 4048838 w 4048838"/>
              <a:gd name="connsiteY56" fmla="*/ 2080334 h 5364921"/>
              <a:gd name="connsiteX57" fmla="*/ 4048838 w 4048838"/>
              <a:gd name="connsiteY57" fmla="*/ 3156804 h 5364921"/>
              <a:gd name="connsiteX58" fmla="*/ 3970035 w 4048838"/>
              <a:gd name="connsiteY58" fmla="*/ 3275692 h 5364921"/>
              <a:gd name="connsiteX59" fmla="*/ 3921965 w 4048838"/>
              <a:gd name="connsiteY59" fmla="*/ 3285396 h 5364921"/>
              <a:gd name="connsiteX60" fmla="*/ 3921965 w 4048838"/>
              <a:gd name="connsiteY60" fmla="*/ 3286134 h 5364921"/>
              <a:gd name="connsiteX61" fmla="*/ 3898485 w 4048838"/>
              <a:gd name="connsiteY61" fmla="*/ 3288501 h 5364921"/>
              <a:gd name="connsiteX62" fmla="*/ 3821421 w 4048838"/>
              <a:gd name="connsiteY62" fmla="*/ 3334945 h 5364921"/>
              <a:gd name="connsiteX63" fmla="*/ 3800256 w 4048838"/>
              <a:gd name="connsiteY63" fmla="*/ 3371836 h 5364921"/>
              <a:gd name="connsiteX64" fmla="*/ 3800256 w 4048838"/>
              <a:gd name="connsiteY64" fmla="*/ 3435150 h 5364921"/>
              <a:gd name="connsiteX65" fmla="*/ 3721453 w 4048838"/>
              <a:gd name="connsiteY65" fmla="*/ 3554038 h 5364921"/>
              <a:gd name="connsiteX66" fmla="*/ 3673383 w 4048838"/>
              <a:gd name="connsiteY66" fmla="*/ 3563742 h 5364921"/>
              <a:gd name="connsiteX67" fmla="*/ 3673383 w 4048838"/>
              <a:gd name="connsiteY67" fmla="*/ 3564480 h 5364921"/>
              <a:gd name="connsiteX68" fmla="*/ 3649903 w 4048838"/>
              <a:gd name="connsiteY68" fmla="*/ 3566847 h 5364921"/>
              <a:gd name="connsiteX69" fmla="*/ 3550174 w 4048838"/>
              <a:gd name="connsiteY69" fmla="*/ 3652796 h 5364921"/>
              <a:gd name="connsiteX70" fmla="*/ 3550154 w 4048838"/>
              <a:gd name="connsiteY70" fmla="*/ 3652909 h 5364921"/>
              <a:gd name="connsiteX71" fmla="*/ 3550154 w 4048838"/>
              <a:gd name="connsiteY71" fmla="*/ 4212702 h 5364921"/>
              <a:gd name="connsiteX72" fmla="*/ 3471351 w 4048838"/>
              <a:gd name="connsiteY72" fmla="*/ 4331590 h 5364921"/>
              <a:gd name="connsiteX73" fmla="*/ 3423281 w 4048838"/>
              <a:gd name="connsiteY73" fmla="*/ 4341294 h 5364921"/>
              <a:gd name="connsiteX74" fmla="*/ 3423281 w 4048838"/>
              <a:gd name="connsiteY74" fmla="*/ 4342032 h 5364921"/>
              <a:gd name="connsiteX75" fmla="*/ 3399801 w 4048838"/>
              <a:gd name="connsiteY75" fmla="*/ 4344399 h 5364921"/>
              <a:gd name="connsiteX76" fmla="*/ 3300072 w 4048838"/>
              <a:gd name="connsiteY76" fmla="*/ 4430348 h 5364921"/>
              <a:gd name="connsiteX77" fmla="*/ 3299821 w 4048838"/>
              <a:gd name="connsiteY77" fmla="*/ 4431771 h 5364921"/>
              <a:gd name="connsiteX78" fmla="*/ 3299821 w 4048838"/>
              <a:gd name="connsiteY78" fmla="*/ 4700096 h 5364921"/>
              <a:gd name="connsiteX79" fmla="*/ 3170794 w 4048838"/>
              <a:gd name="connsiteY79" fmla="*/ 4829123 h 5364921"/>
              <a:gd name="connsiteX80" fmla="*/ 3170795 w 4048838"/>
              <a:gd name="connsiteY80" fmla="*/ 4829122 h 5364921"/>
              <a:gd name="connsiteX81" fmla="*/ 3041768 w 4048838"/>
              <a:gd name="connsiteY81" fmla="*/ 4700095 h 5364921"/>
              <a:gd name="connsiteX82" fmla="*/ 3041768 w 4048838"/>
              <a:gd name="connsiteY82" fmla="*/ 4420076 h 5364921"/>
              <a:gd name="connsiteX83" fmla="*/ 3039765 w 4048838"/>
              <a:gd name="connsiteY83" fmla="*/ 4408725 h 5364921"/>
              <a:gd name="connsiteX84" fmla="*/ 2940036 w 4048838"/>
              <a:gd name="connsiteY84" fmla="*/ 4322776 h 5364921"/>
              <a:gd name="connsiteX85" fmla="*/ 2916556 w 4048838"/>
              <a:gd name="connsiteY85" fmla="*/ 4320409 h 5364921"/>
              <a:gd name="connsiteX86" fmla="*/ 2916556 w 4048838"/>
              <a:gd name="connsiteY86" fmla="*/ 4319671 h 5364921"/>
              <a:gd name="connsiteX87" fmla="*/ 2868486 w 4048838"/>
              <a:gd name="connsiteY87" fmla="*/ 4309967 h 5364921"/>
              <a:gd name="connsiteX88" fmla="*/ 2789683 w 4048838"/>
              <a:gd name="connsiteY88" fmla="*/ 4191079 h 5364921"/>
              <a:gd name="connsiteX89" fmla="*/ 2789683 w 4048838"/>
              <a:gd name="connsiteY89" fmla="*/ 4100949 h 5364921"/>
              <a:gd name="connsiteX90" fmla="*/ 2781294 w 4048838"/>
              <a:gd name="connsiteY90" fmla="*/ 4059399 h 5364921"/>
              <a:gd name="connsiteX91" fmla="*/ 2662407 w 4048838"/>
              <a:gd name="connsiteY91" fmla="*/ 3980595 h 5364921"/>
              <a:gd name="connsiteX92" fmla="*/ 2543520 w 4048838"/>
              <a:gd name="connsiteY92" fmla="*/ 4059399 h 5364921"/>
              <a:gd name="connsiteX93" fmla="*/ 2541330 w 4048838"/>
              <a:gd name="connsiteY93" fmla="*/ 4070243 h 5364921"/>
              <a:gd name="connsiteX94" fmla="*/ 2541330 w 4048838"/>
              <a:gd name="connsiteY94" fmla="*/ 4311113 h 5364921"/>
              <a:gd name="connsiteX95" fmla="*/ 2462527 w 4048838"/>
              <a:gd name="connsiteY95" fmla="*/ 4430001 h 5364921"/>
              <a:gd name="connsiteX96" fmla="*/ 2414457 w 4048838"/>
              <a:gd name="connsiteY96" fmla="*/ 4439705 h 5364921"/>
              <a:gd name="connsiteX97" fmla="*/ 2414457 w 4048838"/>
              <a:gd name="connsiteY97" fmla="*/ 4440443 h 5364921"/>
              <a:gd name="connsiteX98" fmla="*/ 2390977 w 4048838"/>
              <a:gd name="connsiteY98" fmla="*/ 4442810 h 5364921"/>
              <a:gd name="connsiteX99" fmla="*/ 2291248 w 4048838"/>
              <a:gd name="connsiteY99" fmla="*/ 4528759 h 5364921"/>
              <a:gd name="connsiteX100" fmla="*/ 2290996 w 4048838"/>
              <a:gd name="connsiteY100" fmla="*/ 4530188 h 5364921"/>
              <a:gd name="connsiteX101" fmla="*/ 2290996 w 4048838"/>
              <a:gd name="connsiteY101" fmla="*/ 4634829 h 5364921"/>
              <a:gd name="connsiteX102" fmla="*/ 2161969 w 4048838"/>
              <a:gd name="connsiteY102" fmla="*/ 4763856 h 5364921"/>
              <a:gd name="connsiteX103" fmla="*/ 2161970 w 4048838"/>
              <a:gd name="connsiteY103" fmla="*/ 4763855 h 5364921"/>
              <a:gd name="connsiteX104" fmla="*/ 2032943 w 4048838"/>
              <a:gd name="connsiteY104" fmla="*/ 4634828 h 5364921"/>
              <a:gd name="connsiteX105" fmla="*/ 2032943 w 4048838"/>
              <a:gd name="connsiteY105" fmla="*/ 2080334 h 5364921"/>
              <a:gd name="connsiteX106" fmla="*/ 2032942 w 4048838"/>
              <a:gd name="connsiteY106" fmla="*/ 4651351 h 5364921"/>
              <a:gd name="connsiteX107" fmla="*/ 2022804 w 4048838"/>
              <a:gd name="connsiteY107" fmla="*/ 4601132 h 5364921"/>
              <a:gd name="connsiteX108" fmla="*/ 1903916 w 4048838"/>
              <a:gd name="connsiteY108" fmla="*/ 4522328 h 5364921"/>
              <a:gd name="connsiteX109" fmla="*/ 1785029 w 4048838"/>
              <a:gd name="connsiteY109" fmla="*/ 4601132 h 5364921"/>
              <a:gd name="connsiteX110" fmla="*/ 1775265 w 4048838"/>
              <a:gd name="connsiteY110" fmla="*/ 4649492 h 5364921"/>
              <a:gd name="connsiteX111" fmla="*/ 1775265 w 4048838"/>
              <a:gd name="connsiteY111" fmla="*/ 5235894 h 5364921"/>
              <a:gd name="connsiteX112" fmla="*/ 1646238 w 4048838"/>
              <a:gd name="connsiteY112" fmla="*/ 5364921 h 5364921"/>
              <a:gd name="connsiteX113" fmla="*/ 1646239 w 4048838"/>
              <a:gd name="connsiteY113" fmla="*/ 5364920 h 5364921"/>
              <a:gd name="connsiteX114" fmla="*/ 1517212 w 4048838"/>
              <a:gd name="connsiteY114" fmla="*/ 5235893 h 5364921"/>
              <a:gd name="connsiteX115" fmla="*/ 1517212 w 4048838"/>
              <a:gd name="connsiteY115" fmla="*/ 2080334 h 5364921"/>
              <a:gd name="connsiteX116" fmla="*/ 1517211 w 4048838"/>
              <a:gd name="connsiteY116" fmla="*/ 4338931 h 5364921"/>
              <a:gd name="connsiteX117" fmla="*/ 1507073 w 4048838"/>
              <a:gd name="connsiteY117" fmla="*/ 4288712 h 5364921"/>
              <a:gd name="connsiteX118" fmla="*/ 1388185 w 4048838"/>
              <a:gd name="connsiteY118" fmla="*/ 4209908 h 5364921"/>
              <a:gd name="connsiteX119" fmla="*/ 1269298 w 4048838"/>
              <a:gd name="connsiteY119" fmla="*/ 4288712 h 5364921"/>
              <a:gd name="connsiteX120" fmla="*/ 1265700 w 4048838"/>
              <a:gd name="connsiteY120" fmla="*/ 4306531 h 5364921"/>
              <a:gd name="connsiteX121" fmla="*/ 1265700 w 4048838"/>
              <a:gd name="connsiteY121" fmla="*/ 4615477 h 5364921"/>
              <a:gd name="connsiteX122" fmla="*/ 1136673 w 4048838"/>
              <a:gd name="connsiteY122" fmla="*/ 4744504 h 5364921"/>
              <a:gd name="connsiteX123" fmla="*/ 1136674 w 4048838"/>
              <a:gd name="connsiteY123" fmla="*/ 4744503 h 5364921"/>
              <a:gd name="connsiteX124" fmla="*/ 1007647 w 4048838"/>
              <a:gd name="connsiteY124" fmla="*/ 4615476 h 5364921"/>
              <a:gd name="connsiteX125" fmla="*/ 1007647 w 4048838"/>
              <a:gd name="connsiteY125" fmla="*/ 4568738 h 5364921"/>
              <a:gd name="connsiteX126" fmla="*/ 988978 w 4048838"/>
              <a:gd name="connsiteY126" fmla="*/ 4536196 h 5364921"/>
              <a:gd name="connsiteX127" fmla="*/ 911913 w 4048838"/>
              <a:gd name="connsiteY127" fmla="*/ 4489752 h 5364921"/>
              <a:gd name="connsiteX128" fmla="*/ 888433 w 4048838"/>
              <a:gd name="connsiteY128" fmla="*/ 4487385 h 5364921"/>
              <a:gd name="connsiteX129" fmla="*/ 888433 w 4048838"/>
              <a:gd name="connsiteY129" fmla="*/ 4486647 h 5364921"/>
              <a:gd name="connsiteX130" fmla="*/ 840363 w 4048838"/>
              <a:gd name="connsiteY130" fmla="*/ 4476943 h 5364921"/>
              <a:gd name="connsiteX131" fmla="*/ 761560 w 4048838"/>
              <a:gd name="connsiteY131" fmla="*/ 4358055 h 5364921"/>
              <a:gd name="connsiteX132" fmla="*/ 761560 w 4048838"/>
              <a:gd name="connsiteY132" fmla="*/ 4244071 h 5364921"/>
              <a:gd name="connsiteX133" fmla="*/ 753171 w 4048838"/>
              <a:gd name="connsiteY133" fmla="*/ 4202521 h 5364921"/>
              <a:gd name="connsiteX134" fmla="*/ 634284 w 4048838"/>
              <a:gd name="connsiteY134" fmla="*/ 4123717 h 5364921"/>
              <a:gd name="connsiteX135" fmla="*/ 515397 w 4048838"/>
              <a:gd name="connsiteY135" fmla="*/ 4202521 h 5364921"/>
              <a:gd name="connsiteX136" fmla="*/ 513207 w 4048838"/>
              <a:gd name="connsiteY136" fmla="*/ 4213366 h 5364921"/>
              <a:gd name="connsiteX137" fmla="*/ 513207 w 4048838"/>
              <a:gd name="connsiteY137" fmla="*/ 4366769 h 5364921"/>
              <a:gd name="connsiteX138" fmla="*/ 434404 w 4048838"/>
              <a:gd name="connsiteY138" fmla="*/ 4485657 h 5364921"/>
              <a:gd name="connsiteX139" fmla="*/ 386334 w 4048838"/>
              <a:gd name="connsiteY139" fmla="*/ 4495361 h 5364921"/>
              <a:gd name="connsiteX140" fmla="*/ 386334 w 4048838"/>
              <a:gd name="connsiteY140" fmla="*/ 4496099 h 5364921"/>
              <a:gd name="connsiteX141" fmla="*/ 362854 w 4048838"/>
              <a:gd name="connsiteY141" fmla="*/ 4498466 h 5364921"/>
              <a:gd name="connsiteX142" fmla="*/ 263125 w 4048838"/>
              <a:gd name="connsiteY142" fmla="*/ 4584415 h 5364921"/>
              <a:gd name="connsiteX143" fmla="*/ 260921 w 4048838"/>
              <a:gd name="connsiteY143" fmla="*/ 4596905 h 5364921"/>
              <a:gd name="connsiteX144" fmla="*/ 260921 w 4048838"/>
              <a:gd name="connsiteY144" fmla="*/ 4730813 h 5364921"/>
              <a:gd name="connsiteX145" fmla="*/ 131894 w 4048838"/>
              <a:gd name="connsiteY145" fmla="*/ 4859840 h 5364921"/>
              <a:gd name="connsiteX146" fmla="*/ 131895 w 4048838"/>
              <a:gd name="connsiteY146" fmla="*/ 4859839 h 5364921"/>
              <a:gd name="connsiteX147" fmla="*/ 2868 w 4048838"/>
              <a:gd name="connsiteY147" fmla="*/ 4730812 h 5364921"/>
              <a:gd name="connsiteX148" fmla="*/ 2868 w 4048838"/>
              <a:gd name="connsiteY148" fmla="*/ 4365558 h 5364921"/>
              <a:gd name="connsiteX149" fmla="*/ 664 w 4048838"/>
              <a:gd name="connsiteY149" fmla="*/ 4353068 h 5364921"/>
              <a:gd name="connsiteX150" fmla="*/ 0 w 4048838"/>
              <a:gd name="connsiteY150" fmla="*/ 4351789 h 5364921"/>
              <a:gd name="connsiteX151" fmla="*/ 0 w 4048838"/>
              <a:gd name="connsiteY151" fmla="*/ 858029 h 5364921"/>
              <a:gd name="connsiteX152" fmla="*/ 90123 w 4048838"/>
              <a:gd name="connsiteY152" fmla="*/ 858029 h 5364921"/>
              <a:gd name="connsiteX153" fmla="*/ 134300 w 4048838"/>
              <a:gd name="connsiteY153" fmla="*/ 866947 h 5364921"/>
              <a:gd name="connsiteX154" fmla="*/ 134300 w 4048838"/>
              <a:gd name="connsiteY154" fmla="*/ 867685 h 5364921"/>
              <a:gd name="connsiteX155" fmla="*/ 157780 w 4048838"/>
              <a:gd name="connsiteY155" fmla="*/ 870052 h 5364921"/>
              <a:gd name="connsiteX156" fmla="*/ 257509 w 4048838"/>
              <a:gd name="connsiteY156" fmla="*/ 956001 h 5364921"/>
              <a:gd name="connsiteX157" fmla="*/ 257760 w 4048838"/>
              <a:gd name="connsiteY157" fmla="*/ 957424 h 5364921"/>
              <a:gd name="connsiteX158" fmla="*/ 257760 w 4048838"/>
              <a:gd name="connsiteY158" fmla="*/ 1225749 h 5364921"/>
              <a:gd name="connsiteX159" fmla="*/ 386787 w 4048838"/>
              <a:gd name="connsiteY159" fmla="*/ 1354776 h 5364921"/>
              <a:gd name="connsiteX160" fmla="*/ 386786 w 4048838"/>
              <a:gd name="connsiteY160" fmla="*/ 1354775 h 5364921"/>
              <a:gd name="connsiteX161" fmla="*/ 515813 w 4048838"/>
              <a:gd name="connsiteY161" fmla="*/ 1225748 h 5364921"/>
              <a:gd name="connsiteX162" fmla="*/ 515813 w 4048838"/>
              <a:gd name="connsiteY162" fmla="*/ 945729 h 5364921"/>
              <a:gd name="connsiteX163" fmla="*/ 517816 w 4048838"/>
              <a:gd name="connsiteY163" fmla="*/ 934378 h 5364921"/>
              <a:gd name="connsiteX164" fmla="*/ 617545 w 4048838"/>
              <a:gd name="connsiteY164" fmla="*/ 848429 h 5364921"/>
              <a:gd name="connsiteX165" fmla="*/ 641025 w 4048838"/>
              <a:gd name="connsiteY165" fmla="*/ 846062 h 5364921"/>
              <a:gd name="connsiteX166" fmla="*/ 641025 w 4048838"/>
              <a:gd name="connsiteY166" fmla="*/ 845324 h 5364921"/>
              <a:gd name="connsiteX167" fmla="*/ 689095 w 4048838"/>
              <a:gd name="connsiteY167" fmla="*/ 835620 h 5364921"/>
              <a:gd name="connsiteX168" fmla="*/ 767898 w 4048838"/>
              <a:gd name="connsiteY168" fmla="*/ 716732 h 5364921"/>
              <a:gd name="connsiteX169" fmla="*/ 767898 w 4048838"/>
              <a:gd name="connsiteY169" fmla="*/ 626602 h 5364921"/>
              <a:gd name="connsiteX170" fmla="*/ 776287 w 4048838"/>
              <a:gd name="connsiteY170" fmla="*/ 585052 h 5364921"/>
              <a:gd name="connsiteX171" fmla="*/ 895174 w 4048838"/>
              <a:gd name="connsiteY171" fmla="*/ 506248 h 5364921"/>
              <a:gd name="connsiteX172" fmla="*/ 1014061 w 4048838"/>
              <a:gd name="connsiteY172" fmla="*/ 585052 h 5364921"/>
              <a:gd name="connsiteX173" fmla="*/ 1016251 w 4048838"/>
              <a:gd name="connsiteY173" fmla="*/ 595896 h 5364921"/>
              <a:gd name="connsiteX174" fmla="*/ 1016251 w 4048838"/>
              <a:gd name="connsiteY174" fmla="*/ 836766 h 5364921"/>
              <a:gd name="connsiteX175" fmla="*/ 1095054 w 4048838"/>
              <a:gd name="connsiteY175" fmla="*/ 955654 h 5364921"/>
              <a:gd name="connsiteX176" fmla="*/ 1143124 w 4048838"/>
              <a:gd name="connsiteY176" fmla="*/ 965358 h 5364921"/>
              <a:gd name="connsiteX177" fmla="*/ 1143124 w 4048838"/>
              <a:gd name="connsiteY177" fmla="*/ 966096 h 5364921"/>
              <a:gd name="connsiteX178" fmla="*/ 1166604 w 4048838"/>
              <a:gd name="connsiteY178" fmla="*/ 968463 h 5364921"/>
              <a:gd name="connsiteX179" fmla="*/ 1266333 w 4048838"/>
              <a:gd name="connsiteY179" fmla="*/ 1054412 h 5364921"/>
              <a:gd name="connsiteX180" fmla="*/ 1266585 w 4048838"/>
              <a:gd name="connsiteY180" fmla="*/ 1055841 h 5364921"/>
              <a:gd name="connsiteX181" fmla="*/ 1266585 w 4048838"/>
              <a:gd name="connsiteY181" fmla="*/ 1160482 h 5364921"/>
              <a:gd name="connsiteX182" fmla="*/ 1395612 w 4048838"/>
              <a:gd name="connsiteY182" fmla="*/ 1289509 h 5364921"/>
              <a:gd name="connsiteX183" fmla="*/ 1395611 w 4048838"/>
              <a:gd name="connsiteY183" fmla="*/ 1289508 h 5364921"/>
              <a:gd name="connsiteX184" fmla="*/ 1524638 w 4048838"/>
              <a:gd name="connsiteY184" fmla="*/ 1160481 h 5364921"/>
              <a:gd name="connsiteX185" fmla="*/ 1524638 w 4048838"/>
              <a:gd name="connsiteY185" fmla="*/ 0 h 5364921"/>
              <a:gd name="connsiteX0" fmla="*/ 1524638 w 4048838"/>
              <a:gd name="connsiteY0" fmla="*/ 1160481 h 5364921"/>
              <a:gd name="connsiteX1" fmla="*/ 1524639 w 4048838"/>
              <a:gd name="connsiteY1" fmla="*/ 0 h 5364921"/>
              <a:gd name="connsiteX2" fmla="*/ 1524639 w 4048838"/>
              <a:gd name="connsiteY2" fmla="*/ 1177004 h 5364921"/>
              <a:gd name="connsiteX3" fmla="*/ 1534777 w 4048838"/>
              <a:gd name="connsiteY3" fmla="*/ 1126785 h 5364921"/>
              <a:gd name="connsiteX4" fmla="*/ 1653665 w 4048838"/>
              <a:gd name="connsiteY4" fmla="*/ 1047981 h 5364921"/>
              <a:gd name="connsiteX5" fmla="*/ 1772552 w 4048838"/>
              <a:gd name="connsiteY5" fmla="*/ 1126785 h 5364921"/>
              <a:gd name="connsiteX6" fmla="*/ 1782316 w 4048838"/>
              <a:gd name="connsiteY6" fmla="*/ 1175145 h 5364921"/>
              <a:gd name="connsiteX7" fmla="*/ 1782316 w 4048838"/>
              <a:gd name="connsiteY7" fmla="*/ 1761547 h 5364921"/>
              <a:gd name="connsiteX8" fmla="*/ 1911343 w 4048838"/>
              <a:gd name="connsiteY8" fmla="*/ 1890574 h 5364921"/>
              <a:gd name="connsiteX9" fmla="*/ 1911342 w 4048838"/>
              <a:gd name="connsiteY9" fmla="*/ 1890573 h 5364921"/>
              <a:gd name="connsiteX10" fmla="*/ 2040369 w 4048838"/>
              <a:gd name="connsiteY10" fmla="*/ 1761546 h 5364921"/>
              <a:gd name="connsiteX11" fmla="*/ 2040370 w 4048838"/>
              <a:gd name="connsiteY11" fmla="*/ 864584 h 5364921"/>
              <a:gd name="connsiteX12" fmla="*/ 2050508 w 4048838"/>
              <a:gd name="connsiteY12" fmla="*/ 814365 h 5364921"/>
              <a:gd name="connsiteX13" fmla="*/ 2169396 w 4048838"/>
              <a:gd name="connsiteY13" fmla="*/ 735561 h 5364921"/>
              <a:gd name="connsiteX14" fmla="*/ 2288283 w 4048838"/>
              <a:gd name="connsiteY14" fmla="*/ 814365 h 5364921"/>
              <a:gd name="connsiteX15" fmla="*/ 2291881 w 4048838"/>
              <a:gd name="connsiteY15" fmla="*/ 832184 h 5364921"/>
              <a:gd name="connsiteX16" fmla="*/ 2291881 w 4048838"/>
              <a:gd name="connsiteY16" fmla="*/ 1141130 h 5364921"/>
              <a:gd name="connsiteX17" fmla="*/ 2420908 w 4048838"/>
              <a:gd name="connsiteY17" fmla="*/ 1270157 h 5364921"/>
              <a:gd name="connsiteX18" fmla="*/ 2420907 w 4048838"/>
              <a:gd name="connsiteY18" fmla="*/ 1270156 h 5364921"/>
              <a:gd name="connsiteX19" fmla="*/ 2549934 w 4048838"/>
              <a:gd name="connsiteY19" fmla="*/ 1141129 h 5364921"/>
              <a:gd name="connsiteX20" fmla="*/ 2549934 w 4048838"/>
              <a:gd name="connsiteY20" fmla="*/ 1094391 h 5364921"/>
              <a:gd name="connsiteX21" fmla="*/ 2568603 w 4048838"/>
              <a:gd name="connsiteY21" fmla="*/ 1061849 h 5364921"/>
              <a:gd name="connsiteX22" fmla="*/ 2645668 w 4048838"/>
              <a:gd name="connsiteY22" fmla="*/ 1015405 h 5364921"/>
              <a:gd name="connsiteX23" fmla="*/ 2669148 w 4048838"/>
              <a:gd name="connsiteY23" fmla="*/ 1013038 h 5364921"/>
              <a:gd name="connsiteX24" fmla="*/ 2669148 w 4048838"/>
              <a:gd name="connsiteY24" fmla="*/ 1012300 h 5364921"/>
              <a:gd name="connsiteX25" fmla="*/ 2717218 w 4048838"/>
              <a:gd name="connsiteY25" fmla="*/ 1002596 h 5364921"/>
              <a:gd name="connsiteX26" fmla="*/ 2796021 w 4048838"/>
              <a:gd name="connsiteY26" fmla="*/ 883708 h 5364921"/>
              <a:gd name="connsiteX27" fmla="*/ 2796021 w 4048838"/>
              <a:gd name="connsiteY27" fmla="*/ 769724 h 5364921"/>
              <a:gd name="connsiteX28" fmla="*/ 2804410 w 4048838"/>
              <a:gd name="connsiteY28" fmla="*/ 728174 h 5364921"/>
              <a:gd name="connsiteX29" fmla="*/ 2923297 w 4048838"/>
              <a:gd name="connsiteY29" fmla="*/ 649370 h 5364921"/>
              <a:gd name="connsiteX30" fmla="*/ 3042184 w 4048838"/>
              <a:gd name="connsiteY30" fmla="*/ 728174 h 5364921"/>
              <a:gd name="connsiteX31" fmla="*/ 3044374 w 4048838"/>
              <a:gd name="connsiteY31" fmla="*/ 739019 h 5364921"/>
              <a:gd name="connsiteX32" fmla="*/ 3044374 w 4048838"/>
              <a:gd name="connsiteY32" fmla="*/ 892422 h 5364921"/>
              <a:gd name="connsiteX33" fmla="*/ 3123177 w 4048838"/>
              <a:gd name="connsiteY33" fmla="*/ 1011310 h 5364921"/>
              <a:gd name="connsiteX34" fmla="*/ 3171247 w 4048838"/>
              <a:gd name="connsiteY34" fmla="*/ 1021014 h 5364921"/>
              <a:gd name="connsiteX35" fmla="*/ 3171247 w 4048838"/>
              <a:gd name="connsiteY35" fmla="*/ 1021752 h 5364921"/>
              <a:gd name="connsiteX36" fmla="*/ 3194727 w 4048838"/>
              <a:gd name="connsiteY36" fmla="*/ 1024119 h 5364921"/>
              <a:gd name="connsiteX37" fmla="*/ 3294455 w 4048838"/>
              <a:gd name="connsiteY37" fmla="*/ 1110068 h 5364921"/>
              <a:gd name="connsiteX38" fmla="*/ 3296659 w 4048838"/>
              <a:gd name="connsiteY38" fmla="*/ 1122558 h 5364921"/>
              <a:gd name="connsiteX39" fmla="*/ 3296659 w 4048838"/>
              <a:gd name="connsiteY39" fmla="*/ 1256466 h 5364921"/>
              <a:gd name="connsiteX40" fmla="*/ 3425686 w 4048838"/>
              <a:gd name="connsiteY40" fmla="*/ 1385493 h 5364921"/>
              <a:gd name="connsiteX41" fmla="*/ 3425685 w 4048838"/>
              <a:gd name="connsiteY41" fmla="*/ 1385492 h 5364921"/>
              <a:gd name="connsiteX42" fmla="*/ 3554712 w 4048838"/>
              <a:gd name="connsiteY42" fmla="*/ 1256465 h 5364921"/>
              <a:gd name="connsiteX43" fmla="*/ 3554712 w 4048838"/>
              <a:gd name="connsiteY43" fmla="*/ 891211 h 5364921"/>
              <a:gd name="connsiteX44" fmla="*/ 3556916 w 4048838"/>
              <a:gd name="connsiteY44" fmla="*/ 878721 h 5364921"/>
              <a:gd name="connsiteX45" fmla="*/ 3656645 w 4048838"/>
              <a:gd name="connsiteY45" fmla="*/ 792772 h 5364921"/>
              <a:gd name="connsiteX46" fmla="*/ 3680125 w 4048838"/>
              <a:gd name="connsiteY46" fmla="*/ 790405 h 5364921"/>
              <a:gd name="connsiteX47" fmla="*/ 3680125 w 4048838"/>
              <a:gd name="connsiteY47" fmla="*/ 789667 h 5364921"/>
              <a:gd name="connsiteX48" fmla="*/ 3728195 w 4048838"/>
              <a:gd name="connsiteY48" fmla="*/ 779963 h 5364921"/>
              <a:gd name="connsiteX49" fmla="*/ 3806998 w 4048838"/>
              <a:gd name="connsiteY49" fmla="*/ 661075 h 5364921"/>
              <a:gd name="connsiteX50" fmla="*/ 3806998 w 4048838"/>
              <a:gd name="connsiteY50" fmla="*/ 284700 h 5364921"/>
              <a:gd name="connsiteX51" fmla="*/ 3815387 w 4048838"/>
              <a:gd name="connsiteY51" fmla="*/ 243150 h 5364921"/>
              <a:gd name="connsiteX52" fmla="*/ 3934274 w 4048838"/>
              <a:gd name="connsiteY52" fmla="*/ 164346 h 5364921"/>
              <a:gd name="connsiteX53" fmla="*/ 4033837 w 4048838"/>
              <a:gd name="connsiteY53" fmla="*/ 211300 h 5364921"/>
              <a:gd name="connsiteX54" fmla="*/ 4047851 w 4048838"/>
              <a:gd name="connsiteY54" fmla="*/ 234398 h 5364921"/>
              <a:gd name="connsiteX55" fmla="*/ 4047851 w 4048838"/>
              <a:gd name="connsiteY55" fmla="*/ 2080334 h 5364921"/>
              <a:gd name="connsiteX56" fmla="*/ 4048838 w 4048838"/>
              <a:gd name="connsiteY56" fmla="*/ 2080334 h 5364921"/>
              <a:gd name="connsiteX57" fmla="*/ 4048838 w 4048838"/>
              <a:gd name="connsiteY57" fmla="*/ 3156804 h 5364921"/>
              <a:gd name="connsiteX58" fmla="*/ 3970035 w 4048838"/>
              <a:gd name="connsiteY58" fmla="*/ 3275692 h 5364921"/>
              <a:gd name="connsiteX59" fmla="*/ 3921965 w 4048838"/>
              <a:gd name="connsiteY59" fmla="*/ 3285396 h 5364921"/>
              <a:gd name="connsiteX60" fmla="*/ 3921965 w 4048838"/>
              <a:gd name="connsiteY60" fmla="*/ 3286134 h 5364921"/>
              <a:gd name="connsiteX61" fmla="*/ 3898485 w 4048838"/>
              <a:gd name="connsiteY61" fmla="*/ 3288501 h 5364921"/>
              <a:gd name="connsiteX62" fmla="*/ 3821421 w 4048838"/>
              <a:gd name="connsiteY62" fmla="*/ 3334945 h 5364921"/>
              <a:gd name="connsiteX63" fmla="*/ 3800256 w 4048838"/>
              <a:gd name="connsiteY63" fmla="*/ 3371836 h 5364921"/>
              <a:gd name="connsiteX64" fmla="*/ 3800256 w 4048838"/>
              <a:gd name="connsiteY64" fmla="*/ 3435150 h 5364921"/>
              <a:gd name="connsiteX65" fmla="*/ 3721453 w 4048838"/>
              <a:gd name="connsiteY65" fmla="*/ 3554038 h 5364921"/>
              <a:gd name="connsiteX66" fmla="*/ 3673383 w 4048838"/>
              <a:gd name="connsiteY66" fmla="*/ 3563742 h 5364921"/>
              <a:gd name="connsiteX67" fmla="*/ 3673383 w 4048838"/>
              <a:gd name="connsiteY67" fmla="*/ 3564480 h 5364921"/>
              <a:gd name="connsiteX68" fmla="*/ 3649903 w 4048838"/>
              <a:gd name="connsiteY68" fmla="*/ 3566847 h 5364921"/>
              <a:gd name="connsiteX69" fmla="*/ 3550174 w 4048838"/>
              <a:gd name="connsiteY69" fmla="*/ 3652796 h 5364921"/>
              <a:gd name="connsiteX70" fmla="*/ 3550154 w 4048838"/>
              <a:gd name="connsiteY70" fmla="*/ 3652909 h 5364921"/>
              <a:gd name="connsiteX71" fmla="*/ 3550154 w 4048838"/>
              <a:gd name="connsiteY71" fmla="*/ 4212702 h 5364921"/>
              <a:gd name="connsiteX72" fmla="*/ 3471351 w 4048838"/>
              <a:gd name="connsiteY72" fmla="*/ 4331590 h 5364921"/>
              <a:gd name="connsiteX73" fmla="*/ 3423281 w 4048838"/>
              <a:gd name="connsiteY73" fmla="*/ 4341294 h 5364921"/>
              <a:gd name="connsiteX74" fmla="*/ 3423281 w 4048838"/>
              <a:gd name="connsiteY74" fmla="*/ 4342032 h 5364921"/>
              <a:gd name="connsiteX75" fmla="*/ 3399801 w 4048838"/>
              <a:gd name="connsiteY75" fmla="*/ 4344399 h 5364921"/>
              <a:gd name="connsiteX76" fmla="*/ 3300072 w 4048838"/>
              <a:gd name="connsiteY76" fmla="*/ 4430348 h 5364921"/>
              <a:gd name="connsiteX77" fmla="*/ 3299821 w 4048838"/>
              <a:gd name="connsiteY77" fmla="*/ 4431771 h 5364921"/>
              <a:gd name="connsiteX78" fmla="*/ 3299821 w 4048838"/>
              <a:gd name="connsiteY78" fmla="*/ 4700096 h 5364921"/>
              <a:gd name="connsiteX79" fmla="*/ 3170794 w 4048838"/>
              <a:gd name="connsiteY79" fmla="*/ 4829123 h 5364921"/>
              <a:gd name="connsiteX80" fmla="*/ 3170795 w 4048838"/>
              <a:gd name="connsiteY80" fmla="*/ 4829122 h 5364921"/>
              <a:gd name="connsiteX81" fmla="*/ 3041768 w 4048838"/>
              <a:gd name="connsiteY81" fmla="*/ 4700095 h 5364921"/>
              <a:gd name="connsiteX82" fmla="*/ 3041768 w 4048838"/>
              <a:gd name="connsiteY82" fmla="*/ 4420076 h 5364921"/>
              <a:gd name="connsiteX83" fmla="*/ 3039765 w 4048838"/>
              <a:gd name="connsiteY83" fmla="*/ 4408725 h 5364921"/>
              <a:gd name="connsiteX84" fmla="*/ 2940036 w 4048838"/>
              <a:gd name="connsiteY84" fmla="*/ 4322776 h 5364921"/>
              <a:gd name="connsiteX85" fmla="*/ 2916556 w 4048838"/>
              <a:gd name="connsiteY85" fmla="*/ 4320409 h 5364921"/>
              <a:gd name="connsiteX86" fmla="*/ 2916556 w 4048838"/>
              <a:gd name="connsiteY86" fmla="*/ 4319671 h 5364921"/>
              <a:gd name="connsiteX87" fmla="*/ 2868486 w 4048838"/>
              <a:gd name="connsiteY87" fmla="*/ 4309967 h 5364921"/>
              <a:gd name="connsiteX88" fmla="*/ 2789683 w 4048838"/>
              <a:gd name="connsiteY88" fmla="*/ 4191079 h 5364921"/>
              <a:gd name="connsiteX89" fmla="*/ 2789683 w 4048838"/>
              <a:gd name="connsiteY89" fmla="*/ 4100949 h 5364921"/>
              <a:gd name="connsiteX90" fmla="*/ 2781294 w 4048838"/>
              <a:gd name="connsiteY90" fmla="*/ 4059399 h 5364921"/>
              <a:gd name="connsiteX91" fmla="*/ 2662407 w 4048838"/>
              <a:gd name="connsiteY91" fmla="*/ 3980595 h 5364921"/>
              <a:gd name="connsiteX92" fmla="*/ 2543520 w 4048838"/>
              <a:gd name="connsiteY92" fmla="*/ 4059399 h 5364921"/>
              <a:gd name="connsiteX93" fmla="*/ 2541330 w 4048838"/>
              <a:gd name="connsiteY93" fmla="*/ 4070243 h 5364921"/>
              <a:gd name="connsiteX94" fmla="*/ 2541330 w 4048838"/>
              <a:gd name="connsiteY94" fmla="*/ 4311113 h 5364921"/>
              <a:gd name="connsiteX95" fmla="*/ 2462527 w 4048838"/>
              <a:gd name="connsiteY95" fmla="*/ 4430001 h 5364921"/>
              <a:gd name="connsiteX96" fmla="*/ 2414457 w 4048838"/>
              <a:gd name="connsiteY96" fmla="*/ 4439705 h 5364921"/>
              <a:gd name="connsiteX97" fmla="*/ 2414457 w 4048838"/>
              <a:gd name="connsiteY97" fmla="*/ 4440443 h 5364921"/>
              <a:gd name="connsiteX98" fmla="*/ 2390977 w 4048838"/>
              <a:gd name="connsiteY98" fmla="*/ 4442810 h 5364921"/>
              <a:gd name="connsiteX99" fmla="*/ 2291248 w 4048838"/>
              <a:gd name="connsiteY99" fmla="*/ 4528759 h 5364921"/>
              <a:gd name="connsiteX100" fmla="*/ 2290996 w 4048838"/>
              <a:gd name="connsiteY100" fmla="*/ 4530188 h 5364921"/>
              <a:gd name="connsiteX101" fmla="*/ 2290996 w 4048838"/>
              <a:gd name="connsiteY101" fmla="*/ 4634829 h 5364921"/>
              <a:gd name="connsiteX102" fmla="*/ 2161969 w 4048838"/>
              <a:gd name="connsiteY102" fmla="*/ 4763856 h 5364921"/>
              <a:gd name="connsiteX103" fmla="*/ 2161970 w 4048838"/>
              <a:gd name="connsiteY103" fmla="*/ 4763855 h 5364921"/>
              <a:gd name="connsiteX104" fmla="*/ 2032943 w 4048838"/>
              <a:gd name="connsiteY104" fmla="*/ 4634828 h 5364921"/>
              <a:gd name="connsiteX105" fmla="*/ 2032943 w 4048838"/>
              <a:gd name="connsiteY105" fmla="*/ 2080334 h 5364921"/>
              <a:gd name="connsiteX106" fmla="*/ 2032942 w 4048838"/>
              <a:gd name="connsiteY106" fmla="*/ 4651351 h 5364921"/>
              <a:gd name="connsiteX107" fmla="*/ 2022804 w 4048838"/>
              <a:gd name="connsiteY107" fmla="*/ 4601132 h 5364921"/>
              <a:gd name="connsiteX108" fmla="*/ 1903916 w 4048838"/>
              <a:gd name="connsiteY108" fmla="*/ 4522328 h 5364921"/>
              <a:gd name="connsiteX109" fmla="*/ 1785029 w 4048838"/>
              <a:gd name="connsiteY109" fmla="*/ 4601132 h 5364921"/>
              <a:gd name="connsiteX110" fmla="*/ 1775265 w 4048838"/>
              <a:gd name="connsiteY110" fmla="*/ 4649492 h 5364921"/>
              <a:gd name="connsiteX111" fmla="*/ 1775265 w 4048838"/>
              <a:gd name="connsiteY111" fmla="*/ 5235894 h 5364921"/>
              <a:gd name="connsiteX112" fmla="*/ 1646238 w 4048838"/>
              <a:gd name="connsiteY112" fmla="*/ 5364921 h 5364921"/>
              <a:gd name="connsiteX113" fmla="*/ 1646239 w 4048838"/>
              <a:gd name="connsiteY113" fmla="*/ 5364920 h 5364921"/>
              <a:gd name="connsiteX114" fmla="*/ 1517212 w 4048838"/>
              <a:gd name="connsiteY114" fmla="*/ 5235893 h 5364921"/>
              <a:gd name="connsiteX115" fmla="*/ 1517212 w 4048838"/>
              <a:gd name="connsiteY115" fmla="*/ 2080334 h 5364921"/>
              <a:gd name="connsiteX116" fmla="*/ 1517211 w 4048838"/>
              <a:gd name="connsiteY116" fmla="*/ 4338931 h 5364921"/>
              <a:gd name="connsiteX117" fmla="*/ 1507073 w 4048838"/>
              <a:gd name="connsiteY117" fmla="*/ 4288712 h 5364921"/>
              <a:gd name="connsiteX118" fmla="*/ 1388185 w 4048838"/>
              <a:gd name="connsiteY118" fmla="*/ 4209908 h 5364921"/>
              <a:gd name="connsiteX119" fmla="*/ 1269298 w 4048838"/>
              <a:gd name="connsiteY119" fmla="*/ 4288712 h 5364921"/>
              <a:gd name="connsiteX120" fmla="*/ 1265700 w 4048838"/>
              <a:gd name="connsiteY120" fmla="*/ 4306531 h 5364921"/>
              <a:gd name="connsiteX121" fmla="*/ 1265700 w 4048838"/>
              <a:gd name="connsiteY121" fmla="*/ 4615477 h 5364921"/>
              <a:gd name="connsiteX122" fmla="*/ 1136673 w 4048838"/>
              <a:gd name="connsiteY122" fmla="*/ 4744504 h 5364921"/>
              <a:gd name="connsiteX123" fmla="*/ 1136674 w 4048838"/>
              <a:gd name="connsiteY123" fmla="*/ 4744503 h 5364921"/>
              <a:gd name="connsiteX124" fmla="*/ 1007647 w 4048838"/>
              <a:gd name="connsiteY124" fmla="*/ 4615476 h 5364921"/>
              <a:gd name="connsiteX125" fmla="*/ 1007647 w 4048838"/>
              <a:gd name="connsiteY125" fmla="*/ 4568738 h 5364921"/>
              <a:gd name="connsiteX126" fmla="*/ 988978 w 4048838"/>
              <a:gd name="connsiteY126" fmla="*/ 4536196 h 5364921"/>
              <a:gd name="connsiteX127" fmla="*/ 911913 w 4048838"/>
              <a:gd name="connsiteY127" fmla="*/ 4489752 h 5364921"/>
              <a:gd name="connsiteX128" fmla="*/ 888433 w 4048838"/>
              <a:gd name="connsiteY128" fmla="*/ 4487385 h 5364921"/>
              <a:gd name="connsiteX129" fmla="*/ 888433 w 4048838"/>
              <a:gd name="connsiteY129" fmla="*/ 4486647 h 5364921"/>
              <a:gd name="connsiteX130" fmla="*/ 840363 w 4048838"/>
              <a:gd name="connsiteY130" fmla="*/ 4476943 h 5364921"/>
              <a:gd name="connsiteX131" fmla="*/ 761560 w 4048838"/>
              <a:gd name="connsiteY131" fmla="*/ 4358055 h 5364921"/>
              <a:gd name="connsiteX132" fmla="*/ 761560 w 4048838"/>
              <a:gd name="connsiteY132" fmla="*/ 4244071 h 5364921"/>
              <a:gd name="connsiteX133" fmla="*/ 753171 w 4048838"/>
              <a:gd name="connsiteY133" fmla="*/ 4202521 h 5364921"/>
              <a:gd name="connsiteX134" fmla="*/ 634284 w 4048838"/>
              <a:gd name="connsiteY134" fmla="*/ 4123717 h 5364921"/>
              <a:gd name="connsiteX135" fmla="*/ 515397 w 4048838"/>
              <a:gd name="connsiteY135" fmla="*/ 4202521 h 5364921"/>
              <a:gd name="connsiteX136" fmla="*/ 513207 w 4048838"/>
              <a:gd name="connsiteY136" fmla="*/ 4213366 h 5364921"/>
              <a:gd name="connsiteX137" fmla="*/ 513207 w 4048838"/>
              <a:gd name="connsiteY137" fmla="*/ 4366769 h 5364921"/>
              <a:gd name="connsiteX138" fmla="*/ 434404 w 4048838"/>
              <a:gd name="connsiteY138" fmla="*/ 4485657 h 5364921"/>
              <a:gd name="connsiteX139" fmla="*/ 386334 w 4048838"/>
              <a:gd name="connsiteY139" fmla="*/ 4495361 h 5364921"/>
              <a:gd name="connsiteX140" fmla="*/ 386334 w 4048838"/>
              <a:gd name="connsiteY140" fmla="*/ 4496099 h 5364921"/>
              <a:gd name="connsiteX141" fmla="*/ 362854 w 4048838"/>
              <a:gd name="connsiteY141" fmla="*/ 4498466 h 5364921"/>
              <a:gd name="connsiteX142" fmla="*/ 263125 w 4048838"/>
              <a:gd name="connsiteY142" fmla="*/ 4584415 h 5364921"/>
              <a:gd name="connsiteX143" fmla="*/ 260921 w 4048838"/>
              <a:gd name="connsiteY143" fmla="*/ 4596905 h 5364921"/>
              <a:gd name="connsiteX144" fmla="*/ 260921 w 4048838"/>
              <a:gd name="connsiteY144" fmla="*/ 4730813 h 5364921"/>
              <a:gd name="connsiteX145" fmla="*/ 131894 w 4048838"/>
              <a:gd name="connsiteY145" fmla="*/ 4859840 h 5364921"/>
              <a:gd name="connsiteX146" fmla="*/ 131895 w 4048838"/>
              <a:gd name="connsiteY146" fmla="*/ 4859839 h 5364921"/>
              <a:gd name="connsiteX147" fmla="*/ 2868 w 4048838"/>
              <a:gd name="connsiteY147" fmla="*/ 4730812 h 5364921"/>
              <a:gd name="connsiteX148" fmla="*/ 2868 w 4048838"/>
              <a:gd name="connsiteY148" fmla="*/ 4365558 h 5364921"/>
              <a:gd name="connsiteX149" fmla="*/ 664 w 4048838"/>
              <a:gd name="connsiteY149" fmla="*/ 4353068 h 5364921"/>
              <a:gd name="connsiteX150" fmla="*/ 0 w 4048838"/>
              <a:gd name="connsiteY150" fmla="*/ 4351789 h 5364921"/>
              <a:gd name="connsiteX151" fmla="*/ 0 w 4048838"/>
              <a:gd name="connsiteY151" fmla="*/ 858029 h 5364921"/>
              <a:gd name="connsiteX152" fmla="*/ 90123 w 4048838"/>
              <a:gd name="connsiteY152" fmla="*/ 858029 h 5364921"/>
              <a:gd name="connsiteX153" fmla="*/ 134300 w 4048838"/>
              <a:gd name="connsiteY153" fmla="*/ 866947 h 5364921"/>
              <a:gd name="connsiteX154" fmla="*/ 134300 w 4048838"/>
              <a:gd name="connsiteY154" fmla="*/ 867685 h 5364921"/>
              <a:gd name="connsiteX155" fmla="*/ 157780 w 4048838"/>
              <a:gd name="connsiteY155" fmla="*/ 870052 h 5364921"/>
              <a:gd name="connsiteX156" fmla="*/ 257509 w 4048838"/>
              <a:gd name="connsiteY156" fmla="*/ 956001 h 5364921"/>
              <a:gd name="connsiteX157" fmla="*/ 257760 w 4048838"/>
              <a:gd name="connsiteY157" fmla="*/ 957424 h 5364921"/>
              <a:gd name="connsiteX158" fmla="*/ 257760 w 4048838"/>
              <a:gd name="connsiteY158" fmla="*/ 1225749 h 5364921"/>
              <a:gd name="connsiteX159" fmla="*/ 386787 w 4048838"/>
              <a:gd name="connsiteY159" fmla="*/ 1354776 h 5364921"/>
              <a:gd name="connsiteX160" fmla="*/ 386786 w 4048838"/>
              <a:gd name="connsiteY160" fmla="*/ 1354775 h 5364921"/>
              <a:gd name="connsiteX161" fmla="*/ 515813 w 4048838"/>
              <a:gd name="connsiteY161" fmla="*/ 1225748 h 5364921"/>
              <a:gd name="connsiteX162" fmla="*/ 515813 w 4048838"/>
              <a:gd name="connsiteY162" fmla="*/ 945729 h 5364921"/>
              <a:gd name="connsiteX163" fmla="*/ 517816 w 4048838"/>
              <a:gd name="connsiteY163" fmla="*/ 934378 h 5364921"/>
              <a:gd name="connsiteX164" fmla="*/ 617545 w 4048838"/>
              <a:gd name="connsiteY164" fmla="*/ 848429 h 5364921"/>
              <a:gd name="connsiteX165" fmla="*/ 641025 w 4048838"/>
              <a:gd name="connsiteY165" fmla="*/ 846062 h 5364921"/>
              <a:gd name="connsiteX166" fmla="*/ 641025 w 4048838"/>
              <a:gd name="connsiteY166" fmla="*/ 845324 h 5364921"/>
              <a:gd name="connsiteX167" fmla="*/ 689095 w 4048838"/>
              <a:gd name="connsiteY167" fmla="*/ 835620 h 5364921"/>
              <a:gd name="connsiteX168" fmla="*/ 767898 w 4048838"/>
              <a:gd name="connsiteY168" fmla="*/ 716732 h 5364921"/>
              <a:gd name="connsiteX169" fmla="*/ 767898 w 4048838"/>
              <a:gd name="connsiteY169" fmla="*/ 626602 h 5364921"/>
              <a:gd name="connsiteX170" fmla="*/ 776287 w 4048838"/>
              <a:gd name="connsiteY170" fmla="*/ 585052 h 5364921"/>
              <a:gd name="connsiteX171" fmla="*/ 895174 w 4048838"/>
              <a:gd name="connsiteY171" fmla="*/ 506248 h 5364921"/>
              <a:gd name="connsiteX172" fmla="*/ 1014061 w 4048838"/>
              <a:gd name="connsiteY172" fmla="*/ 585052 h 5364921"/>
              <a:gd name="connsiteX173" fmla="*/ 1016251 w 4048838"/>
              <a:gd name="connsiteY173" fmla="*/ 595896 h 5364921"/>
              <a:gd name="connsiteX174" fmla="*/ 1016251 w 4048838"/>
              <a:gd name="connsiteY174" fmla="*/ 836766 h 5364921"/>
              <a:gd name="connsiteX175" fmla="*/ 1095054 w 4048838"/>
              <a:gd name="connsiteY175" fmla="*/ 955654 h 5364921"/>
              <a:gd name="connsiteX176" fmla="*/ 1143124 w 4048838"/>
              <a:gd name="connsiteY176" fmla="*/ 965358 h 5364921"/>
              <a:gd name="connsiteX177" fmla="*/ 1143124 w 4048838"/>
              <a:gd name="connsiteY177" fmla="*/ 966096 h 5364921"/>
              <a:gd name="connsiteX178" fmla="*/ 1166604 w 4048838"/>
              <a:gd name="connsiteY178" fmla="*/ 968463 h 5364921"/>
              <a:gd name="connsiteX179" fmla="*/ 1266333 w 4048838"/>
              <a:gd name="connsiteY179" fmla="*/ 1054412 h 5364921"/>
              <a:gd name="connsiteX180" fmla="*/ 1266585 w 4048838"/>
              <a:gd name="connsiteY180" fmla="*/ 1055841 h 5364921"/>
              <a:gd name="connsiteX181" fmla="*/ 1266585 w 4048838"/>
              <a:gd name="connsiteY181" fmla="*/ 1160482 h 5364921"/>
              <a:gd name="connsiteX182" fmla="*/ 1395612 w 4048838"/>
              <a:gd name="connsiteY182" fmla="*/ 1289509 h 5364921"/>
              <a:gd name="connsiteX183" fmla="*/ 1395611 w 4048838"/>
              <a:gd name="connsiteY183" fmla="*/ 1289508 h 5364921"/>
              <a:gd name="connsiteX184" fmla="*/ 1524638 w 4048838"/>
              <a:gd name="connsiteY184" fmla="*/ 1160481 h 5364921"/>
              <a:gd name="connsiteX0" fmla="*/ 1524638 w 4048838"/>
              <a:gd name="connsiteY0" fmla="*/ 996135 h 5200575"/>
              <a:gd name="connsiteX1" fmla="*/ 1524639 w 4048838"/>
              <a:gd name="connsiteY1" fmla="*/ 1012658 h 5200575"/>
              <a:gd name="connsiteX2" fmla="*/ 1534777 w 4048838"/>
              <a:gd name="connsiteY2" fmla="*/ 962439 h 5200575"/>
              <a:gd name="connsiteX3" fmla="*/ 1653665 w 4048838"/>
              <a:gd name="connsiteY3" fmla="*/ 883635 h 5200575"/>
              <a:gd name="connsiteX4" fmla="*/ 1772552 w 4048838"/>
              <a:gd name="connsiteY4" fmla="*/ 962439 h 5200575"/>
              <a:gd name="connsiteX5" fmla="*/ 1782316 w 4048838"/>
              <a:gd name="connsiteY5" fmla="*/ 1010799 h 5200575"/>
              <a:gd name="connsiteX6" fmla="*/ 1782316 w 4048838"/>
              <a:gd name="connsiteY6" fmla="*/ 1597201 h 5200575"/>
              <a:gd name="connsiteX7" fmla="*/ 1911343 w 4048838"/>
              <a:gd name="connsiteY7" fmla="*/ 1726228 h 5200575"/>
              <a:gd name="connsiteX8" fmla="*/ 1911342 w 4048838"/>
              <a:gd name="connsiteY8" fmla="*/ 1726227 h 5200575"/>
              <a:gd name="connsiteX9" fmla="*/ 2040369 w 4048838"/>
              <a:gd name="connsiteY9" fmla="*/ 1597200 h 5200575"/>
              <a:gd name="connsiteX10" fmla="*/ 2040370 w 4048838"/>
              <a:gd name="connsiteY10" fmla="*/ 700238 h 5200575"/>
              <a:gd name="connsiteX11" fmla="*/ 2050508 w 4048838"/>
              <a:gd name="connsiteY11" fmla="*/ 650019 h 5200575"/>
              <a:gd name="connsiteX12" fmla="*/ 2169396 w 4048838"/>
              <a:gd name="connsiteY12" fmla="*/ 571215 h 5200575"/>
              <a:gd name="connsiteX13" fmla="*/ 2288283 w 4048838"/>
              <a:gd name="connsiteY13" fmla="*/ 650019 h 5200575"/>
              <a:gd name="connsiteX14" fmla="*/ 2291881 w 4048838"/>
              <a:gd name="connsiteY14" fmla="*/ 667838 h 5200575"/>
              <a:gd name="connsiteX15" fmla="*/ 2291881 w 4048838"/>
              <a:gd name="connsiteY15" fmla="*/ 976784 h 5200575"/>
              <a:gd name="connsiteX16" fmla="*/ 2420908 w 4048838"/>
              <a:gd name="connsiteY16" fmla="*/ 1105811 h 5200575"/>
              <a:gd name="connsiteX17" fmla="*/ 2420907 w 4048838"/>
              <a:gd name="connsiteY17" fmla="*/ 1105810 h 5200575"/>
              <a:gd name="connsiteX18" fmla="*/ 2549934 w 4048838"/>
              <a:gd name="connsiteY18" fmla="*/ 976783 h 5200575"/>
              <a:gd name="connsiteX19" fmla="*/ 2549934 w 4048838"/>
              <a:gd name="connsiteY19" fmla="*/ 930045 h 5200575"/>
              <a:gd name="connsiteX20" fmla="*/ 2568603 w 4048838"/>
              <a:gd name="connsiteY20" fmla="*/ 897503 h 5200575"/>
              <a:gd name="connsiteX21" fmla="*/ 2645668 w 4048838"/>
              <a:gd name="connsiteY21" fmla="*/ 851059 h 5200575"/>
              <a:gd name="connsiteX22" fmla="*/ 2669148 w 4048838"/>
              <a:gd name="connsiteY22" fmla="*/ 848692 h 5200575"/>
              <a:gd name="connsiteX23" fmla="*/ 2669148 w 4048838"/>
              <a:gd name="connsiteY23" fmla="*/ 847954 h 5200575"/>
              <a:gd name="connsiteX24" fmla="*/ 2717218 w 4048838"/>
              <a:gd name="connsiteY24" fmla="*/ 838250 h 5200575"/>
              <a:gd name="connsiteX25" fmla="*/ 2796021 w 4048838"/>
              <a:gd name="connsiteY25" fmla="*/ 719362 h 5200575"/>
              <a:gd name="connsiteX26" fmla="*/ 2796021 w 4048838"/>
              <a:gd name="connsiteY26" fmla="*/ 605378 h 5200575"/>
              <a:gd name="connsiteX27" fmla="*/ 2804410 w 4048838"/>
              <a:gd name="connsiteY27" fmla="*/ 563828 h 5200575"/>
              <a:gd name="connsiteX28" fmla="*/ 2923297 w 4048838"/>
              <a:gd name="connsiteY28" fmla="*/ 485024 h 5200575"/>
              <a:gd name="connsiteX29" fmla="*/ 3042184 w 4048838"/>
              <a:gd name="connsiteY29" fmla="*/ 563828 h 5200575"/>
              <a:gd name="connsiteX30" fmla="*/ 3044374 w 4048838"/>
              <a:gd name="connsiteY30" fmla="*/ 574673 h 5200575"/>
              <a:gd name="connsiteX31" fmla="*/ 3044374 w 4048838"/>
              <a:gd name="connsiteY31" fmla="*/ 728076 h 5200575"/>
              <a:gd name="connsiteX32" fmla="*/ 3123177 w 4048838"/>
              <a:gd name="connsiteY32" fmla="*/ 846964 h 5200575"/>
              <a:gd name="connsiteX33" fmla="*/ 3171247 w 4048838"/>
              <a:gd name="connsiteY33" fmla="*/ 856668 h 5200575"/>
              <a:gd name="connsiteX34" fmla="*/ 3171247 w 4048838"/>
              <a:gd name="connsiteY34" fmla="*/ 857406 h 5200575"/>
              <a:gd name="connsiteX35" fmla="*/ 3194727 w 4048838"/>
              <a:gd name="connsiteY35" fmla="*/ 859773 h 5200575"/>
              <a:gd name="connsiteX36" fmla="*/ 3294455 w 4048838"/>
              <a:gd name="connsiteY36" fmla="*/ 945722 h 5200575"/>
              <a:gd name="connsiteX37" fmla="*/ 3296659 w 4048838"/>
              <a:gd name="connsiteY37" fmla="*/ 958212 h 5200575"/>
              <a:gd name="connsiteX38" fmla="*/ 3296659 w 4048838"/>
              <a:gd name="connsiteY38" fmla="*/ 1092120 h 5200575"/>
              <a:gd name="connsiteX39" fmla="*/ 3425686 w 4048838"/>
              <a:gd name="connsiteY39" fmla="*/ 1221147 h 5200575"/>
              <a:gd name="connsiteX40" fmla="*/ 3425685 w 4048838"/>
              <a:gd name="connsiteY40" fmla="*/ 1221146 h 5200575"/>
              <a:gd name="connsiteX41" fmla="*/ 3554712 w 4048838"/>
              <a:gd name="connsiteY41" fmla="*/ 1092119 h 5200575"/>
              <a:gd name="connsiteX42" fmla="*/ 3554712 w 4048838"/>
              <a:gd name="connsiteY42" fmla="*/ 726865 h 5200575"/>
              <a:gd name="connsiteX43" fmla="*/ 3556916 w 4048838"/>
              <a:gd name="connsiteY43" fmla="*/ 714375 h 5200575"/>
              <a:gd name="connsiteX44" fmla="*/ 3656645 w 4048838"/>
              <a:gd name="connsiteY44" fmla="*/ 628426 h 5200575"/>
              <a:gd name="connsiteX45" fmla="*/ 3680125 w 4048838"/>
              <a:gd name="connsiteY45" fmla="*/ 626059 h 5200575"/>
              <a:gd name="connsiteX46" fmla="*/ 3680125 w 4048838"/>
              <a:gd name="connsiteY46" fmla="*/ 625321 h 5200575"/>
              <a:gd name="connsiteX47" fmla="*/ 3728195 w 4048838"/>
              <a:gd name="connsiteY47" fmla="*/ 615617 h 5200575"/>
              <a:gd name="connsiteX48" fmla="*/ 3806998 w 4048838"/>
              <a:gd name="connsiteY48" fmla="*/ 496729 h 5200575"/>
              <a:gd name="connsiteX49" fmla="*/ 3806998 w 4048838"/>
              <a:gd name="connsiteY49" fmla="*/ 120354 h 5200575"/>
              <a:gd name="connsiteX50" fmla="*/ 3815387 w 4048838"/>
              <a:gd name="connsiteY50" fmla="*/ 78804 h 5200575"/>
              <a:gd name="connsiteX51" fmla="*/ 3934274 w 4048838"/>
              <a:gd name="connsiteY51" fmla="*/ 0 h 5200575"/>
              <a:gd name="connsiteX52" fmla="*/ 4033837 w 4048838"/>
              <a:gd name="connsiteY52" fmla="*/ 46954 h 5200575"/>
              <a:gd name="connsiteX53" fmla="*/ 4047851 w 4048838"/>
              <a:gd name="connsiteY53" fmla="*/ 70052 h 5200575"/>
              <a:gd name="connsiteX54" fmla="*/ 4047851 w 4048838"/>
              <a:gd name="connsiteY54" fmla="*/ 1915988 h 5200575"/>
              <a:gd name="connsiteX55" fmla="*/ 4048838 w 4048838"/>
              <a:gd name="connsiteY55" fmla="*/ 1915988 h 5200575"/>
              <a:gd name="connsiteX56" fmla="*/ 4048838 w 4048838"/>
              <a:gd name="connsiteY56" fmla="*/ 2992458 h 5200575"/>
              <a:gd name="connsiteX57" fmla="*/ 3970035 w 4048838"/>
              <a:gd name="connsiteY57" fmla="*/ 3111346 h 5200575"/>
              <a:gd name="connsiteX58" fmla="*/ 3921965 w 4048838"/>
              <a:gd name="connsiteY58" fmla="*/ 3121050 h 5200575"/>
              <a:gd name="connsiteX59" fmla="*/ 3921965 w 4048838"/>
              <a:gd name="connsiteY59" fmla="*/ 3121788 h 5200575"/>
              <a:gd name="connsiteX60" fmla="*/ 3898485 w 4048838"/>
              <a:gd name="connsiteY60" fmla="*/ 3124155 h 5200575"/>
              <a:gd name="connsiteX61" fmla="*/ 3821421 w 4048838"/>
              <a:gd name="connsiteY61" fmla="*/ 3170599 h 5200575"/>
              <a:gd name="connsiteX62" fmla="*/ 3800256 w 4048838"/>
              <a:gd name="connsiteY62" fmla="*/ 3207490 h 5200575"/>
              <a:gd name="connsiteX63" fmla="*/ 3800256 w 4048838"/>
              <a:gd name="connsiteY63" fmla="*/ 3270804 h 5200575"/>
              <a:gd name="connsiteX64" fmla="*/ 3721453 w 4048838"/>
              <a:gd name="connsiteY64" fmla="*/ 3389692 h 5200575"/>
              <a:gd name="connsiteX65" fmla="*/ 3673383 w 4048838"/>
              <a:gd name="connsiteY65" fmla="*/ 3399396 h 5200575"/>
              <a:gd name="connsiteX66" fmla="*/ 3673383 w 4048838"/>
              <a:gd name="connsiteY66" fmla="*/ 3400134 h 5200575"/>
              <a:gd name="connsiteX67" fmla="*/ 3649903 w 4048838"/>
              <a:gd name="connsiteY67" fmla="*/ 3402501 h 5200575"/>
              <a:gd name="connsiteX68" fmla="*/ 3550174 w 4048838"/>
              <a:gd name="connsiteY68" fmla="*/ 3488450 h 5200575"/>
              <a:gd name="connsiteX69" fmla="*/ 3550154 w 4048838"/>
              <a:gd name="connsiteY69" fmla="*/ 3488563 h 5200575"/>
              <a:gd name="connsiteX70" fmla="*/ 3550154 w 4048838"/>
              <a:gd name="connsiteY70" fmla="*/ 4048356 h 5200575"/>
              <a:gd name="connsiteX71" fmla="*/ 3471351 w 4048838"/>
              <a:gd name="connsiteY71" fmla="*/ 4167244 h 5200575"/>
              <a:gd name="connsiteX72" fmla="*/ 3423281 w 4048838"/>
              <a:gd name="connsiteY72" fmla="*/ 4176948 h 5200575"/>
              <a:gd name="connsiteX73" fmla="*/ 3423281 w 4048838"/>
              <a:gd name="connsiteY73" fmla="*/ 4177686 h 5200575"/>
              <a:gd name="connsiteX74" fmla="*/ 3399801 w 4048838"/>
              <a:gd name="connsiteY74" fmla="*/ 4180053 h 5200575"/>
              <a:gd name="connsiteX75" fmla="*/ 3300072 w 4048838"/>
              <a:gd name="connsiteY75" fmla="*/ 4266002 h 5200575"/>
              <a:gd name="connsiteX76" fmla="*/ 3299821 w 4048838"/>
              <a:gd name="connsiteY76" fmla="*/ 4267425 h 5200575"/>
              <a:gd name="connsiteX77" fmla="*/ 3299821 w 4048838"/>
              <a:gd name="connsiteY77" fmla="*/ 4535750 h 5200575"/>
              <a:gd name="connsiteX78" fmla="*/ 3170794 w 4048838"/>
              <a:gd name="connsiteY78" fmla="*/ 4664777 h 5200575"/>
              <a:gd name="connsiteX79" fmla="*/ 3170795 w 4048838"/>
              <a:gd name="connsiteY79" fmla="*/ 4664776 h 5200575"/>
              <a:gd name="connsiteX80" fmla="*/ 3041768 w 4048838"/>
              <a:gd name="connsiteY80" fmla="*/ 4535749 h 5200575"/>
              <a:gd name="connsiteX81" fmla="*/ 3041768 w 4048838"/>
              <a:gd name="connsiteY81" fmla="*/ 4255730 h 5200575"/>
              <a:gd name="connsiteX82" fmla="*/ 3039765 w 4048838"/>
              <a:gd name="connsiteY82" fmla="*/ 4244379 h 5200575"/>
              <a:gd name="connsiteX83" fmla="*/ 2940036 w 4048838"/>
              <a:gd name="connsiteY83" fmla="*/ 4158430 h 5200575"/>
              <a:gd name="connsiteX84" fmla="*/ 2916556 w 4048838"/>
              <a:gd name="connsiteY84" fmla="*/ 4156063 h 5200575"/>
              <a:gd name="connsiteX85" fmla="*/ 2916556 w 4048838"/>
              <a:gd name="connsiteY85" fmla="*/ 4155325 h 5200575"/>
              <a:gd name="connsiteX86" fmla="*/ 2868486 w 4048838"/>
              <a:gd name="connsiteY86" fmla="*/ 4145621 h 5200575"/>
              <a:gd name="connsiteX87" fmla="*/ 2789683 w 4048838"/>
              <a:gd name="connsiteY87" fmla="*/ 4026733 h 5200575"/>
              <a:gd name="connsiteX88" fmla="*/ 2789683 w 4048838"/>
              <a:gd name="connsiteY88" fmla="*/ 3936603 h 5200575"/>
              <a:gd name="connsiteX89" fmla="*/ 2781294 w 4048838"/>
              <a:gd name="connsiteY89" fmla="*/ 3895053 h 5200575"/>
              <a:gd name="connsiteX90" fmla="*/ 2662407 w 4048838"/>
              <a:gd name="connsiteY90" fmla="*/ 3816249 h 5200575"/>
              <a:gd name="connsiteX91" fmla="*/ 2543520 w 4048838"/>
              <a:gd name="connsiteY91" fmla="*/ 3895053 h 5200575"/>
              <a:gd name="connsiteX92" fmla="*/ 2541330 w 4048838"/>
              <a:gd name="connsiteY92" fmla="*/ 3905897 h 5200575"/>
              <a:gd name="connsiteX93" fmla="*/ 2541330 w 4048838"/>
              <a:gd name="connsiteY93" fmla="*/ 4146767 h 5200575"/>
              <a:gd name="connsiteX94" fmla="*/ 2462527 w 4048838"/>
              <a:gd name="connsiteY94" fmla="*/ 4265655 h 5200575"/>
              <a:gd name="connsiteX95" fmla="*/ 2414457 w 4048838"/>
              <a:gd name="connsiteY95" fmla="*/ 4275359 h 5200575"/>
              <a:gd name="connsiteX96" fmla="*/ 2414457 w 4048838"/>
              <a:gd name="connsiteY96" fmla="*/ 4276097 h 5200575"/>
              <a:gd name="connsiteX97" fmla="*/ 2390977 w 4048838"/>
              <a:gd name="connsiteY97" fmla="*/ 4278464 h 5200575"/>
              <a:gd name="connsiteX98" fmla="*/ 2291248 w 4048838"/>
              <a:gd name="connsiteY98" fmla="*/ 4364413 h 5200575"/>
              <a:gd name="connsiteX99" fmla="*/ 2290996 w 4048838"/>
              <a:gd name="connsiteY99" fmla="*/ 4365842 h 5200575"/>
              <a:gd name="connsiteX100" fmla="*/ 2290996 w 4048838"/>
              <a:gd name="connsiteY100" fmla="*/ 4470483 h 5200575"/>
              <a:gd name="connsiteX101" fmla="*/ 2161969 w 4048838"/>
              <a:gd name="connsiteY101" fmla="*/ 4599510 h 5200575"/>
              <a:gd name="connsiteX102" fmla="*/ 2161970 w 4048838"/>
              <a:gd name="connsiteY102" fmla="*/ 4599509 h 5200575"/>
              <a:gd name="connsiteX103" fmla="*/ 2032943 w 4048838"/>
              <a:gd name="connsiteY103" fmla="*/ 4470482 h 5200575"/>
              <a:gd name="connsiteX104" fmla="*/ 2032943 w 4048838"/>
              <a:gd name="connsiteY104" fmla="*/ 1915988 h 5200575"/>
              <a:gd name="connsiteX105" fmla="*/ 2032942 w 4048838"/>
              <a:gd name="connsiteY105" fmla="*/ 4487005 h 5200575"/>
              <a:gd name="connsiteX106" fmla="*/ 2022804 w 4048838"/>
              <a:gd name="connsiteY106" fmla="*/ 4436786 h 5200575"/>
              <a:gd name="connsiteX107" fmla="*/ 1903916 w 4048838"/>
              <a:gd name="connsiteY107" fmla="*/ 4357982 h 5200575"/>
              <a:gd name="connsiteX108" fmla="*/ 1785029 w 4048838"/>
              <a:gd name="connsiteY108" fmla="*/ 4436786 h 5200575"/>
              <a:gd name="connsiteX109" fmla="*/ 1775265 w 4048838"/>
              <a:gd name="connsiteY109" fmla="*/ 4485146 h 5200575"/>
              <a:gd name="connsiteX110" fmla="*/ 1775265 w 4048838"/>
              <a:gd name="connsiteY110" fmla="*/ 5071548 h 5200575"/>
              <a:gd name="connsiteX111" fmla="*/ 1646238 w 4048838"/>
              <a:gd name="connsiteY111" fmla="*/ 5200575 h 5200575"/>
              <a:gd name="connsiteX112" fmla="*/ 1646239 w 4048838"/>
              <a:gd name="connsiteY112" fmla="*/ 5200574 h 5200575"/>
              <a:gd name="connsiteX113" fmla="*/ 1517212 w 4048838"/>
              <a:gd name="connsiteY113" fmla="*/ 5071547 h 5200575"/>
              <a:gd name="connsiteX114" fmla="*/ 1517212 w 4048838"/>
              <a:gd name="connsiteY114" fmla="*/ 1915988 h 5200575"/>
              <a:gd name="connsiteX115" fmla="*/ 1517211 w 4048838"/>
              <a:gd name="connsiteY115" fmla="*/ 4174585 h 5200575"/>
              <a:gd name="connsiteX116" fmla="*/ 1507073 w 4048838"/>
              <a:gd name="connsiteY116" fmla="*/ 4124366 h 5200575"/>
              <a:gd name="connsiteX117" fmla="*/ 1388185 w 4048838"/>
              <a:gd name="connsiteY117" fmla="*/ 4045562 h 5200575"/>
              <a:gd name="connsiteX118" fmla="*/ 1269298 w 4048838"/>
              <a:gd name="connsiteY118" fmla="*/ 4124366 h 5200575"/>
              <a:gd name="connsiteX119" fmla="*/ 1265700 w 4048838"/>
              <a:gd name="connsiteY119" fmla="*/ 4142185 h 5200575"/>
              <a:gd name="connsiteX120" fmla="*/ 1265700 w 4048838"/>
              <a:gd name="connsiteY120" fmla="*/ 4451131 h 5200575"/>
              <a:gd name="connsiteX121" fmla="*/ 1136673 w 4048838"/>
              <a:gd name="connsiteY121" fmla="*/ 4580158 h 5200575"/>
              <a:gd name="connsiteX122" fmla="*/ 1136674 w 4048838"/>
              <a:gd name="connsiteY122" fmla="*/ 4580157 h 5200575"/>
              <a:gd name="connsiteX123" fmla="*/ 1007647 w 4048838"/>
              <a:gd name="connsiteY123" fmla="*/ 4451130 h 5200575"/>
              <a:gd name="connsiteX124" fmla="*/ 1007647 w 4048838"/>
              <a:gd name="connsiteY124" fmla="*/ 4404392 h 5200575"/>
              <a:gd name="connsiteX125" fmla="*/ 988978 w 4048838"/>
              <a:gd name="connsiteY125" fmla="*/ 4371850 h 5200575"/>
              <a:gd name="connsiteX126" fmla="*/ 911913 w 4048838"/>
              <a:gd name="connsiteY126" fmla="*/ 4325406 h 5200575"/>
              <a:gd name="connsiteX127" fmla="*/ 888433 w 4048838"/>
              <a:gd name="connsiteY127" fmla="*/ 4323039 h 5200575"/>
              <a:gd name="connsiteX128" fmla="*/ 888433 w 4048838"/>
              <a:gd name="connsiteY128" fmla="*/ 4322301 h 5200575"/>
              <a:gd name="connsiteX129" fmla="*/ 840363 w 4048838"/>
              <a:gd name="connsiteY129" fmla="*/ 4312597 h 5200575"/>
              <a:gd name="connsiteX130" fmla="*/ 761560 w 4048838"/>
              <a:gd name="connsiteY130" fmla="*/ 4193709 h 5200575"/>
              <a:gd name="connsiteX131" fmla="*/ 761560 w 4048838"/>
              <a:gd name="connsiteY131" fmla="*/ 4079725 h 5200575"/>
              <a:gd name="connsiteX132" fmla="*/ 753171 w 4048838"/>
              <a:gd name="connsiteY132" fmla="*/ 4038175 h 5200575"/>
              <a:gd name="connsiteX133" fmla="*/ 634284 w 4048838"/>
              <a:gd name="connsiteY133" fmla="*/ 3959371 h 5200575"/>
              <a:gd name="connsiteX134" fmla="*/ 515397 w 4048838"/>
              <a:gd name="connsiteY134" fmla="*/ 4038175 h 5200575"/>
              <a:gd name="connsiteX135" fmla="*/ 513207 w 4048838"/>
              <a:gd name="connsiteY135" fmla="*/ 4049020 h 5200575"/>
              <a:gd name="connsiteX136" fmla="*/ 513207 w 4048838"/>
              <a:gd name="connsiteY136" fmla="*/ 4202423 h 5200575"/>
              <a:gd name="connsiteX137" fmla="*/ 434404 w 4048838"/>
              <a:gd name="connsiteY137" fmla="*/ 4321311 h 5200575"/>
              <a:gd name="connsiteX138" fmla="*/ 386334 w 4048838"/>
              <a:gd name="connsiteY138" fmla="*/ 4331015 h 5200575"/>
              <a:gd name="connsiteX139" fmla="*/ 386334 w 4048838"/>
              <a:gd name="connsiteY139" fmla="*/ 4331753 h 5200575"/>
              <a:gd name="connsiteX140" fmla="*/ 362854 w 4048838"/>
              <a:gd name="connsiteY140" fmla="*/ 4334120 h 5200575"/>
              <a:gd name="connsiteX141" fmla="*/ 263125 w 4048838"/>
              <a:gd name="connsiteY141" fmla="*/ 4420069 h 5200575"/>
              <a:gd name="connsiteX142" fmla="*/ 260921 w 4048838"/>
              <a:gd name="connsiteY142" fmla="*/ 4432559 h 5200575"/>
              <a:gd name="connsiteX143" fmla="*/ 260921 w 4048838"/>
              <a:gd name="connsiteY143" fmla="*/ 4566467 h 5200575"/>
              <a:gd name="connsiteX144" fmla="*/ 131894 w 4048838"/>
              <a:gd name="connsiteY144" fmla="*/ 4695494 h 5200575"/>
              <a:gd name="connsiteX145" fmla="*/ 131895 w 4048838"/>
              <a:gd name="connsiteY145" fmla="*/ 4695493 h 5200575"/>
              <a:gd name="connsiteX146" fmla="*/ 2868 w 4048838"/>
              <a:gd name="connsiteY146" fmla="*/ 4566466 h 5200575"/>
              <a:gd name="connsiteX147" fmla="*/ 2868 w 4048838"/>
              <a:gd name="connsiteY147" fmla="*/ 4201212 h 5200575"/>
              <a:gd name="connsiteX148" fmla="*/ 664 w 4048838"/>
              <a:gd name="connsiteY148" fmla="*/ 4188722 h 5200575"/>
              <a:gd name="connsiteX149" fmla="*/ 0 w 4048838"/>
              <a:gd name="connsiteY149" fmla="*/ 4187443 h 5200575"/>
              <a:gd name="connsiteX150" fmla="*/ 0 w 4048838"/>
              <a:gd name="connsiteY150" fmla="*/ 693683 h 5200575"/>
              <a:gd name="connsiteX151" fmla="*/ 90123 w 4048838"/>
              <a:gd name="connsiteY151" fmla="*/ 693683 h 5200575"/>
              <a:gd name="connsiteX152" fmla="*/ 134300 w 4048838"/>
              <a:gd name="connsiteY152" fmla="*/ 702601 h 5200575"/>
              <a:gd name="connsiteX153" fmla="*/ 134300 w 4048838"/>
              <a:gd name="connsiteY153" fmla="*/ 703339 h 5200575"/>
              <a:gd name="connsiteX154" fmla="*/ 157780 w 4048838"/>
              <a:gd name="connsiteY154" fmla="*/ 705706 h 5200575"/>
              <a:gd name="connsiteX155" fmla="*/ 257509 w 4048838"/>
              <a:gd name="connsiteY155" fmla="*/ 791655 h 5200575"/>
              <a:gd name="connsiteX156" fmla="*/ 257760 w 4048838"/>
              <a:gd name="connsiteY156" fmla="*/ 793078 h 5200575"/>
              <a:gd name="connsiteX157" fmla="*/ 257760 w 4048838"/>
              <a:gd name="connsiteY157" fmla="*/ 1061403 h 5200575"/>
              <a:gd name="connsiteX158" fmla="*/ 386787 w 4048838"/>
              <a:gd name="connsiteY158" fmla="*/ 1190430 h 5200575"/>
              <a:gd name="connsiteX159" fmla="*/ 386786 w 4048838"/>
              <a:gd name="connsiteY159" fmla="*/ 1190429 h 5200575"/>
              <a:gd name="connsiteX160" fmla="*/ 515813 w 4048838"/>
              <a:gd name="connsiteY160" fmla="*/ 1061402 h 5200575"/>
              <a:gd name="connsiteX161" fmla="*/ 515813 w 4048838"/>
              <a:gd name="connsiteY161" fmla="*/ 781383 h 5200575"/>
              <a:gd name="connsiteX162" fmla="*/ 517816 w 4048838"/>
              <a:gd name="connsiteY162" fmla="*/ 770032 h 5200575"/>
              <a:gd name="connsiteX163" fmla="*/ 617545 w 4048838"/>
              <a:gd name="connsiteY163" fmla="*/ 684083 h 5200575"/>
              <a:gd name="connsiteX164" fmla="*/ 641025 w 4048838"/>
              <a:gd name="connsiteY164" fmla="*/ 681716 h 5200575"/>
              <a:gd name="connsiteX165" fmla="*/ 641025 w 4048838"/>
              <a:gd name="connsiteY165" fmla="*/ 680978 h 5200575"/>
              <a:gd name="connsiteX166" fmla="*/ 689095 w 4048838"/>
              <a:gd name="connsiteY166" fmla="*/ 671274 h 5200575"/>
              <a:gd name="connsiteX167" fmla="*/ 767898 w 4048838"/>
              <a:gd name="connsiteY167" fmla="*/ 552386 h 5200575"/>
              <a:gd name="connsiteX168" fmla="*/ 767898 w 4048838"/>
              <a:gd name="connsiteY168" fmla="*/ 462256 h 5200575"/>
              <a:gd name="connsiteX169" fmla="*/ 776287 w 4048838"/>
              <a:gd name="connsiteY169" fmla="*/ 420706 h 5200575"/>
              <a:gd name="connsiteX170" fmla="*/ 895174 w 4048838"/>
              <a:gd name="connsiteY170" fmla="*/ 341902 h 5200575"/>
              <a:gd name="connsiteX171" fmla="*/ 1014061 w 4048838"/>
              <a:gd name="connsiteY171" fmla="*/ 420706 h 5200575"/>
              <a:gd name="connsiteX172" fmla="*/ 1016251 w 4048838"/>
              <a:gd name="connsiteY172" fmla="*/ 431550 h 5200575"/>
              <a:gd name="connsiteX173" fmla="*/ 1016251 w 4048838"/>
              <a:gd name="connsiteY173" fmla="*/ 672420 h 5200575"/>
              <a:gd name="connsiteX174" fmla="*/ 1095054 w 4048838"/>
              <a:gd name="connsiteY174" fmla="*/ 791308 h 5200575"/>
              <a:gd name="connsiteX175" fmla="*/ 1143124 w 4048838"/>
              <a:gd name="connsiteY175" fmla="*/ 801012 h 5200575"/>
              <a:gd name="connsiteX176" fmla="*/ 1143124 w 4048838"/>
              <a:gd name="connsiteY176" fmla="*/ 801750 h 5200575"/>
              <a:gd name="connsiteX177" fmla="*/ 1166604 w 4048838"/>
              <a:gd name="connsiteY177" fmla="*/ 804117 h 5200575"/>
              <a:gd name="connsiteX178" fmla="*/ 1266333 w 4048838"/>
              <a:gd name="connsiteY178" fmla="*/ 890066 h 5200575"/>
              <a:gd name="connsiteX179" fmla="*/ 1266585 w 4048838"/>
              <a:gd name="connsiteY179" fmla="*/ 891495 h 5200575"/>
              <a:gd name="connsiteX180" fmla="*/ 1266585 w 4048838"/>
              <a:gd name="connsiteY180" fmla="*/ 996136 h 5200575"/>
              <a:gd name="connsiteX181" fmla="*/ 1395612 w 4048838"/>
              <a:gd name="connsiteY181" fmla="*/ 1125163 h 5200575"/>
              <a:gd name="connsiteX182" fmla="*/ 1395611 w 4048838"/>
              <a:gd name="connsiteY182" fmla="*/ 1125162 h 5200575"/>
              <a:gd name="connsiteX183" fmla="*/ 1524638 w 4048838"/>
              <a:gd name="connsiteY183" fmla="*/ 996135 h 5200575"/>
              <a:gd name="connsiteX0" fmla="*/ 1524638 w 4048838"/>
              <a:gd name="connsiteY0" fmla="*/ 996135 h 5200575"/>
              <a:gd name="connsiteX1" fmla="*/ 1524639 w 4048838"/>
              <a:gd name="connsiteY1" fmla="*/ 1012658 h 5200575"/>
              <a:gd name="connsiteX2" fmla="*/ 1534777 w 4048838"/>
              <a:gd name="connsiteY2" fmla="*/ 962439 h 5200575"/>
              <a:gd name="connsiteX3" fmla="*/ 1653665 w 4048838"/>
              <a:gd name="connsiteY3" fmla="*/ 883635 h 5200575"/>
              <a:gd name="connsiteX4" fmla="*/ 1772552 w 4048838"/>
              <a:gd name="connsiteY4" fmla="*/ 962439 h 5200575"/>
              <a:gd name="connsiteX5" fmla="*/ 1782316 w 4048838"/>
              <a:gd name="connsiteY5" fmla="*/ 1010799 h 5200575"/>
              <a:gd name="connsiteX6" fmla="*/ 1782316 w 4048838"/>
              <a:gd name="connsiteY6" fmla="*/ 1597201 h 5200575"/>
              <a:gd name="connsiteX7" fmla="*/ 1911343 w 4048838"/>
              <a:gd name="connsiteY7" fmla="*/ 1726228 h 5200575"/>
              <a:gd name="connsiteX8" fmla="*/ 1911342 w 4048838"/>
              <a:gd name="connsiteY8" fmla="*/ 1726227 h 5200575"/>
              <a:gd name="connsiteX9" fmla="*/ 2040369 w 4048838"/>
              <a:gd name="connsiteY9" fmla="*/ 1597200 h 5200575"/>
              <a:gd name="connsiteX10" fmla="*/ 2040370 w 4048838"/>
              <a:gd name="connsiteY10" fmla="*/ 700238 h 5200575"/>
              <a:gd name="connsiteX11" fmla="*/ 2050508 w 4048838"/>
              <a:gd name="connsiteY11" fmla="*/ 650019 h 5200575"/>
              <a:gd name="connsiteX12" fmla="*/ 2169396 w 4048838"/>
              <a:gd name="connsiteY12" fmla="*/ 571215 h 5200575"/>
              <a:gd name="connsiteX13" fmla="*/ 2288283 w 4048838"/>
              <a:gd name="connsiteY13" fmla="*/ 650019 h 5200575"/>
              <a:gd name="connsiteX14" fmla="*/ 2291881 w 4048838"/>
              <a:gd name="connsiteY14" fmla="*/ 667838 h 5200575"/>
              <a:gd name="connsiteX15" fmla="*/ 2291881 w 4048838"/>
              <a:gd name="connsiteY15" fmla="*/ 976784 h 5200575"/>
              <a:gd name="connsiteX16" fmla="*/ 2420908 w 4048838"/>
              <a:gd name="connsiteY16" fmla="*/ 1105811 h 5200575"/>
              <a:gd name="connsiteX17" fmla="*/ 2420907 w 4048838"/>
              <a:gd name="connsiteY17" fmla="*/ 1105810 h 5200575"/>
              <a:gd name="connsiteX18" fmla="*/ 2549934 w 4048838"/>
              <a:gd name="connsiteY18" fmla="*/ 976783 h 5200575"/>
              <a:gd name="connsiteX19" fmla="*/ 2549934 w 4048838"/>
              <a:gd name="connsiteY19" fmla="*/ 930045 h 5200575"/>
              <a:gd name="connsiteX20" fmla="*/ 2568603 w 4048838"/>
              <a:gd name="connsiteY20" fmla="*/ 897503 h 5200575"/>
              <a:gd name="connsiteX21" fmla="*/ 2645668 w 4048838"/>
              <a:gd name="connsiteY21" fmla="*/ 851059 h 5200575"/>
              <a:gd name="connsiteX22" fmla="*/ 2669148 w 4048838"/>
              <a:gd name="connsiteY22" fmla="*/ 848692 h 5200575"/>
              <a:gd name="connsiteX23" fmla="*/ 2669148 w 4048838"/>
              <a:gd name="connsiteY23" fmla="*/ 847954 h 5200575"/>
              <a:gd name="connsiteX24" fmla="*/ 2717218 w 4048838"/>
              <a:gd name="connsiteY24" fmla="*/ 838250 h 5200575"/>
              <a:gd name="connsiteX25" fmla="*/ 2796021 w 4048838"/>
              <a:gd name="connsiteY25" fmla="*/ 719362 h 5200575"/>
              <a:gd name="connsiteX26" fmla="*/ 2796021 w 4048838"/>
              <a:gd name="connsiteY26" fmla="*/ 605378 h 5200575"/>
              <a:gd name="connsiteX27" fmla="*/ 2804410 w 4048838"/>
              <a:gd name="connsiteY27" fmla="*/ 563828 h 5200575"/>
              <a:gd name="connsiteX28" fmla="*/ 2923297 w 4048838"/>
              <a:gd name="connsiteY28" fmla="*/ 485024 h 5200575"/>
              <a:gd name="connsiteX29" fmla="*/ 3042184 w 4048838"/>
              <a:gd name="connsiteY29" fmla="*/ 563828 h 5200575"/>
              <a:gd name="connsiteX30" fmla="*/ 3044374 w 4048838"/>
              <a:gd name="connsiteY30" fmla="*/ 574673 h 5200575"/>
              <a:gd name="connsiteX31" fmla="*/ 3044374 w 4048838"/>
              <a:gd name="connsiteY31" fmla="*/ 728076 h 5200575"/>
              <a:gd name="connsiteX32" fmla="*/ 3123177 w 4048838"/>
              <a:gd name="connsiteY32" fmla="*/ 846964 h 5200575"/>
              <a:gd name="connsiteX33" fmla="*/ 3171247 w 4048838"/>
              <a:gd name="connsiteY33" fmla="*/ 856668 h 5200575"/>
              <a:gd name="connsiteX34" fmla="*/ 3171247 w 4048838"/>
              <a:gd name="connsiteY34" fmla="*/ 857406 h 5200575"/>
              <a:gd name="connsiteX35" fmla="*/ 3194727 w 4048838"/>
              <a:gd name="connsiteY35" fmla="*/ 859773 h 5200575"/>
              <a:gd name="connsiteX36" fmla="*/ 3294455 w 4048838"/>
              <a:gd name="connsiteY36" fmla="*/ 945722 h 5200575"/>
              <a:gd name="connsiteX37" fmla="*/ 3296659 w 4048838"/>
              <a:gd name="connsiteY37" fmla="*/ 958212 h 5200575"/>
              <a:gd name="connsiteX38" fmla="*/ 3296659 w 4048838"/>
              <a:gd name="connsiteY38" fmla="*/ 1092120 h 5200575"/>
              <a:gd name="connsiteX39" fmla="*/ 3425686 w 4048838"/>
              <a:gd name="connsiteY39" fmla="*/ 1221147 h 5200575"/>
              <a:gd name="connsiteX40" fmla="*/ 3425685 w 4048838"/>
              <a:gd name="connsiteY40" fmla="*/ 1221146 h 5200575"/>
              <a:gd name="connsiteX41" fmla="*/ 3554712 w 4048838"/>
              <a:gd name="connsiteY41" fmla="*/ 1092119 h 5200575"/>
              <a:gd name="connsiteX42" fmla="*/ 3554712 w 4048838"/>
              <a:gd name="connsiteY42" fmla="*/ 726865 h 5200575"/>
              <a:gd name="connsiteX43" fmla="*/ 3556916 w 4048838"/>
              <a:gd name="connsiteY43" fmla="*/ 714375 h 5200575"/>
              <a:gd name="connsiteX44" fmla="*/ 3656645 w 4048838"/>
              <a:gd name="connsiteY44" fmla="*/ 628426 h 5200575"/>
              <a:gd name="connsiteX45" fmla="*/ 3680125 w 4048838"/>
              <a:gd name="connsiteY45" fmla="*/ 626059 h 5200575"/>
              <a:gd name="connsiteX46" fmla="*/ 3680125 w 4048838"/>
              <a:gd name="connsiteY46" fmla="*/ 625321 h 5200575"/>
              <a:gd name="connsiteX47" fmla="*/ 3728195 w 4048838"/>
              <a:gd name="connsiteY47" fmla="*/ 615617 h 5200575"/>
              <a:gd name="connsiteX48" fmla="*/ 3806998 w 4048838"/>
              <a:gd name="connsiteY48" fmla="*/ 496729 h 5200575"/>
              <a:gd name="connsiteX49" fmla="*/ 3806998 w 4048838"/>
              <a:gd name="connsiteY49" fmla="*/ 120354 h 5200575"/>
              <a:gd name="connsiteX50" fmla="*/ 3815387 w 4048838"/>
              <a:gd name="connsiteY50" fmla="*/ 78804 h 5200575"/>
              <a:gd name="connsiteX51" fmla="*/ 3934274 w 4048838"/>
              <a:gd name="connsiteY51" fmla="*/ 0 h 5200575"/>
              <a:gd name="connsiteX52" fmla="*/ 4033837 w 4048838"/>
              <a:gd name="connsiteY52" fmla="*/ 46954 h 5200575"/>
              <a:gd name="connsiteX53" fmla="*/ 4047851 w 4048838"/>
              <a:gd name="connsiteY53" fmla="*/ 70052 h 5200575"/>
              <a:gd name="connsiteX54" fmla="*/ 4047851 w 4048838"/>
              <a:gd name="connsiteY54" fmla="*/ 1915988 h 5200575"/>
              <a:gd name="connsiteX55" fmla="*/ 4048838 w 4048838"/>
              <a:gd name="connsiteY55" fmla="*/ 1915988 h 5200575"/>
              <a:gd name="connsiteX56" fmla="*/ 4048838 w 4048838"/>
              <a:gd name="connsiteY56" fmla="*/ 2992458 h 5200575"/>
              <a:gd name="connsiteX57" fmla="*/ 3970035 w 4048838"/>
              <a:gd name="connsiteY57" fmla="*/ 3111346 h 5200575"/>
              <a:gd name="connsiteX58" fmla="*/ 3921965 w 4048838"/>
              <a:gd name="connsiteY58" fmla="*/ 3121050 h 5200575"/>
              <a:gd name="connsiteX59" fmla="*/ 3921965 w 4048838"/>
              <a:gd name="connsiteY59" fmla="*/ 3121788 h 5200575"/>
              <a:gd name="connsiteX60" fmla="*/ 3898485 w 4048838"/>
              <a:gd name="connsiteY60" fmla="*/ 3124155 h 5200575"/>
              <a:gd name="connsiteX61" fmla="*/ 3821421 w 4048838"/>
              <a:gd name="connsiteY61" fmla="*/ 3170599 h 5200575"/>
              <a:gd name="connsiteX62" fmla="*/ 3800256 w 4048838"/>
              <a:gd name="connsiteY62" fmla="*/ 3207490 h 5200575"/>
              <a:gd name="connsiteX63" fmla="*/ 3800256 w 4048838"/>
              <a:gd name="connsiteY63" fmla="*/ 3270804 h 5200575"/>
              <a:gd name="connsiteX64" fmla="*/ 3721453 w 4048838"/>
              <a:gd name="connsiteY64" fmla="*/ 3389692 h 5200575"/>
              <a:gd name="connsiteX65" fmla="*/ 3673383 w 4048838"/>
              <a:gd name="connsiteY65" fmla="*/ 3399396 h 5200575"/>
              <a:gd name="connsiteX66" fmla="*/ 3673383 w 4048838"/>
              <a:gd name="connsiteY66" fmla="*/ 3400134 h 5200575"/>
              <a:gd name="connsiteX67" fmla="*/ 3649903 w 4048838"/>
              <a:gd name="connsiteY67" fmla="*/ 3402501 h 5200575"/>
              <a:gd name="connsiteX68" fmla="*/ 3550174 w 4048838"/>
              <a:gd name="connsiteY68" fmla="*/ 3488450 h 5200575"/>
              <a:gd name="connsiteX69" fmla="*/ 3550154 w 4048838"/>
              <a:gd name="connsiteY69" fmla="*/ 3488563 h 5200575"/>
              <a:gd name="connsiteX70" fmla="*/ 3550154 w 4048838"/>
              <a:gd name="connsiteY70" fmla="*/ 4048356 h 5200575"/>
              <a:gd name="connsiteX71" fmla="*/ 3471351 w 4048838"/>
              <a:gd name="connsiteY71" fmla="*/ 4167244 h 5200575"/>
              <a:gd name="connsiteX72" fmla="*/ 3423281 w 4048838"/>
              <a:gd name="connsiteY72" fmla="*/ 4176948 h 5200575"/>
              <a:gd name="connsiteX73" fmla="*/ 3423281 w 4048838"/>
              <a:gd name="connsiteY73" fmla="*/ 4177686 h 5200575"/>
              <a:gd name="connsiteX74" fmla="*/ 3399801 w 4048838"/>
              <a:gd name="connsiteY74" fmla="*/ 4180053 h 5200575"/>
              <a:gd name="connsiteX75" fmla="*/ 3300072 w 4048838"/>
              <a:gd name="connsiteY75" fmla="*/ 4266002 h 5200575"/>
              <a:gd name="connsiteX76" fmla="*/ 3299821 w 4048838"/>
              <a:gd name="connsiteY76" fmla="*/ 4267425 h 5200575"/>
              <a:gd name="connsiteX77" fmla="*/ 3299821 w 4048838"/>
              <a:gd name="connsiteY77" fmla="*/ 4535750 h 5200575"/>
              <a:gd name="connsiteX78" fmla="*/ 3170794 w 4048838"/>
              <a:gd name="connsiteY78" fmla="*/ 4664777 h 5200575"/>
              <a:gd name="connsiteX79" fmla="*/ 3170795 w 4048838"/>
              <a:gd name="connsiteY79" fmla="*/ 4664776 h 5200575"/>
              <a:gd name="connsiteX80" fmla="*/ 3041768 w 4048838"/>
              <a:gd name="connsiteY80" fmla="*/ 4535749 h 5200575"/>
              <a:gd name="connsiteX81" fmla="*/ 3041768 w 4048838"/>
              <a:gd name="connsiteY81" fmla="*/ 4255730 h 5200575"/>
              <a:gd name="connsiteX82" fmla="*/ 3039765 w 4048838"/>
              <a:gd name="connsiteY82" fmla="*/ 4244379 h 5200575"/>
              <a:gd name="connsiteX83" fmla="*/ 2940036 w 4048838"/>
              <a:gd name="connsiteY83" fmla="*/ 4158430 h 5200575"/>
              <a:gd name="connsiteX84" fmla="*/ 2916556 w 4048838"/>
              <a:gd name="connsiteY84" fmla="*/ 4156063 h 5200575"/>
              <a:gd name="connsiteX85" fmla="*/ 2916556 w 4048838"/>
              <a:gd name="connsiteY85" fmla="*/ 4155325 h 5200575"/>
              <a:gd name="connsiteX86" fmla="*/ 2868486 w 4048838"/>
              <a:gd name="connsiteY86" fmla="*/ 4145621 h 5200575"/>
              <a:gd name="connsiteX87" fmla="*/ 2789683 w 4048838"/>
              <a:gd name="connsiteY87" fmla="*/ 4026733 h 5200575"/>
              <a:gd name="connsiteX88" fmla="*/ 2789683 w 4048838"/>
              <a:gd name="connsiteY88" fmla="*/ 3936603 h 5200575"/>
              <a:gd name="connsiteX89" fmla="*/ 2781294 w 4048838"/>
              <a:gd name="connsiteY89" fmla="*/ 3895053 h 5200575"/>
              <a:gd name="connsiteX90" fmla="*/ 2662407 w 4048838"/>
              <a:gd name="connsiteY90" fmla="*/ 3816249 h 5200575"/>
              <a:gd name="connsiteX91" fmla="*/ 2543520 w 4048838"/>
              <a:gd name="connsiteY91" fmla="*/ 3895053 h 5200575"/>
              <a:gd name="connsiteX92" fmla="*/ 2541330 w 4048838"/>
              <a:gd name="connsiteY92" fmla="*/ 3905897 h 5200575"/>
              <a:gd name="connsiteX93" fmla="*/ 2541330 w 4048838"/>
              <a:gd name="connsiteY93" fmla="*/ 4146767 h 5200575"/>
              <a:gd name="connsiteX94" fmla="*/ 2462527 w 4048838"/>
              <a:gd name="connsiteY94" fmla="*/ 4265655 h 5200575"/>
              <a:gd name="connsiteX95" fmla="*/ 2414457 w 4048838"/>
              <a:gd name="connsiteY95" fmla="*/ 4275359 h 5200575"/>
              <a:gd name="connsiteX96" fmla="*/ 2414457 w 4048838"/>
              <a:gd name="connsiteY96" fmla="*/ 4276097 h 5200575"/>
              <a:gd name="connsiteX97" fmla="*/ 2390977 w 4048838"/>
              <a:gd name="connsiteY97" fmla="*/ 4278464 h 5200575"/>
              <a:gd name="connsiteX98" fmla="*/ 2291248 w 4048838"/>
              <a:gd name="connsiteY98" fmla="*/ 4364413 h 5200575"/>
              <a:gd name="connsiteX99" fmla="*/ 2290996 w 4048838"/>
              <a:gd name="connsiteY99" fmla="*/ 4365842 h 5200575"/>
              <a:gd name="connsiteX100" fmla="*/ 2290996 w 4048838"/>
              <a:gd name="connsiteY100" fmla="*/ 4470483 h 5200575"/>
              <a:gd name="connsiteX101" fmla="*/ 2161969 w 4048838"/>
              <a:gd name="connsiteY101" fmla="*/ 4599510 h 5200575"/>
              <a:gd name="connsiteX102" fmla="*/ 2161970 w 4048838"/>
              <a:gd name="connsiteY102" fmla="*/ 4599509 h 5200575"/>
              <a:gd name="connsiteX103" fmla="*/ 2032943 w 4048838"/>
              <a:gd name="connsiteY103" fmla="*/ 4470482 h 5200575"/>
              <a:gd name="connsiteX104" fmla="*/ 2032942 w 4048838"/>
              <a:gd name="connsiteY104" fmla="*/ 4487005 h 5200575"/>
              <a:gd name="connsiteX105" fmla="*/ 2022804 w 4048838"/>
              <a:gd name="connsiteY105" fmla="*/ 4436786 h 5200575"/>
              <a:gd name="connsiteX106" fmla="*/ 1903916 w 4048838"/>
              <a:gd name="connsiteY106" fmla="*/ 4357982 h 5200575"/>
              <a:gd name="connsiteX107" fmla="*/ 1785029 w 4048838"/>
              <a:gd name="connsiteY107" fmla="*/ 4436786 h 5200575"/>
              <a:gd name="connsiteX108" fmla="*/ 1775265 w 4048838"/>
              <a:gd name="connsiteY108" fmla="*/ 4485146 h 5200575"/>
              <a:gd name="connsiteX109" fmla="*/ 1775265 w 4048838"/>
              <a:gd name="connsiteY109" fmla="*/ 5071548 h 5200575"/>
              <a:gd name="connsiteX110" fmla="*/ 1646238 w 4048838"/>
              <a:gd name="connsiteY110" fmla="*/ 5200575 h 5200575"/>
              <a:gd name="connsiteX111" fmla="*/ 1646239 w 4048838"/>
              <a:gd name="connsiteY111" fmla="*/ 5200574 h 5200575"/>
              <a:gd name="connsiteX112" fmla="*/ 1517212 w 4048838"/>
              <a:gd name="connsiteY112" fmla="*/ 5071547 h 5200575"/>
              <a:gd name="connsiteX113" fmla="*/ 1517212 w 4048838"/>
              <a:gd name="connsiteY113" fmla="*/ 1915988 h 5200575"/>
              <a:gd name="connsiteX114" fmla="*/ 1517211 w 4048838"/>
              <a:gd name="connsiteY114" fmla="*/ 4174585 h 5200575"/>
              <a:gd name="connsiteX115" fmla="*/ 1507073 w 4048838"/>
              <a:gd name="connsiteY115" fmla="*/ 4124366 h 5200575"/>
              <a:gd name="connsiteX116" fmla="*/ 1388185 w 4048838"/>
              <a:gd name="connsiteY116" fmla="*/ 4045562 h 5200575"/>
              <a:gd name="connsiteX117" fmla="*/ 1269298 w 4048838"/>
              <a:gd name="connsiteY117" fmla="*/ 4124366 h 5200575"/>
              <a:gd name="connsiteX118" fmla="*/ 1265700 w 4048838"/>
              <a:gd name="connsiteY118" fmla="*/ 4142185 h 5200575"/>
              <a:gd name="connsiteX119" fmla="*/ 1265700 w 4048838"/>
              <a:gd name="connsiteY119" fmla="*/ 4451131 h 5200575"/>
              <a:gd name="connsiteX120" fmla="*/ 1136673 w 4048838"/>
              <a:gd name="connsiteY120" fmla="*/ 4580158 h 5200575"/>
              <a:gd name="connsiteX121" fmla="*/ 1136674 w 4048838"/>
              <a:gd name="connsiteY121" fmla="*/ 4580157 h 5200575"/>
              <a:gd name="connsiteX122" fmla="*/ 1007647 w 4048838"/>
              <a:gd name="connsiteY122" fmla="*/ 4451130 h 5200575"/>
              <a:gd name="connsiteX123" fmla="*/ 1007647 w 4048838"/>
              <a:gd name="connsiteY123" fmla="*/ 4404392 h 5200575"/>
              <a:gd name="connsiteX124" fmla="*/ 988978 w 4048838"/>
              <a:gd name="connsiteY124" fmla="*/ 4371850 h 5200575"/>
              <a:gd name="connsiteX125" fmla="*/ 911913 w 4048838"/>
              <a:gd name="connsiteY125" fmla="*/ 4325406 h 5200575"/>
              <a:gd name="connsiteX126" fmla="*/ 888433 w 4048838"/>
              <a:gd name="connsiteY126" fmla="*/ 4323039 h 5200575"/>
              <a:gd name="connsiteX127" fmla="*/ 888433 w 4048838"/>
              <a:gd name="connsiteY127" fmla="*/ 4322301 h 5200575"/>
              <a:gd name="connsiteX128" fmla="*/ 840363 w 4048838"/>
              <a:gd name="connsiteY128" fmla="*/ 4312597 h 5200575"/>
              <a:gd name="connsiteX129" fmla="*/ 761560 w 4048838"/>
              <a:gd name="connsiteY129" fmla="*/ 4193709 h 5200575"/>
              <a:gd name="connsiteX130" fmla="*/ 761560 w 4048838"/>
              <a:gd name="connsiteY130" fmla="*/ 4079725 h 5200575"/>
              <a:gd name="connsiteX131" fmla="*/ 753171 w 4048838"/>
              <a:gd name="connsiteY131" fmla="*/ 4038175 h 5200575"/>
              <a:gd name="connsiteX132" fmla="*/ 634284 w 4048838"/>
              <a:gd name="connsiteY132" fmla="*/ 3959371 h 5200575"/>
              <a:gd name="connsiteX133" fmla="*/ 515397 w 4048838"/>
              <a:gd name="connsiteY133" fmla="*/ 4038175 h 5200575"/>
              <a:gd name="connsiteX134" fmla="*/ 513207 w 4048838"/>
              <a:gd name="connsiteY134" fmla="*/ 4049020 h 5200575"/>
              <a:gd name="connsiteX135" fmla="*/ 513207 w 4048838"/>
              <a:gd name="connsiteY135" fmla="*/ 4202423 h 5200575"/>
              <a:gd name="connsiteX136" fmla="*/ 434404 w 4048838"/>
              <a:gd name="connsiteY136" fmla="*/ 4321311 h 5200575"/>
              <a:gd name="connsiteX137" fmla="*/ 386334 w 4048838"/>
              <a:gd name="connsiteY137" fmla="*/ 4331015 h 5200575"/>
              <a:gd name="connsiteX138" fmla="*/ 386334 w 4048838"/>
              <a:gd name="connsiteY138" fmla="*/ 4331753 h 5200575"/>
              <a:gd name="connsiteX139" fmla="*/ 362854 w 4048838"/>
              <a:gd name="connsiteY139" fmla="*/ 4334120 h 5200575"/>
              <a:gd name="connsiteX140" fmla="*/ 263125 w 4048838"/>
              <a:gd name="connsiteY140" fmla="*/ 4420069 h 5200575"/>
              <a:gd name="connsiteX141" fmla="*/ 260921 w 4048838"/>
              <a:gd name="connsiteY141" fmla="*/ 4432559 h 5200575"/>
              <a:gd name="connsiteX142" fmla="*/ 260921 w 4048838"/>
              <a:gd name="connsiteY142" fmla="*/ 4566467 h 5200575"/>
              <a:gd name="connsiteX143" fmla="*/ 131894 w 4048838"/>
              <a:gd name="connsiteY143" fmla="*/ 4695494 h 5200575"/>
              <a:gd name="connsiteX144" fmla="*/ 131895 w 4048838"/>
              <a:gd name="connsiteY144" fmla="*/ 4695493 h 5200575"/>
              <a:gd name="connsiteX145" fmla="*/ 2868 w 4048838"/>
              <a:gd name="connsiteY145" fmla="*/ 4566466 h 5200575"/>
              <a:gd name="connsiteX146" fmla="*/ 2868 w 4048838"/>
              <a:gd name="connsiteY146" fmla="*/ 4201212 h 5200575"/>
              <a:gd name="connsiteX147" fmla="*/ 664 w 4048838"/>
              <a:gd name="connsiteY147" fmla="*/ 4188722 h 5200575"/>
              <a:gd name="connsiteX148" fmla="*/ 0 w 4048838"/>
              <a:gd name="connsiteY148" fmla="*/ 4187443 h 5200575"/>
              <a:gd name="connsiteX149" fmla="*/ 0 w 4048838"/>
              <a:gd name="connsiteY149" fmla="*/ 693683 h 5200575"/>
              <a:gd name="connsiteX150" fmla="*/ 90123 w 4048838"/>
              <a:gd name="connsiteY150" fmla="*/ 693683 h 5200575"/>
              <a:gd name="connsiteX151" fmla="*/ 134300 w 4048838"/>
              <a:gd name="connsiteY151" fmla="*/ 702601 h 5200575"/>
              <a:gd name="connsiteX152" fmla="*/ 134300 w 4048838"/>
              <a:gd name="connsiteY152" fmla="*/ 703339 h 5200575"/>
              <a:gd name="connsiteX153" fmla="*/ 157780 w 4048838"/>
              <a:gd name="connsiteY153" fmla="*/ 705706 h 5200575"/>
              <a:gd name="connsiteX154" fmla="*/ 257509 w 4048838"/>
              <a:gd name="connsiteY154" fmla="*/ 791655 h 5200575"/>
              <a:gd name="connsiteX155" fmla="*/ 257760 w 4048838"/>
              <a:gd name="connsiteY155" fmla="*/ 793078 h 5200575"/>
              <a:gd name="connsiteX156" fmla="*/ 257760 w 4048838"/>
              <a:gd name="connsiteY156" fmla="*/ 1061403 h 5200575"/>
              <a:gd name="connsiteX157" fmla="*/ 386787 w 4048838"/>
              <a:gd name="connsiteY157" fmla="*/ 1190430 h 5200575"/>
              <a:gd name="connsiteX158" fmla="*/ 386786 w 4048838"/>
              <a:gd name="connsiteY158" fmla="*/ 1190429 h 5200575"/>
              <a:gd name="connsiteX159" fmla="*/ 515813 w 4048838"/>
              <a:gd name="connsiteY159" fmla="*/ 1061402 h 5200575"/>
              <a:gd name="connsiteX160" fmla="*/ 515813 w 4048838"/>
              <a:gd name="connsiteY160" fmla="*/ 781383 h 5200575"/>
              <a:gd name="connsiteX161" fmla="*/ 517816 w 4048838"/>
              <a:gd name="connsiteY161" fmla="*/ 770032 h 5200575"/>
              <a:gd name="connsiteX162" fmla="*/ 617545 w 4048838"/>
              <a:gd name="connsiteY162" fmla="*/ 684083 h 5200575"/>
              <a:gd name="connsiteX163" fmla="*/ 641025 w 4048838"/>
              <a:gd name="connsiteY163" fmla="*/ 681716 h 5200575"/>
              <a:gd name="connsiteX164" fmla="*/ 641025 w 4048838"/>
              <a:gd name="connsiteY164" fmla="*/ 680978 h 5200575"/>
              <a:gd name="connsiteX165" fmla="*/ 689095 w 4048838"/>
              <a:gd name="connsiteY165" fmla="*/ 671274 h 5200575"/>
              <a:gd name="connsiteX166" fmla="*/ 767898 w 4048838"/>
              <a:gd name="connsiteY166" fmla="*/ 552386 h 5200575"/>
              <a:gd name="connsiteX167" fmla="*/ 767898 w 4048838"/>
              <a:gd name="connsiteY167" fmla="*/ 462256 h 5200575"/>
              <a:gd name="connsiteX168" fmla="*/ 776287 w 4048838"/>
              <a:gd name="connsiteY168" fmla="*/ 420706 h 5200575"/>
              <a:gd name="connsiteX169" fmla="*/ 895174 w 4048838"/>
              <a:gd name="connsiteY169" fmla="*/ 341902 h 5200575"/>
              <a:gd name="connsiteX170" fmla="*/ 1014061 w 4048838"/>
              <a:gd name="connsiteY170" fmla="*/ 420706 h 5200575"/>
              <a:gd name="connsiteX171" fmla="*/ 1016251 w 4048838"/>
              <a:gd name="connsiteY171" fmla="*/ 431550 h 5200575"/>
              <a:gd name="connsiteX172" fmla="*/ 1016251 w 4048838"/>
              <a:gd name="connsiteY172" fmla="*/ 672420 h 5200575"/>
              <a:gd name="connsiteX173" fmla="*/ 1095054 w 4048838"/>
              <a:gd name="connsiteY173" fmla="*/ 791308 h 5200575"/>
              <a:gd name="connsiteX174" fmla="*/ 1143124 w 4048838"/>
              <a:gd name="connsiteY174" fmla="*/ 801012 h 5200575"/>
              <a:gd name="connsiteX175" fmla="*/ 1143124 w 4048838"/>
              <a:gd name="connsiteY175" fmla="*/ 801750 h 5200575"/>
              <a:gd name="connsiteX176" fmla="*/ 1166604 w 4048838"/>
              <a:gd name="connsiteY176" fmla="*/ 804117 h 5200575"/>
              <a:gd name="connsiteX177" fmla="*/ 1266333 w 4048838"/>
              <a:gd name="connsiteY177" fmla="*/ 890066 h 5200575"/>
              <a:gd name="connsiteX178" fmla="*/ 1266585 w 4048838"/>
              <a:gd name="connsiteY178" fmla="*/ 891495 h 5200575"/>
              <a:gd name="connsiteX179" fmla="*/ 1266585 w 4048838"/>
              <a:gd name="connsiteY179" fmla="*/ 996136 h 5200575"/>
              <a:gd name="connsiteX180" fmla="*/ 1395612 w 4048838"/>
              <a:gd name="connsiteY180" fmla="*/ 1125163 h 5200575"/>
              <a:gd name="connsiteX181" fmla="*/ 1395611 w 4048838"/>
              <a:gd name="connsiteY181" fmla="*/ 1125162 h 5200575"/>
              <a:gd name="connsiteX182" fmla="*/ 1524638 w 4048838"/>
              <a:gd name="connsiteY182" fmla="*/ 996135 h 5200575"/>
              <a:gd name="connsiteX0" fmla="*/ 1524638 w 4048838"/>
              <a:gd name="connsiteY0" fmla="*/ 996135 h 5200575"/>
              <a:gd name="connsiteX1" fmla="*/ 1524639 w 4048838"/>
              <a:gd name="connsiteY1" fmla="*/ 1012658 h 5200575"/>
              <a:gd name="connsiteX2" fmla="*/ 1534777 w 4048838"/>
              <a:gd name="connsiteY2" fmla="*/ 962439 h 5200575"/>
              <a:gd name="connsiteX3" fmla="*/ 1653665 w 4048838"/>
              <a:gd name="connsiteY3" fmla="*/ 883635 h 5200575"/>
              <a:gd name="connsiteX4" fmla="*/ 1772552 w 4048838"/>
              <a:gd name="connsiteY4" fmla="*/ 962439 h 5200575"/>
              <a:gd name="connsiteX5" fmla="*/ 1782316 w 4048838"/>
              <a:gd name="connsiteY5" fmla="*/ 1010799 h 5200575"/>
              <a:gd name="connsiteX6" fmla="*/ 1782316 w 4048838"/>
              <a:gd name="connsiteY6" fmla="*/ 1597201 h 5200575"/>
              <a:gd name="connsiteX7" fmla="*/ 1911343 w 4048838"/>
              <a:gd name="connsiteY7" fmla="*/ 1726228 h 5200575"/>
              <a:gd name="connsiteX8" fmla="*/ 1911342 w 4048838"/>
              <a:gd name="connsiteY8" fmla="*/ 1726227 h 5200575"/>
              <a:gd name="connsiteX9" fmla="*/ 2040369 w 4048838"/>
              <a:gd name="connsiteY9" fmla="*/ 1597200 h 5200575"/>
              <a:gd name="connsiteX10" fmla="*/ 2040370 w 4048838"/>
              <a:gd name="connsiteY10" fmla="*/ 700238 h 5200575"/>
              <a:gd name="connsiteX11" fmla="*/ 2050508 w 4048838"/>
              <a:gd name="connsiteY11" fmla="*/ 650019 h 5200575"/>
              <a:gd name="connsiteX12" fmla="*/ 2169396 w 4048838"/>
              <a:gd name="connsiteY12" fmla="*/ 571215 h 5200575"/>
              <a:gd name="connsiteX13" fmla="*/ 2288283 w 4048838"/>
              <a:gd name="connsiteY13" fmla="*/ 650019 h 5200575"/>
              <a:gd name="connsiteX14" fmla="*/ 2291881 w 4048838"/>
              <a:gd name="connsiteY14" fmla="*/ 667838 h 5200575"/>
              <a:gd name="connsiteX15" fmla="*/ 2291881 w 4048838"/>
              <a:gd name="connsiteY15" fmla="*/ 976784 h 5200575"/>
              <a:gd name="connsiteX16" fmla="*/ 2420908 w 4048838"/>
              <a:gd name="connsiteY16" fmla="*/ 1105811 h 5200575"/>
              <a:gd name="connsiteX17" fmla="*/ 2420907 w 4048838"/>
              <a:gd name="connsiteY17" fmla="*/ 1105810 h 5200575"/>
              <a:gd name="connsiteX18" fmla="*/ 2549934 w 4048838"/>
              <a:gd name="connsiteY18" fmla="*/ 976783 h 5200575"/>
              <a:gd name="connsiteX19" fmla="*/ 2549934 w 4048838"/>
              <a:gd name="connsiteY19" fmla="*/ 930045 h 5200575"/>
              <a:gd name="connsiteX20" fmla="*/ 2568603 w 4048838"/>
              <a:gd name="connsiteY20" fmla="*/ 897503 h 5200575"/>
              <a:gd name="connsiteX21" fmla="*/ 2645668 w 4048838"/>
              <a:gd name="connsiteY21" fmla="*/ 851059 h 5200575"/>
              <a:gd name="connsiteX22" fmla="*/ 2669148 w 4048838"/>
              <a:gd name="connsiteY22" fmla="*/ 848692 h 5200575"/>
              <a:gd name="connsiteX23" fmla="*/ 2669148 w 4048838"/>
              <a:gd name="connsiteY23" fmla="*/ 847954 h 5200575"/>
              <a:gd name="connsiteX24" fmla="*/ 2717218 w 4048838"/>
              <a:gd name="connsiteY24" fmla="*/ 838250 h 5200575"/>
              <a:gd name="connsiteX25" fmla="*/ 2796021 w 4048838"/>
              <a:gd name="connsiteY25" fmla="*/ 719362 h 5200575"/>
              <a:gd name="connsiteX26" fmla="*/ 2796021 w 4048838"/>
              <a:gd name="connsiteY26" fmla="*/ 605378 h 5200575"/>
              <a:gd name="connsiteX27" fmla="*/ 2804410 w 4048838"/>
              <a:gd name="connsiteY27" fmla="*/ 563828 h 5200575"/>
              <a:gd name="connsiteX28" fmla="*/ 2923297 w 4048838"/>
              <a:gd name="connsiteY28" fmla="*/ 485024 h 5200575"/>
              <a:gd name="connsiteX29" fmla="*/ 3042184 w 4048838"/>
              <a:gd name="connsiteY29" fmla="*/ 563828 h 5200575"/>
              <a:gd name="connsiteX30" fmla="*/ 3044374 w 4048838"/>
              <a:gd name="connsiteY30" fmla="*/ 574673 h 5200575"/>
              <a:gd name="connsiteX31" fmla="*/ 3044374 w 4048838"/>
              <a:gd name="connsiteY31" fmla="*/ 728076 h 5200575"/>
              <a:gd name="connsiteX32" fmla="*/ 3123177 w 4048838"/>
              <a:gd name="connsiteY32" fmla="*/ 846964 h 5200575"/>
              <a:gd name="connsiteX33" fmla="*/ 3171247 w 4048838"/>
              <a:gd name="connsiteY33" fmla="*/ 856668 h 5200575"/>
              <a:gd name="connsiteX34" fmla="*/ 3171247 w 4048838"/>
              <a:gd name="connsiteY34" fmla="*/ 857406 h 5200575"/>
              <a:gd name="connsiteX35" fmla="*/ 3194727 w 4048838"/>
              <a:gd name="connsiteY35" fmla="*/ 859773 h 5200575"/>
              <a:gd name="connsiteX36" fmla="*/ 3294455 w 4048838"/>
              <a:gd name="connsiteY36" fmla="*/ 945722 h 5200575"/>
              <a:gd name="connsiteX37" fmla="*/ 3296659 w 4048838"/>
              <a:gd name="connsiteY37" fmla="*/ 958212 h 5200575"/>
              <a:gd name="connsiteX38" fmla="*/ 3296659 w 4048838"/>
              <a:gd name="connsiteY38" fmla="*/ 1092120 h 5200575"/>
              <a:gd name="connsiteX39" fmla="*/ 3425686 w 4048838"/>
              <a:gd name="connsiteY39" fmla="*/ 1221147 h 5200575"/>
              <a:gd name="connsiteX40" fmla="*/ 3425685 w 4048838"/>
              <a:gd name="connsiteY40" fmla="*/ 1221146 h 5200575"/>
              <a:gd name="connsiteX41" fmla="*/ 3554712 w 4048838"/>
              <a:gd name="connsiteY41" fmla="*/ 1092119 h 5200575"/>
              <a:gd name="connsiteX42" fmla="*/ 3554712 w 4048838"/>
              <a:gd name="connsiteY42" fmla="*/ 726865 h 5200575"/>
              <a:gd name="connsiteX43" fmla="*/ 3556916 w 4048838"/>
              <a:gd name="connsiteY43" fmla="*/ 714375 h 5200575"/>
              <a:gd name="connsiteX44" fmla="*/ 3656645 w 4048838"/>
              <a:gd name="connsiteY44" fmla="*/ 628426 h 5200575"/>
              <a:gd name="connsiteX45" fmla="*/ 3680125 w 4048838"/>
              <a:gd name="connsiteY45" fmla="*/ 626059 h 5200575"/>
              <a:gd name="connsiteX46" fmla="*/ 3680125 w 4048838"/>
              <a:gd name="connsiteY46" fmla="*/ 625321 h 5200575"/>
              <a:gd name="connsiteX47" fmla="*/ 3728195 w 4048838"/>
              <a:gd name="connsiteY47" fmla="*/ 615617 h 5200575"/>
              <a:gd name="connsiteX48" fmla="*/ 3806998 w 4048838"/>
              <a:gd name="connsiteY48" fmla="*/ 496729 h 5200575"/>
              <a:gd name="connsiteX49" fmla="*/ 3806998 w 4048838"/>
              <a:gd name="connsiteY49" fmla="*/ 120354 h 5200575"/>
              <a:gd name="connsiteX50" fmla="*/ 3815387 w 4048838"/>
              <a:gd name="connsiteY50" fmla="*/ 78804 h 5200575"/>
              <a:gd name="connsiteX51" fmla="*/ 3934274 w 4048838"/>
              <a:gd name="connsiteY51" fmla="*/ 0 h 5200575"/>
              <a:gd name="connsiteX52" fmla="*/ 4033837 w 4048838"/>
              <a:gd name="connsiteY52" fmla="*/ 46954 h 5200575"/>
              <a:gd name="connsiteX53" fmla="*/ 4047851 w 4048838"/>
              <a:gd name="connsiteY53" fmla="*/ 70052 h 5200575"/>
              <a:gd name="connsiteX54" fmla="*/ 4047851 w 4048838"/>
              <a:gd name="connsiteY54" fmla="*/ 1915988 h 5200575"/>
              <a:gd name="connsiteX55" fmla="*/ 4048838 w 4048838"/>
              <a:gd name="connsiteY55" fmla="*/ 1915988 h 5200575"/>
              <a:gd name="connsiteX56" fmla="*/ 4048838 w 4048838"/>
              <a:gd name="connsiteY56" fmla="*/ 2992458 h 5200575"/>
              <a:gd name="connsiteX57" fmla="*/ 3970035 w 4048838"/>
              <a:gd name="connsiteY57" fmla="*/ 3111346 h 5200575"/>
              <a:gd name="connsiteX58" fmla="*/ 3921965 w 4048838"/>
              <a:gd name="connsiteY58" fmla="*/ 3121050 h 5200575"/>
              <a:gd name="connsiteX59" fmla="*/ 3921965 w 4048838"/>
              <a:gd name="connsiteY59" fmla="*/ 3121788 h 5200575"/>
              <a:gd name="connsiteX60" fmla="*/ 3898485 w 4048838"/>
              <a:gd name="connsiteY60" fmla="*/ 3124155 h 5200575"/>
              <a:gd name="connsiteX61" fmla="*/ 3821421 w 4048838"/>
              <a:gd name="connsiteY61" fmla="*/ 3170599 h 5200575"/>
              <a:gd name="connsiteX62" fmla="*/ 3800256 w 4048838"/>
              <a:gd name="connsiteY62" fmla="*/ 3207490 h 5200575"/>
              <a:gd name="connsiteX63" fmla="*/ 3800256 w 4048838"/>
              <a:gd name="connsiteY63" fmla="*/ 3270804 h 5200575"/>
              <a:gd name="connsiteX64" fmla="*/ 3721453 w 4048838"/>
              <a:gd name="connsiteY64" fmla="*/ 3389692 h 5200575"/>
              <a:gd name="connsiteX65" fmla="*/ 3673383 w 4048838"/>
              <a:gd name="connsiteY65" fmla="*/ 3399396 h 5200575"/>
              <a:gd name="connsiteX66" fmla="*/ 3673383 w 4048838"/>
              <a:gd name="connsiteY66" fmla="*/ 3400134 h 5200575"/>
              <a:gd name="connsiteX67" fmla="*/ 3649903 w 4048838"/>
              <a:gd name="connsiteY67" fmla="*/ 3402501 h 5200575"/>
              <a:gd name="connsiteX68" fmla="*/ 3550174 w 4048838"/>
              <a:gd name="connsiteY68" fmla="*/ 3488450 h 5200575"/>
              <a:gd name="connsiteX69" fmla="*/ 3550154 w 4048838"/>
              <a:gd name="connsiteY69" fmla="*/ 3488563 h 5200575"/>
              <a:gd name="connsiteX70" fmla="*/ 3550154 w 4048838"/>
              <a:gd name="connsiteY70" fmla="*/ 4048356 h 5200575"/>
              <a:gd name="connsiteX71" fmla="*/ 3471351 w 4048838"/>
              <a:gd name="connsiteY71" fmla="*/ 4167244 h 5200575"/>
              <a:gd name="connsiteX72" fmla="*/ 3423281 w 4048838"/>
              <a:gd name="connsiteY72" fmla="*/ 4176948 h 5200575"/>
              <a:gd name="connsiteX73" fmla="*/ 3423281 w 4048838"/>
              <a:gd name="connsiteY73" fmla="*/ 4177686 h 5200575"/>
              <a:gd name="connsiteX74" fmla="*/ 3399801 w 4048838"/>
              <a:gd name="connsiteY74" fmla="*/ 4180053 h 5200575"/>
              <a:gd name="connsiteX75" fmla="*/ 3300072 w 4048838"/>
              <a:gd name="connsiteY75" fmla="*/ 4266002 h 5200575"/>
              <a:gd name="connsiteX76" fmla="*/ 3299821 w 4048838"/>
              <a:gd name="connsiteY76" fmla="*/ 4267425 h 5200575"/>
              <a:gd name="connsiteX77" fmla="*/ 3299821 w 4048838"/>
              <a:gd name="connsiteY77" fmla="*/ 4535750 h 5200575"/>
              <a:gd name="connsiteX78" fmla="*/ 3170794 w 4048838"/>
              <a:gd name="connsiteY78" fmla="*/ 4664777 h 5200575"/>
              <a:gd name="connsiteX79" fmla="*/ 3170795 w 4048838"/>
              <a:gd name="connsiteY79" fmla="*/ 4664776 h 5200575"/>
              <a:gd name="connsiteX80" fmla="*/ 3041768 w 4048838"/>
              <a:gd name="connsiteY80" fmla="*/ 4535749 h 5200575"/>
              <a:gd name="connsiteX81" fmla="*/ 3041768 w 4048838"/>
              <a:gd name="connsiteY81" fmla="*/ 4255730 h 5200575"/>
              <a:gd name="connsiteX82" fmla="*/ 3039765 w 4048838"/>
              <a:gd name="connsiteY82" fmla="*/ 4244379 h 5200575"/>
              <a:gd name="connsiteX83" fmla="*/ 2940036 w 4048838"/>
              <a:gd name="connsiteY83" fmla="*/ 4158430 h 5200575"/>
              <a:gd name="connsiteX84" fmla="*/ 2916556 w 4048838"/>
              <a:gd name="connsiteY84" fmla="*/ 4156063 h 5200575"/>
              <a:gd name="connsiteX85" fmla="*/ 2916556 w 4048838"/>
              <a:gd name="connsiteY85" fmla="*/ 4155325 h 5200575"/>
              <a:gd name="connsiteX86" fmla="*/ 2868486 w 4048838"/>
              <a:gd name="connsiteY86" fmla="*/ 4145621 h 5200575"/>
              <a:gd name="connsiteX87" fmla="*/ 2789683 w 4048838"/>
              <a:gd name="connsiteY87" fmla="*/ 4026733 h 5200575"/>
              <a:gd name="connsiteX88" fmla="*/ 2789683 w 4048838"/>
              <a:gd name="connsiteY88" fmla="*/ 3936603 h 5200575"/>
              <a:gd name="connsiteX89" fmla="*/ 2781294 w 4048838"/>
              <a:gd name="connsiteY89" fmla="*/ 3895053 h 5200575"/>
              <a:gd name="connsiteX90" fmla="*/ 2662407 w 4048838"/>
              <a:gd name="connsiteY90" fmla="*/ 3816249 h 5200575"/>
              <a:gd name="connsiteX91" fmla="*/ 2543520 w 4048838"/>
              <a:gd name="connsiteY91" fmla="*/ 3895053 h 5200575"/>
              <a:gd name="connsiteX92" fmla="*/ 2541330 w 4048838"/>
              <a:gd name="connsiteY92" fmla="*/ 3905897 h 5200575"/>
              <a:gd name="connsiteX93" fmla="*/ 2541330 w 4048838"/>
              <a:gd name="connsiteY93" fmla="*/ 4146767 h 5200575"/>
              <a:gd name="connsiteX94" fmla="*/ 2462527 w 4048838"/>
              <a:gd name="connsiteY94" fmla="*/ 4265655 h 5200575"/>
              <a:gd name="connsiteX95" fmla="*/ 2414457 w 4048838"/>
              <a:gd name="connsiteY95" fmla="*/ 4275359 h 5200575"/>
              <a:gd name="connsiteX96" fmla="*/ 2414457 w 4048838"/>
              <a:gd name="connsiteY96" fmla="*/ 4276097 h 5200575"/>
              <a:gd name="connsiteX97" fmla="*/ 2390977 w 4048838"/>
              <a:gd name="connsiteY97" fmla="*/ 4278464 h 5200575"/>
              <a:gd name="connsiteX98" fmla="*/ 2291248 w 4048838"/>
              <a:gd name="connsiteY98" fmla="*/ 4364413 h 5200575"/>
              <a:gd name="connsiteX99" fmla="*/ 2290996 w 4048838"/>
              <a:gd name="connsiteY99" fmla="*/ 4365842 h 5200575"/>
              <a:gd name="connsiteX100" fmla="*/ 2290996 w 4048838"/>
              <a:gd name="connsiteY100" fmla="*/ 4470483 h 5200575"/>
              <a:gd name="connsiteX101" fmla="*/ 2161969 w 4048838"/>
              <a:gd name="connsiteY101" fmla="*/ 4599510 h 5200575"/>
              <a:gd name="connsiteX102" fmla="*/ 2161970 w 4048838"/>
              <a:gd name="connsiteY102" fmla="*/ 4599509 h 5200575"/>
              <a:gd name="connsiteX103" fmla="*/ 2032943 w 4048838"/>
              <a:gd name="connsiteY103" fmla="*/ 4470482 h 5200575"/>
              <a:gd name="connsiteX104" fmla="*/ 2032942 w 4048838"/>
              <a:gd name="connsiteY104" fmla="*/ 4487005 h 5200575"/>
              <a:gd name="connsiteX105" fmla="*/ 2022804 w 4048838"/>
              <a:gd name="connsiteY105" fmla="*/ 4436786 h 5200575"/>
              <a:gd name="connsiteX106" fmla="*/ 1903916 w 4048838"/>
              <a:gd name="connsiteY106" fmla="*/ 4357982 h 5200575"/>
              <a:gd name="connsiteX107" fmla="*/ 1785029 w 4048838"/>
              <a:gd name="connsiteY107" fmla="*/ 4436786 h 5200575"/>
              <a:gd name="connsiteX108" fmla="*/ 1775265 w 4048838"/>
              <a:gd name="connsiteY108" fmla="*/ 4485146 h 5200575"/>
              <a:gd name="connsiteX109" fmla="*/ 1775265 w 4048838"/>
              <a:gd name="connsiteY109" fmla="*/ 5071548 h 5200575"/>
              <a:gd name="connsiteX110" fmla="*/ 1646238 w 4048838"/>
              <a:gd name="connsiteY110" fmla="*/ 5200575 h 5200575"/>
              <a:gd name="connsiteX111" fmla="*/ 1646239 w 4048838"/>
              <a:gd name="connsiteY111" fmla="*/ 5200574 h 5200575"/>
              <a:gd name="connsiteX112" fmla="*/ 1517212 w 4048838"/>
              <a:gd name="connsiteY112" fmla="*/ 5071547 h 5200575"/>
              <a:gd name="connsiteX113" fmla="*/ 1517211 w 4048838"/>
              <a:gd name="connsiteY113" fmla="*/ 4174585 h 5200575"/>
              <a:gd name="connsiteX114" fmla="*/ 1507073 w 4048838"/>
              <a:gd name="connsiteY114" fmla="*/ 4124366 h 5200575"/>
              <a:gd name="connsiteX115" fmla="*/ 1388185 w 4048838"/>
              <a:gd name="connsiteY115" fmla="*/ 4045562 h 5200575"/>
              <a:gd name="connsiteX116" fmla="*/ 1269298 w 4048838"/>
              <a:gd name="connsiteY116" fmla="*/ 4124366 h 5200575"/>
              <a:gd name="connsiteX117" fmla="*/ 1265700 w 4048838"/>
              <a:gd name="connsiteY117" fmla="*/ 4142185 h 5200575"/>
              <a:gd name="connsiteX118" fmla="*/ 1265700 w 4048838"/>
              <a:gd name="connsiteY118" fmla="*/ 4451131 h 5200575"/>
              <a:gd name="connsiteX119" fmla="*/ 1136673 w 4048838"/>
              <a:gd name="connsiteY119" fmla="*/ 4580158 h 5200575"/>
              <a:gd name="connsiteX120" fmla="*/ 1136674 w 4048838"/>
              <a:gd name="connsiteY120" fmla="*/ 4580157 h 5200575"/>
              <a:gd name="connsiteX121" fmla="*/ 1007647 w 4048838"/>
              <a:gd name="connsiteY121" fmla="*/ 4451130 h 5200575"/>
              <a:gd name="connsiteX122" fmla="*/ 1007647 w 4048838"/>
              <a:gd name="connsiteY122" fmla="*/ 4404392 h 5200575"/>
              <a:gd name="connsiteX123" fmla="*/ 988978 w 4048838"/>
              <a:gd name="connsiteY123" fmla="*/ 4371850 h 5200575"/>
              <a:gd name="connsiteX124" fmla="*/ 911913 w 4048838"/>
              <a:gd name="connsiteY124" fmla="*/ 4325406 h 5200575"/>
              <a:gd name="connsiteX125" fmla="*/ 888433 w 4048838"/>
              <a:gd name="connsiteY125" fmla="*/ 4323039 h 5200575"/>
              <a:gd name="connsiteX126" fmla="*/ 888433 w 4048838"/>
              <a:gd name="connsiteY126" fmla="*/ 4322301 h 5200575"/>
              <a:gd name="connsiteX127" fmla="*/ 840363 w 4048838"/>
              <a:gd name="connsiteY127" fmla="*/ 4312597 h 5200575"/>
              <a:gd name="connsiteX128" fmla="*/ 761560 w 4048838"/>
              <a:gd name="connsiteY128" fmla="*/ 4193709 h 5200575"/>
              <a:gd name="connsiteX129" fmla="*/ 761560 w 4048838"/>
              <a:gd name="connsiteY129" fmla="*/ 4079725 h 5200575"/>
              <a:gd name="connsiteX130" fmla="*/ 753171 w 4048838"/>
              <a:gd name="connsiteY130" fmla="*/ 4038175 h 5200575"/>
              <a:gd name="connsiteX131" fmla="*/ 634284 w 4048838"/>
              <a:gd name="connsiteY131" fmla="*/ 3959371 h 5200575"/>
              <a:gd name="connsiteX132" fmla="*/ 515397 w 4048838"/>
              <a:gd name="connsiteY132" fmla="*/ 4038175 h 5200575"/>
              <a:gd name="connsiteX133" fmla="*/ 513207 w 4048838"/>
              <a:gd name="connsiteY133" fmla="*/ 4049020 h 5200575"/>
              <a:gd name="connsiteX134" fmla="*/ 513207 w 4048838"/>
              <a:gd name="connsiteY134" fmla="*/ 4202423 h 5200575"/>
              <a:gd name="connsiteX135" fmla="*/ 434404 w 4048838"/>
              <a:gd name="connsiteY135" fmla="*/ 4321311 h 5200575"/>
              <a:gd name="connsiteX136" fmla="*/ 386334 w 4048838"/>
              <a:gd name="connsiteY136" fmla="*/ 4331015 h 5200575"/>
              <a:gd name="connsiteX137" fmla="*/ 386334 w 4048838"/>
              <a:gd name="connsiteY137" fmla="*/ 4331753 h 5200575"/>
              <a:gd name="connsiteX138" fmla="*/ 362854 w 4048838"/>
              <a:gd name="connsiteY138" fmla="*/ 4334120 h 5200575"/>
              <a:gd name="connsiteX139" fmla="*/ 263125 w 4048838"/>
              <a:gd name="connsiteY139" fmla="*/ 4420069 h 5200575"/>
              <a:gd name="connsiteX140" fmla="*/ 260921 w 4048838"/>
              <a:gd name="connsiteY140" fmla="*/ 4432559 h 5200575"/>
              <a:gd name="connsiteX141" fmla="*/ 260921 w 4048838"/>
              <a:gd name="connsiteY141" fmla="*/ 4566467 h 5200575"/>
              <a:gd name="connsiteX142" fmla="*/ 131894 w 4048838"/>
              <a:gd name="connsiteY142" fmla="*/ 4695494 h 5200575"/>
              <a:gd name="connsiteX143" fmla="*/ 131895 w 4048838"/>
              <a:gd name="connsiteY143" fmla="*/ 4695493 h 5200575"/>
              <a:gd name="connsiteX144" fmla="*/ 2868 w 4048838"/>
              <a:gd name="connsiteY144" fmla="*/ 4566466 h 5200575"/>
              <a:gd name="connsiteX145" fmla="*/ 2868 w 4048838"/>
              <a:gd name="connsiteY145" fmla="*/ 4201212 h 5200575"/>
              <a:gd name="connsiteX146" fmla="*/ 664 w 4048838"/>
              <a:gd name="connsiteY146" fmla="*/ 4188722 h 5200575"/>
              <a:gd name="connsiteX147" fmla="*/ 0 w 4048838"/>
              <a:gd name="connsiteY147" fmla="*/ 4187443 h 5200575"/>
              <a:gd name="connsiteX148" fmla="*/ 0 w 4048838"/>
              <a:gd name="connsiteY148" fmla="*/ 693683 h 5200575"/>
              <a:gd name="connsiteX149" fmla="*/ 90123 w 4048838"/>
              <a:gd name="connsiteY149" fmla="*/ 693683 h 5200575"/>
              <a:gd name="connsiteX150" fmla="*/ 134300 w 4048838"/>
              <a:gd name="connsiteY150" fmla="*/ 702601 h 5200575"/>
              <a:gd name="connsiteX151" fmla="*/ 134300 w 4048838"/>
              <a:gd name="connsiteY151" fmla="*/ 703339 h 5200575"/>
              <a:gd name="connsiteX152" fmla="*/ 157780 w 4048838"/>
              <a:gd name="connsiteY152" fmla="*/ 705706 h 5200575"/>
              <a:gd name="connsiteX153" fmla="*/ 257509 w 4048838"/>
              <a:gd name="connsiteY153" fmla="*/ 791655 h 5200575"/>
              <a:gd name="connsiteX154" fmla="*/ 257760 w 4048838"/>
              <a:gd name="connsiteY154" fmla="*/ 793078 h 5200575"/>
              <a:gd name="connsiteX155" fmla="*/ 257760 w 4048838"/>
              <a:gd name="connsiteY155" fmla="*/ 1061403 h 5200575"/>
              <a:gd name="connsiteX156" fmla="*/ 386787 w 4048838"/>
              <a:gd name="connsiteY156" fmla="*/ 1190430 h 5200575"/>
              <a:gd name="connsiteX157" fmla="*/ 386786 w 4048838"/>
              <a:gd name="connsiteY157" fmla="*/ 1190429 h 5200575"/>
              <a:gd name="connsiteX158" fmla="*/ 515813 w 4048838"/>
              <a:gd name="connsiteY158" fmla="*/ 1061402 h 5200575"/>
              <a:gd name="connsiteX159" fmla="*/ 515813 w 4048838"/>
              <a:gd name="connsiteY159" fmla="*/ 781383 h 5200575"/>
              <a:gd name="connsiteX160" fmla="*/ 517816 w 4048838"/>
              <a:gd name="connsiteY160" fmla="*/ 770032 h 5200575"/>
              <a:gd name="connsiteX161" fmla="*/ 617545 w 4048838"/>
              <a:gd name="connsiteY161" fmla="*/ 684083 h 5200575"/>
              <a:gd name="connsiteX162" fmla="*/ 641025 w 4048838"/>
              <a:gd name="connsiteY162" fmla="*/ 681716 h 5200575"/>
              <a:gd name="connsiteX163" fmla="*/ 641025 w 4048838"/>
              <a:gd name="connsiteY163" fmla="*/ 680978 h 5200575"/>
              <a:gd name="connsiteX164" fmla="*/ 689095 w 4048838"/>
              <a:gd name="connsiteY164" fmla="*/ 671274 h 5200575"/>
              <a:gd name="connsiteX165" fmla="*/ 767898 w 4048838"/>
              <a:gd name="connsiteY165" fmla="*/ 552386 h 5200575"/>
              <a:gd name="connsiteX166" fmla="*/ 767898 w 4048838"/>
              <a:gd name="connsiteY166" fmla="*/ 462256 h 5200575"/>
              <a:gd name="connsiteX167" fmla="*/ 776287 w 4048838"/>
              <a:gd name="connsiteY167" fmla="*/ 420706 h 5200575"/>
              <a:gd name="connsiteX168" fmla="*/ 895174 w 4048838"/>
              <a:gd name="connsiteY168" fmla="*/ 341902 h 5200575"/>
              <a:gd name="connsiteX169" fmla="*/ 1014061 w 4048838"/>
              <a:gd name="connsiteY169" fmla="*/ 420706 h 5200575"/>
              <a:gd name="connsiteX170" fmla="*/ 1016251 w 4048838"/>
              <a:gd name="connsiteY170" fmla="*/ 431550 h 5200575"/>
              <a:gd name="connsiteX171" fmla="*/ 1016251 w 4048838"/>
              <a:gd name="connsiteY171" fmla="*/ 672420 h 5200575"/>
              <a:gd name="connsiteX172" fmla="*/ 1095054 w 4048838"/>
              <a:gd name="connsiteY172" fmla="*/ 791308 h 5200575"/>
              <a:gd name="connsiteX173" fmla="*/ 1143124 w 4048838"/>
              <a:gd name="connsiteY173" fmla="*/ 801012 h 5200575"/>
              <a:gd name="connsiteX174" fmla="*/ 1143124 w 4048838"/>
              <a:gd name="connsiteY174" fmla="*/ 801750 h 5200575"/>
              <a:gd name="connsiteX175" fmla="*/ 1166604 w 4048838"/>
              <a:gd name="connsiteY175" fmla="*/ 804117 h 5200575"/>
              <a:gd name="connsiteX176" fmla="*/ 1266333 w 4048838"/>
              <a:gd name="connsiteY176" fmla="*/ 890066 h 5200575"/>
              <a:gd name="connsiteX177" fmla="*/ 1266585 w 4048838"/>
              <a:gd name="connsiteY177" fmla="*/ 891495 h 5200575"/>
              <a:gd name="connsiteX178" fmla="*/ 1266585 w 4048838"/>
              <a:gd name="connsiteY178" fmla="*/ 996136 h 5200575"/>
              <a:gd name="connsiteX179" fmla="*/ 1395612 w 4048838"/>
              <a:gd name="connsiteY179" fmla="*/ 1125163 h 5200575"/>
              <a:gd name="connsiteX180" fmla="*/ 1395611 w 4048838"/>
              <a:gd name="connsiteY180" fmla="*/ 1125162 h 5200575"/>
              <a:gd name="connsiteX181" fmla="*/ 1524638 w 4048838"/>
              <a:gd name="connsiteY181" fmla="*/ 996135 h 520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</a:cxnLst>
            <a:rect l="l" t="t" r="r" b="b"/>
            <a:pathLst>
              <a:path w="4048838" h="5200575">
                <a:moveTo>
                  <a:pt x="1524638" y="996135"/>
                </a:moveTo>
                <a:cubicBezTo>
                  <a:pt x="1546143" y="977384"/>
                  <a:pt x="1522949" y="1018274"/>
                  <a:pt x="1524639" y="1012658"/>
                </a:cubicBezTo>
                <a:lnTo>
                  <a:pt x="1534777" y="962439"/>
                </a:lnTo>
                <a:cubicBezTo>
                  <a:pt x="1554365" y="916129"/>
                  <a:pt x="1600220" y="883635"/>
                  <a:pt x="1653665" y="883635"/>
                </a:cubicBezTo>
                <a:cubicBezTo>
                  <a:pt x="1707110" y="883635"/>
                  <a:pt x="1752965" y="916129"/>
                  <a:pt x="1772552" y="962439"/>
                </a:cubicBezTo>
                <a:lnTo>
                  <a:pt x="1782316" y="1010799"/>
                </a:lnTo>
                <a:lnTo>
                  <a:pt x="1782316" y="1597201"/>
                </a:lnTo>
                <a:cubicBezTo>
                  <a:pt x="1782316" y="1668461"/>
                  <a:pt x="1840083" y="1726228"/>
                  <a:pt x="1911343" y="1726228"/>
                </a:cubicBezTo>
                <a:lnTo>
                  <a:pt x="1911342" y="1726227"/>
                </a:lnTo>
                <a:cubicBezTo>
                  <a:pt x="1982602" y="1726227"/>
                  <a:pt x="2040369" y="1668460"/>
                  <a:pt x="2040369" y="1597200"/>
                </a:cubicBezTo>
                <a:cubicBezTo>
                  <a:pt x="2040369" y="1298213"/>
                  <a:pt x="2040370" y="999225"/>
                  <a:pt x="2040370" y="700238"/>
                </a:cubicBezTo>
                <a:lnTo>
                  <a:pt x="2050508" y="650019"/>
                </a:lnTo>
                <a:cubicBezTo>
                  <a:pt x="2070096" y="603709"/>
                  <a:pt x="2115951" y="571215"/>
                  <a:pt x="2169396" y="571215"/>
                </a:cubicBezTo>
                <a:cubicBezTo>
                  <a:pt x="2222841" y="571215"/>
                  <a:pt x="2268696" y="603709"/>
                  <a:pt x="2288283" y="650019"/>
                </a:cubicBezTo>
                <a:lnTo>
                  <a:pt x="2291881" y="667838"/>
                </a:lnTo>
                <a:lnTo>
                  <a:pt x="2291881" y="976784"/>
                </a:lnTo>
                <a:cubicBezTo>
                  <a:pt x="2291881" y="1048044"/>
                  <a:pt x="2349648" y="1105811"/>
                  <a:pt x="2420908" y="1105811"/>
                </a:cubicBezTo>
                <a:lnTo>
                  <a:pt x="2420907" y="1105810"/>
                </a:lnTo>
                <a:cubicBezTo>
                  <a:pt x="2492167" y="1105810"/>
                  <a:pt x="2549934" y="1048043"/>
                  <a:pt x="2549934" y="976783"/>
                </a:cubicBezTo>
                <a:lnTo>
                  <a:pt x="2549934" y="930045"/>
                </a:lnTo>
                <a:lnTo>
                  <a:pt x="2568603" y="897503"/>
                </a:lnTo>
                <a:cubicBezTo>
                  <a:pt x="2587887" y="874137"/>
                  <a:pt x="2614869" y="857361"/>
                  <a:pt x="2645668" y="851059"/>
                </a:cubicBezTo>
                <a:lnTo>
                  <a:pt x="2669148" y="848692"/>
                </a:lnTo>
                <a:lnTo>
                  <a:pt x="2669148" y="847954"/>
                </a:lnTo>
                <a:lnTo>
                  <a:pt x="2717218" y="838250"/>
                </a:lnTo>
                <a:cubicBezTo>
                  <a:pt x="2763527" y="818662"/>
                  <a:pt x="2796021" y="772807"/>
                  <a:pt x="2796021" y="719362"/>
                </a:cubicBezTo>
                <a:lnTo>
                  <a:pt x="2796021" y="605378"/>
                </a:lnTo>
                <a:lnTo>
                  <a:pt x="2804410" y="563828"/>
                </a:lnTo>
                <a:cubicBezTo>
                  <a:pt x="2823997" y="517518"/>
                  <a:pt x="2869852" y="485024"/>
                  <a:pt x="2923297" y="485024"/>
                </a:cubicBezTo>
                <a:cubicBezTo>
                  <a:pt x="2976742" y="485024"/>
                  <a:pt x="3022597" y="517518"/>
                  <a:pt x="3042184" y="563828"/>
                </a:cubicBezTo>
                <a:lnTo>
                  <a:pt x="3044374" y="574673"/>
                </a:lnTo>
                <a:lnTo>
                  <a:pt x="3044374" y="728076"/>
                </a:lnTo>
                <a:cubicBezTo>
                  <a:pt x="3044374" y="781521"/>
                  <a:pt x="3076868" y="827376"/>
                  <a:pt x="3123177" y="846964"/>
                </a:cubicBezTo>
                <a:lnTo>
                  <a:pt x="3171247" y="856668"/>
                </a:lnTo>
                <a:lnTo>
                  <a:pt x="3171247" y="857406"/>
                </a:lnTo>
                <a:lnTo>
                  <a:pt x="3194727" y="859773"/>
                </a:lnTo>
                <a:cubicBezTo>
                  <a:pt x="3240925" y="869226"/>
                  <a:pt x="3278537" y="902246"/>
                  <a:pt x="3294455" y="945722"/>
                </a:cubicBezTo>
                <a:lnTo>
                  <a:pt x="3296659" y="958212"/>
                </a:lnTo>
                <a:lnTo>
                  <a:pt x="3296659" y="1092120"/>
                </a:lnTo>
                <a:cubicBezTo>
                  <a:pt x="3296659" y="1163380"/>
                  <a:pt x="3354426" y="1221147"/>
                  <a:pt x="3425686" y="1221147"/>
                </a:cubicBezTo>
                <a:lnTo>
                  <a:pt x="3425685" y="1221146"/>
                </a:lnTo>
                <a:cubicBezTo>
                  <a:pt x="3496945" y="1221146"/>
                  <a:pt x="3554712" y="1163379"/>
                  <a:pt x="3554712" y="1092119"/>
                </a:cubicBezTo>
                <a:lnTo>
                  <a:pt x="3554712" y="726865"/>
                </a:lnTo>
                <a:lnTo>
                  <a:pt x="3556916" y="714375"/>
                </a:lnTo>
                <a:cubicBezTo>
                  <a:pt x="3572835" y="670899"/>
                  <a:pt x="3610447" y="637879"/>
                  <a:pt x="3656645" y="628426"/>
                </a:cubicBezTo>
                <a:lnTo>
                  <a:pt x="3680125" y="626059"/>
                </a:lnTo>
                <a:lnTo>
                  <a:pt x="3680125" y="625321"/>
                </a:lnTo>
                <a:lnTo>
                  <a:pt x="3728195" y="615617"/>
                </a:lnTo>
                <a:cubicBezTo>
                  <a:pt x="3774504" y="596029"/>
                  <a:pt x="3806998" y="550174"/>
                  <a:pt x="3806998" y="496729"/>
                </a:cubicBezTo>
                <a:lnTo>
                  <a:pt x="3806998" y="120354"/>
                </a:lnTo>
                <a:lnTo>
                  <a:pt x="3815387" y="78804"/>
                </a:lnTo>
                <a:cubicBezTo>
                  <a:pt x="3834974" y="32494"/>
                  <a:pt x="3880829" y="0"/>
                  <a:pt x="3934274" y="0"/>
                </a:cubicBezTo>
                <a:cubicBezTo>
                  <a:pt x="3974358" y="0"/>
                  <a:pt x="4010172" y="18278"/>
                  <a:pt x="4033837" y="46954"/>
                </a:cubicBezTo>
                <a:lnTo>
                  <a:pt x="4047851" y="70052"/>
                </a:lnTo>
                <a:lnTo>
                  <a:pt x="4047851" y="1915988"/>
                </a:lnTo>
                <a:lnTo>
                  <a:pt x="4048838" y="1915988"/>
                </a:lnTo>
                <a:lnTo>
                  <a:pt x="4048838" y="2992458"/>
                </a:lnTo>
                <a:cubicBezTo>
                  <a:pt x="4048838" y="3045903"/>
                  <a:pt x="4016344" y="3091758"/>
                  <a:pt x="3970035" y="3111346"/>
                </a:cubicBezTo>
                <a:lnTo>
                  <a:pt x="3921965" y="3121050"/>
                </a:lnTo>
                <a:lnTo>
                  <a:pt x="3921965" y="3121788"/>
                </a:lnTo>
                <a:lnTo>
                  <a:pt x="3898485" y="3124155"/>
                </a:lnTo>
                <a:cubicBezTo>
                  <a:pt x="3867686" y="3130457"/>
                  <a:pt x="3840704" y="3147233"/>
                  <a:pt x="3821421" y="3170599"/>
                </a:cubicBezTo>
                <a:lnTo>
                  <a:pt x="3800256" y="3207490"/>
                </a:lnTo>
                <a:lnTo>
                  <a:pt x="3800256" y="3270804"/>
                </a:lnTo>
                <a:cubicBezTo>
                  <a:pt x="3800256" y="3324249"/>
                  <a:pt x="3767762" y="3370104"/>
                  <a:pt x="3721453" y="3389692"/>
                </a:cubicBezTo>
                <a:lnTo>
                  <a:pt x="3673383" y="3399396"/>
                </a:lnTo>
                <a:lnTo>
                  <a:pt x="3673383" y="3400134"/>
                </a:lnTo>
                <a:lnTo>
                  <a:pt x="3649903" y="3402501"/>
                </a:lnTo>
                <a:cubicBezTo>
                  <a:pt x="3603705" y="3411954"/>
                  <a:pt x="3566093" y="3444974"/>
                  <a:pt x="3550174" y="3488450"/>
                </a:cubicBezTo>
                <a:cubicBezTo>
                  <a:pt x="3550167" y="3488488"/>
                  <a:pt x="3550161" y="3488525"/>
                  <a:pt x="3550154" y="3488563"/>
                </a:cubicBezTo>
                <a:lnTo>
                  <a:pt x="3550154" y="4048356"/>
                </a:lnTo>
                <a:cubicBezTo>
                  <a:pt x="3550154" y="4101801"/>
                  <a:pt x="3517660" y="4147656"/>
                  <a:pt x="3471351" y="4167244"/>
                </a:cubicBezTo>
                <a:lnTo>
                  <a:pt x="3423281" y="4176948"/>
                </a:lnTo>
                <a:lnTo>
                  <a:pt x="3423281" y="4177686"/>
                </a:lnTo>
                <a:lnTo>
                  <a:pt x="3399801" y="4180053"/>
                </a:lnTo>
                <a:cubicBezTo>
                  <a:pt x="3353603" y="4189506"/>
                  <a:pt x="3315991" y="4222526"/>
                  <a:pt x="3300072" y="4266002"/>
                </a:cubicBezTo>
                <a:cubicBezTo>
                  <a:pt x="3299988" y="4266476"/>
                  <a:pt x="3299905" y="4266951"/>
                  <a:pt x="3299821" y="4267425"/>
                </a:cubicBezTo>
                <a:lnTo>
                  <a:pt x="3299821" y="4535750"/>
                </a:lnTo>
                <a:cubicBezTo>
                  <a:pt x="3299821" y="4607010"/>
                  <a:pt x="3242054" y="4664777"/>
                  <a:pt x="3170794" y="4664777"/>
                </a:cubicBezTo>
                <a:lnTo>
                  <a:pt x="3170795" y="4664776"/>
                </a:lnTo>
                <a:cubicBezTo>
                  <a:pt x="3099535" y="4664776"/>
                  <a:pt x="3041768" y="4607009"/>
                  <a:pt x="3041768" y="4535749"/>
                </a:cubicBezTo>
                <a:lnTo>
                  <a:pt x="3041768" y="4255730"/>
                </a:lnTo>
                <a:lnTo>
                  <a:pt x="3039765" y="4244379"/>
                </a:lnTo>
                <a:cubicBezTo>
                  <a:pt x="3023846" y="4200903"/>
                  <a:pt x="2986234" y="4167883"/>
                  <a:pt x="2940036" y="4158430"/>
                </a:cubicBezTo>
                <a:lnTo>
                  <a:pt x="2916556" y="4156063"/>
                </a:lnTo>
                <a:lnTo>
                  <a:pt x="2916556" y="4155325"/>
                </a:lnTo>
                <a:lnTo>
                  <a:pt x="2868486" y="4145621"/>
                </a:lnTo>
                <a:cubicBezTo>
                  <a:pt x="2822177" y="4126033"/>
                  <a:pt x="2789683" y="4080178"/>
                  <a:pt x="2789683" y="4026733"/>
                </a:cubicBezTo>
                <a:lnTo>
                  <a:pt x="2789683" y="3936603"/>
                </a:lnTo>
                <a:lnTo>
                  <a:pt x="2781294" y="3895053"/>
                </a:lnTo>
                <a:cubicBezTo>
                  <a:pt x="2761707" y="3848743"/>
                  <a:pt x="2715852" y="3816249"/>
                  <a:pt x="2662407" y="3816249"/>
                </a:cubicBezTo>
                <a:cubicBezTo>
                  <a:pt x="2608962" y="3816249"/>
                  <a:pt x="2563107" y="3848743"/>
                  <a:pt x="2543520" y="3895053"/>
                </a:cubicBezTo>
                <a:lnTo>
                  <a:pt x="2541330" y="3905897"/>
                </a:lnTo>
                <a:lnTo>
                  <a:pt x="2541330" y="4146767"/>
                </a:lnTo>
                <a:cubicBezTo>
                  <a:pt x="2541330" y="4200212"/>
                  <a:pt x="2508836" y="4246067"/>
                  <a:pt x="2462527" y="4265655"/>
                </a:cubicBezTo>
                <a:lnTo>
                  <a:pt x="2414457" y="4275359"/>
                </a:lnTo>
                <a:lnTo>
                  <a:pt x="2414457" y="4276097"/>
                </a:lnTo>
                <a:lnTo>
                  <a:pt x="2390977" y="4278464"/>
                </a:lnTo>
                <a:cubicBezTo>
                  <a:pt x="2344780" y="4287917"/>
                  <a:pt x="2307167" y="4320937"/>
                  <a:pt x="2291248" y="4364413"/>
                </a:cubicBezTo>
                <a:lnTo>
                  <a:pt x="2290996" y="4365842"/>
                </a:lnTo>
                <a:lnTo>
                  <a:pt x="2290996" y="4470483"/>
                </a:lnTo>
                <a:cubicBezTo>
                  <a:pt x="2290996" y="4541743"/>
                  <a:pt x="2233229" y="4599510"/>
                  <a:pt x="2161969" y="4599510"/>
                </a:cubicBezTo>
                <a:lnTo>
                  <a:pt x="2161970" y="4599509"/>
                </a:lnTo>
                <a:cubicBezTo>
                  <a:pt x="2090710" y="4599509"/>
                  <a:pt x="2032943" y="4541742"/>
                  <a:pt x="2032943" y="4470482"/>
                </a:cubicBezTo>
                <a:cubicBezTo>
                  <a:pt x="2032943" y="4475990"/>
                  <a:pt x="2032942" y="4481497"/>
                  <a:pt x="2032942" y="4487005"/>
                </a:cubicBezTo>
                <a:lnTo>
                  <a:pt x="2022804" y="4436786"/>
                </a:lnTo>
                <a:cubicBezTo>
                  <a:pt x="2003216" y="4390476"/>
                  <a:pt x="1957361" y="4357982"/>
                  <a:pt x="1903916" y="4357982"/>
                </a:cubicBezTo>
                <a:cubicBezTo>
                  <a:pt x="1850471" y="4357982"/>
                  <a:pt x="1804616" y="4390476"/>
                  <a:pt x="1785029" y="4436786"/>
                </a:cubicBezTo>
                <a:lnTo>
                  <a:pt x="1775265" y="4485146"/>
                </a:lnTo>
                <a:lnTo>
                  <a:pt x="1775265" y="5071548"/>
                </a:lnTo>
                <a:cubicBezTo>
                  <a:pt x="1775265" y="5142808"/>
                  <a:pt x="1717498" y="5200575"/>
                  <a:pt x="1646238" y="5200575"/>
                </a:cubicBezTo>
                <a:lnTo>
                  <a:pt x="1646239" y="5200574"/>
                </a:lnTo>
                <a:cubicBezTo>
                  <a:pt x="1574979" y="5200574"/>
                  <a:pt x="1517212" y="5142807"/>
                  <a:pt x="1517212" y="5071547"/>
                </a:cubicBezTo>
                <a:cubicBezTo>
                  <a:pt x="1517212" y="4772560"/>
                  <a:pt x="1517211" y="4473572"/>
                  <a:pt x="1517211" y="4174585"/>
                </a:cubicBezTo>
                <a:lnTo>
                  <a:pt x="1507073" y="4124366"/>
                </a:lnTo>
                <a:cubicBezTo>
                  <a:pt x="1487485" y="4078056"/>
                  <a:pt x="1441630" y="4045562"/>
                  <a:pt x="1388185" y="4045562"/>
                </a:cubicBezTo>
                <a:cubicBezTo>
                  <a:pt x="1334740" y="4045562"/>
                  <a:pt x="1288885" y="4078056"/>
                  <a:pt x="1269298" y="4124366"/>
                </a:cubicBezTo>
                <a:lnTo>
                  <a:pt x="1265700" y="4142185"/>
                </a:lnTo>
                <a:lnTo>
                  <a:pt x="1265700" y="4451131"/>
                </a:lnTo>
                <a:cubicBezTo>
                  <a:pt x="1265700" y="4522391"/>
                  <a:pt x="1207933" y="4580158"/>
                  <a:pt x="1136673" y="4580158"/>
                </a:cubicBezTo>
                <a:lnTo>
                  <a:pt x="1136674" y="4580157"/>
                </a:lnTo>
                <a:cubicBezTo>
                  <a:pt x="1065414" y="4580157"/>
                  <a:pt x="1007647" y="4522390"/>
                  <a:pt x="1007647" y="4451130"/>
                </a:cubicBezTo>
                <a:lnTo>
                  <a:pt x="1007647" y="4404392"/>
                </a:lnTo>
                <a:lnTo>
                  <a:pt x="988978" y="4371850"/>
                </a:lnTo>
                <a:cubicBezTo>
                  <a:pt x="969694" y="4348484"/>
                  <a:pt x="942712" y="4331708"/>
                  <a:pt x="911913" y="4325406"/>
                </a:cubicBezTo>
                <a:lnTo>
                  <a:pt x="888433" y="4323039"/>
                </a:lnTo>
                <a:lnTo>
                  <a:pt x="888433" y="4322301"/>
                </a:lnTo>
                <a:lnTo>
                  <a:pt x="840363" y="4312597"/>
                </a:lnTo>
                <a:cubicBezTo>
                  <a:pt x="794054" y="4293009"/>
                  <a:pt x="761560" y="4247154"/>
                  <a:pt x="761560" y="4193709"/>
                </a:cubicBezTo>
                <a:lnTo>
                  <a:pt x="761560" y="4079725"/>
                </a:lnTo>
                <a:lnTo>
                  <a:pt x="753171" y="4038175"/>
                </a:lnTo>
                <a:cubicBezTo>
                  <a:pt x="733584" y="3991865"/>
                  <a:pt x="687729" y="3959371"/>
                  <a:pt x="634284" y="3959371"/>
                </a:cubicBezTo>
                <a:cubicBezTo>
                  <a:pt x="580839" y="3959371"/>
                  <a:pt x="534984" y="3991865"/>
                  <a:pt x="515397" y="4038175"/>
                </a:cubicBezTo>
                <a:lnTo>
                  <a:pt x="513207" y="4049020"/>
                </a:lnTo>
                <a:lnTo>
                  <a:pt x="513207" y="4202423"/>
                </a:lnTo>
                <a:cubicBezTo>
                  <a:pt x="513207" y="4255868"/>
                  <a:pt x="480713" y="4301723"/>
                  <a:pt x="434404" y="4321311"/>
                </a:cubicBezTo>
                <a:lnTo>
                  <a:pt x="386334" y="4331015"/>
                </a:lnTo>
                <a:lnTo>
                  <a:pt x="386334" y="4331753"/>
                </a:lnTo>
                <a:lnTo>
                  <a:pt x="362854" y="4334120"/>
                </a:lnTo>
                <a:cubicBezTo>
                  <a:pt x="316656" y="4343573"/>
                  <a:pt x="279044" y="4376593"/>
                  <a:pt x="263125" y="4420069"/>
                </a:cubicBezTo>
                <a:lnTo>
                  <a:pt x="260921" y="4432559"/>
                </a:lnTo>
                <a:lnTo>
                  <a:pt x="260921" y="4566467"/>
                </a:lnTo>
                <a:cubicBezTo>
                  <a:pt x="260921" y="4637727"/>
                  <a:pt x="203154" y="4695494"/>
                  <a:pt x="131894" y="4695494"/>
                </a:cubicBezTo>
                <a:lnTo>
                  <a:pt x="131895" y="4695493"/>
                </a:lnTo>
                <a:cubicBezTo>
                  <a:pt x="60635" y="4695493"/>
                  <a:pt x="2868" y="4637726"/>
                  <a:pt x="2868" y="4566466"/>
                </a:cubicBezTo>
                <a:lnTo>
                  <a:pt x="2868" y="4201212"/>
                </a:lnTo>
                <a:lnTo>
                  <a:pt x="664" y="4188722"/>
                </a:lnTo>
                <a:lnTo>
                  <a:pt x="0" y="4187443"/>
                </a:lnTo>
                <a:lnTo>
                  <a:pt x="0" y="693683"/>
                </a:lnTo>
                <a:lnTo>
                  <a:pt x="90123" y="693683"/>
                </a:lnTo>
                <a:lnTo>
                  <a:pt x="134300" y="702601"/>
                </a:lnTo>
                <a:lnTo>
                  <a:pt x="134300" y="703339"/>
                </a:lnTo>
                <a:lnTo>
                  <a:pt x="157780" y="705706"/>
                </a:lnTo>
                <a:cubicBezTo>
                  <a:pt x="203978" y="715159"/>
                  <a:pt x="241590" y="748179"/>
                  <a:pt x="257509" y="791655"/>
                </a:cubicBezTo>
                <a:cubicBezTo>
                  <a:pt x="257593" y="792129"/>
                  <a:pt x="257676" y="792604"/>
                  <a:pt x="257760" y="793078"/>
                </a:cubicBezTo>
                <a:lnTo>
                  <a:pt x="257760" y="1061403"/>
                </a:lnTo>
                <a:cubicBezTo>
                  <a:pt x="257760" y="1132663"/>
                  <a:pt x="315527" y="1190430"/>
                  <a:pt x="386787" y="1190430"/>
                </a:cubicBezTo>
                <a:lnTo>
                  <a:pt x="386786" y="1190429"/>
                </a:lnTo>
                <a:cubicBezTo>
                  <a:pt x="458046" y="1190429"/>
                  <a:pt x="515813" y="1132662"/>
                  <a:pt x="515813" y="1061402"/>
                </a:cubicBezTo>
                <a:lnTo>
                  <a:pt x="515813" y="781383"/>
                </a:lnTo>
                <a:lnTo>
                  <a:pt x="517816" y="770032"/>
                </a:lnTo>
                <a:cubicBezTo>
                  <a:pt x="533735" y="726556"/>
                  <a:pt x="571347" y="693536"/>
                  <a:pt x="617545" y="684083"/>
                </a:cubicBezTo>
                <a:lnTo>
                  <a:pt x="641025" y="681716"/>
                </a:lnTo>
                <a:lnTo>
                  <a:pt x="641025" y="680978"/>
                </a:lnTo>
                <a:lnTo>
                  <a:pt x="689095" y="671274"/>
                </a:lnTo>
                <a:cubicBezTo>
                  <a:pt x="735404" y="651686"/>
                  <a:pt x="767898" y="605831"/>
                  <a:pt x="767898" y="552386"/>
                </a:cubicBezTo>
                <a:lnTo>
                  <a:pt x="767898" y="462256"/>
                </a:lnTo>
                <a:lnTo>
                  <a:pt x="776287" y="420706"/>
                </a:lnTo>
                <a:cubicBezTo>
                  <a:pt x="795874" y="374396"/>
                  <a:pt x="841729" y="341902"/>
                  <a:pt x="895174" y="341902"/>
                </a:cubicBezTo>
                <a:cubicBezTo>
                  <a:pt x="948619" y="341902"/>
                  <a:pt x="994474" y="374396"/>
                  <a:pt x="1014061" y="420706"/>
                </a:cubicBezTo>
                <a:lnTo>
                  <a:pt x="1016251" y="431550"/>
                </a:lnTo>
                <a:lnTo>
                  <a:pt x="1016251" y="672420"/>
                </a:lnTo>
                <a:cubicBezTo>
                  <a:pt x="1016251" y="725865"/>
                  <a:pt x="1048745" y="771720"/>
                  <a:pt x="1095054" y="791308"/>
                </a:cubicBezTo>
                <a:lnTo>
                  <a:pt x="1143124" y="801012"/>
                </a:lnTo>
                <a:lnTo>
                  <a:pt x="1143124" y="801750"/>
                </a:lnTo>
                <a:lnTo>
                  <a:pt x="1166604" y="804117"/>
                </a:lnTo>
                <a:cubicBezTo>
                  <a:pt x="1212801" y="813570"/>
                  <a:pt x="1250414" y="846590"/>
                  <a:pt x="1266333" y="890066"/>
                </a:cubicBezTo>
                <a:lnTo>
                  <a:pt x="1266585" y="891495"/>
                </a:lnTo>
                <a:lnTo>
                  <a:pt x="1266585" y="996136"/>
                </a:lnTo>
                <a:cubicBezTo>
                  <a:pt x="1266585" y="1067396"/>
                  <a:pt x="1324352" y="1125163"/>
                  <a:pt x="1395612" y="1125163"/>
                </a:cubicBezTo>
                <a:lnTo>
                  <a:pt x="1395611" y="1125162"/>
                </a:lnTo>
                <a:cubicBezTo>
                  <a:pt x="1466871" y="1125162"/>
                  <a:pt x="1524638" y="1067395"/>
                  <a:pt x="1524638" y="99613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333" b="0" i="0">
                <a:solidFill>
                  <a:schemeClr val="tx1">
                    <a:lumMod val="50000"/>
                    <a:lumOff val="50000"/>
                  </a:schemeClr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2pPr>
            <a:lvl3pPr marL="1219170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3pPr>
            <a:lvl4pPr marL="1828754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4pPr>
            <a:lvl5pPr marL="2438339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5pPr>
          </a:lstStyle>
          <a:p>
            <a:pPr lvl="0"/>
            <a:r>
              <a:rPr lang="es-ES_tradnl"/>
              <a:t>TITLE EXAMPLE</a:t>
            </a:r>
            <a:endParaRPr lang="es-ES_tradnl" dirty="0"/>
          </a:p>
        </p:txBody>
      </p:sp>
      <p:sp>
        <p:nvSpPr>
          <p:cNvPr id="5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333" b="1" i="0" baseline="0">
                <a:solidFill>
                  <a:schemeClr val="accent2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609585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2pPr>
            <a:lvl3pPr marL="1219170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3pPr>
            <a:lvl4pPr marL="1828754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4pPr>
            <a:lvl5pPr marL="2438339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5pPr>
          </a:lstStyle>
          <a:p>
            <a:pPr lvl="0"/>
            <a:r>
              <a:rPr lang="es-ES_tradnl"/>
              <a:t>SUBTITLE EXAMPLE 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04499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op cen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5333" b="0" i="0">
                <a:solidFill>
                  <a:schemeClr val="tx1">
                    <a:lumMod val="50000"/>
                    <a:lumOff val="50000"/>
                  </a:schemeClr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2pPr>
            <a:lvl3pPr marL="1219170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3pPr>
            <a:lvl4pPr marL="1828754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4pPr>
            <a:lvl5pPr marL="2438339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5pPr>
          </a:lstStyle>
          <a:p>
            <a:pPr lvl="0"/>
            <a:r>
              <a:rPr lang="es-ES_tradnl"/>
              <a:t>TITLE EXAMPLE</a:t>
            </a:r>
            <a:endParaRPr lang="es-ES_tradnl" dirty="0"/>
          </a:p>
        </p:txBody>
      </p:sp>
      <p:sp>
        <p:nvSpPr>
          <p:cNvPr id="4" name="Marcador de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333" b="1" i="0" baseline="0">
                <a:solidFill>
                  <a:schemeClr val="accent2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609585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2pPr>
            <a:lvl3pPr marL="1219170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3pPr>
            <a:lvl4pPr marL="1828754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4pPr>
            <a:lvl5pPr marL="2438339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5pPr>
          </a:lstStyle>
          <a:p>
            <a:pPr lvl="0"/>
            <a:r>
              <a:rPr lang="es-ES_tradnl"/>
              <a:t>SUBTITLE EXAMPLE HERE</a:t>
            </a:r>
            <a:endParaRPr lang="es-ES_tradnl" dirty="0"/>
          </a:p>
        </p:txBody>
      </p:sp>
      <p:sp>
        <p:nvSpPr>
          <p:cNvPr id="14" name="Marcador de imagen 13"/>
          <p:cNvSpPr>
            <a:spLocks noGrp="1"/>
          </p:cNvSpPr>
          <p:nvPr>
            <p:ph type="pic" sz="quarter" idx="12"/>
          </p:nvPr>
        </p:nvSpPr>
        <p:spPr>
          <a:xfrm>
            <a:off x="624418" y="2133604"/>
            <a:ext cx="2344613" cy="2344613"/>
          </a:xfrm>
          <a:custGeom>
            <a:avLst/>
            <a:gdLst>
              <a:gd name="connsiteX0" fmla="*/ 253518 w 2154115"/>
              <a:gd name="connsiteY0" fmla="*/ 0 h 2154115"/>
              <a:gd name="connsiteX1" fmla="*/ 1900597 w 2154115"/>
              <a:gd name="connsiteY1" fmla="*/ 0 h 2154115"/>
              <a:gd name="connsiteX2" fmla="*/ 2154115 w 2154115"/>
              <a:gd name="connsiteY2" fmla="*/ 253518 h 2154115"/>
              <a:gd name="connsiteX3" fmla="*/ 2154115 w 2154115"/>
              <a:gd name="connsiteY3" fmla="*/ 1900597 h 2154115"/>
              <a:gd name="connsiteX4" fmla="*/ 1900597 w 2154115"/>
              <a:gd name="connsiteY4" fmla="*/ 2154115 h 2154115"/>
              <a:gd name="connsiteX5" fmla="*/ 253518 w 2154115"/>
              <a:gd name="connsiteY5" fmla="*/ 2154115 h 2154115"/>
              <a:gd name="connsiteX6" fmla="*/ 0 w 2154115"/>
              <a:gd name="connsiteY6" fmla="*/ 1900597 h 2154115"/>
              <a:gd name="connsiteX7" fmla="*/ 0 w 2154115"/>
              <a:gd name="connsiteY7" fmla="*/ 253518 h 2154115"/>
              <a:gd name="connsiteX8" fmla="*/ 253518 w 2154115"/>
              <a:gd name="connsiteY8" fmla="*/ 0 h 2154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4115" h="2154115">
                <a:moveTo>
                  <a:pt x="253518" y="0"/>
                </a:moveTo>
                <a:lnTo>
                  <a:pt x="1900597" y="0"/>
                </a:lnTo>
                <a:cubicBezTo>
                  <a:pt x="2040611" y="0"/>
                  <a:pt x="2154115" y="113504"/>
                  <a:pt x="2154115" y="253518"/>
                </a:cubicBezTo>
                <a:lnTo>
                  <a:pt x="2154115" y="1900597"/>
                </a:lnTo>
                <a:cubicBezTo>
                  <a:pt x="2154115" y="2040611"/>
                  <a:pt x="2040611" y="2154115"/>
                  <a:pt x="1900597" y="2154115"/>
                </a:cubicBezTo>
                <a:lnTo>
                  <a:pt x="253518" y="2154115"/>
                </a:lnTo>
                <a:cubicBezTo>
                  <a:pt x="113504" y="2154115"/>
                  <a:pt x="0" y="2040611"/>
                  <a:pt x="0" y="1900597"/>
                </a:cubicBezTo>
                <a:lnTo>
                  <a:pt x="0" y="253518"/>
                </a:lnTo>
                <a:cubicBezTo>
                  <a:pt x="0" y="113504"/>
                  <a:pt x="113504" y="0"/>
                  <a:pt x="25351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s-ES_tradnl"/>
          </a:p>
        </p:txBody>
      </p:sp>
      <p:sp>
        <p:nvSpPr>
          <p:cNvPr id="15" name="Marcador de imagen 14"/>
          <p:cNvSpPr>
            <a:spLocks noGrp="1"/>
          </p:cNvSpPr>
          <p:nvPr>
            <p:ph type="pic" sz="quarter" idx="13"/>
          </p:nvPr>
        </p:nvSpPr>
        <p:spPr>
          <a:xfrm>
            <a:off x="3490708" y="2133604"/>
            <a:ext cx="2344613" cy="2344613"/>
          </a:xfrm>
          <a:custGeom>
            <a:avLst/>
            <a:gdLst>
              <a:gd name="connsiteX0" fmla="*/ 253518 w 2154115"/>
              <a:gd name="connsiteY0" fmla="*/ 0 h 2154115"/>
              <a:gd name="connsiteX1" fmla="*/ 1900597 w 2154115"/>
              <a:gd name="connsiteY1" fmla="*/ 0 h 2154115"/>
              <a:gd name="connsiteX2" fmla="*/ 2154115 w 2154115"/>
              <a:gd name="connsiteY2" fmla="*/ 253518 h 2154115"/>
              <a:gd name="connsiteX3" fmla="*/ 2154115 w 2154115"/>
              <a:gd name="connsiteY3" fmla="*/ 1900597 h 2154115"/>
              <a:gd name="connsiteX4" fmla="*/ 1900597 w 2154115"/>
              <a:gd name="connsiteY4" fmla="*/ 2154115 h 2154115"/>
              <a:gd name="connsiteX5" fmla="*/ 253518 w 2154115"/>
              <a:gd name="connsiteY5" fmla="*/ 2154115 h 2154115"/>
              <a:gd name="connsiteX6" fmla="*/ 0 w 2154115"/>
              <a:gd name="connsiteY6" fmla="*/ 1900597 h 2154115"/>
              <a:gd name="connsiteX7" fmla="*/ 0 w 2154115"/>
              <a:gd name="connsiteY7" fmla="*/ 253518 h 2154115"/>
              <a:gd name="connsiteX8" fmla="*/ 253518 w 2154115"/>
              <a:gd name="connsiteY8" fmla="*/ 0 h 2154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4115" h="2154115">
                <a:moveTo>
                  <a:pt x="253518" y="0"/>
                </a:moveTo>
                <a:lnTo>
                  <a:pt x="1900597" y="0"/>
                </a:lnTo>
                <a:cubicBezTo>
                  <a:pt x="2040611" y="0"/>
                  <a:pt x="2154115" y="113504"/>
                  <a:pt x="2154115" y="253518"/>
                </a:cubicBezTo>
                <a:lnTo>
                  <a:pt x="2154115" y="1900597"/>
                </a:lnTo>
                <a:cubicBezTo>
                  <a:pt x="2154115" y="2040611"/>
                  <a:pt x="2040611" y="2154115"/>
                  <a:pt x="1900597" y="2154115"/>
                </a:cubicBezTo>
                <a:lnTo>
                  <a:pt x="253518" y="2154115"/>
                </a:lnTo>
                <a:cubicBezTo>
                  <a:pt x="113504" y="2154115"/>
                  <a:pt x="0" y="2040611"/>
                  <a:pt x="0" y="1900597"/>
                </a:cubicBezTo>
                <a:lnTo>
                  <a:pt x="0" y="253518"/>
                </a:lnTo>
                <a:cubicBezTo>
                  <a:pt x="0" y="113504"/>
                  <a:pt x="113504" y="0"/>
                  <a:pt x="25351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s-ES_tradnl"/>
          </a:p>
        </p:txBody>
      </p:sp>
      <p:sp>
        <p:nvSpPr>
          <p:cNvPr id="16" name="Marcador de imagen 15"/>
          <p:cNvSpPr>
            <a:spLocks noGrp="1"/>
          </p:cNvSpPr>
          <p:nvPr>
            <p:ph type="pic" sz="quarter" idx="14"/>
          </p:nvPr>
        </p:nvSpPr>
        <p:spPr>
          <a:xfrm>
            <a:off x="6356999" y="2133604"/>
            <a:ext cx="2344613" cy="2344613"/>
          </a:xfrm>
          <a:custGeom>
            <a:avLst/>
            <a:gdLst>
              <a:gd name="connsiteX0" fmla="*/ 253518 w 2154115"/>
              <a:gd name="connsiteY0" fmla="*/ 0 h 2154115"/>
              <a:gd name="connsiteX1" fmla="*/ 1900597 w 2154115"/>
              <a:gd name="connsiteY1" fmla="*/ 0 h 2154115"/>
              <a:gd name="connsiteX2" fmla="*/ 2154115 w 2154115"/>
              <a:gd name="connsiteY2" fmla="*/ 253518 h 2154115"/>
              <a:gd name="connsiteX3" fmla="*/ 2154115 w 2154115"/>
              <a:gd name="connsiteY3" fmla="*/ 1900597 h 2154115"/>
              <a:gd name="connsiteX4" fmla="*/ 1900597 w 2154115"/>
              <a:gd name="connsiteY4" fmla="*/ 2154115 h 2154115"/>
              <a:gd name="connsiteX5" fmla="*/ 253518 w 2154115"/>
              <a:gd name="connsiteY5" fmla="*/ 2154115 h 2154115"/>
              <a:gd name="connsiteX6" fmla="*/ 0 w 2154115"/>
              <a:gd name="connsiteY6" fmla="*/ 1900597 h 2154115"/>
              <a:gd name="connsiteX7" fmla="*/ 0 w 2154115"/>
              <a:gd name="connsiteY7" fmla="*/ 253518 h 2154115"/>
              <a:gd name="connsiteX8" fmla="*/ 253518 w 2154115"/>
              <a:gd name="connsiteY8" fmla="*/ 0 h 2154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4115" h="2154115">
                <a:moveTo>
                  <a:pt x="253518" y="0"/>
                </a:moveTo>
                <a:lnTo>
                  <a:pt x="1900597" y="0"/>
                </a:lnTo>
                <a:cubicBezTo>
                  <a:pt x="2040611" y="0"/>
                  <a:pt x="2154115" y="113504"/>
                  <a:pt x="2154115" y="253518"/>
                </a:cubicBezTo>
                <a:lnTo>
                  <a:pt x="2154115" y="1900597"/>
                </a:lnTo>
                <a:cubicBezTo>
                  <a:pt x="2154115" y="2040611"/>
                  <a:pt x="2040611" y="2154115"/>
                  <a:pt x="1900597" y="2154115"/>
                </a:cubicBezTo>
                <a:lnTo>
                  <a:pt x="253518" y="2154115"/>
                </a:lnTo>
                <a:cubicBezTo>
                  <a:pt x="113504" y="2154115"/>
                  <a:pt x="0" y="2040611"/>
                  <a:pt x="0" y="1900597"/>
                </a:cubicBezTo>
                <a:lnTo>
                  <a:pt x="0" y="253518"/>
                </a:lnTo>
                <a:cubicBezTo>
                  <a:pt x="0" y="113504"/>
                  <a:pt x="113504" y="0"/>
                  <a:pt x="25351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s-ES_tradnl"/>
          </a:p>
        </p:txBody>
      </p:sp>
      <p:sp>
        <p:nvSpPr>
          <p:cNvPr id="7" name="Marcador de imagen 6"/>
          <p:cNvSpPr>
            <a:spLocks noGrp="1"/>
          </p:cNvSpPr>
          <p:nvPr>
            <p:ph type="pic" sz="quarter" idx="15"/>
          </p:nvPr>
        </p:nvSpPr>
        <p:spPr>
          <a:xfrm>
            <a:off x="9222971" y="2133604"/>
            <a:ext cx="2344613" cy="2344613"/>
          </a:xfrm>
          <a:custGeom>
            <a:avLst/>
            <a:gdLst>
              <a:gd name="connsiteX0" fmla="*/ 253518 w 2154115"/>
              <a:gd name="connsiteY0" fmla="*/ 0 h 2154115"/>
              <a:gd name="connsiteX1" fmla="*/ 1900597 w 2154115"/>
              <a:gd name="connsiteY1" fmla="*/ 0 h 2154115"/>
              <a:gd name="connsiteX2" fmla="*/ 2154115 w 2154115"/>
              <a:gd name="connsiteY2" fmla="*/ 253518 h 2154115"/>
              <a:gd name="connsiteX3" fmla="*/ 2154115 w 2154115"/>
              <a:gd name="connsiteY3" fmla="*/ 1900597 h 2154115"/>
              <a:gd name="connsiteX4" fmla="*/ 1900597 w 2154115"/>
              <a:gd name="connsiteY4" fmla="*/ 2154115 h 2154115"/>
              <a:gd name="connsiteX5" fmla="*/ 253518 w 2154115"/>
              <a:gd name="connsiteY5" fmla="*/ 2154115 h 2154115"/>
              <a:gd name="connsiteX6" fmla="*/ 0 w 2154115"/>
              <a:gd name="connsiteY6" fmla="*/ 1900597 h 2154115"/>
              <a:gd name="connsiteX7" fmla="*/ 0 w 2154115"/>
              <a:gd name="connsiteY7" fmla="*/ 253518 h 2154115"/>
              <a:gd name="connsiteX8" fmla="*/ 253518 w 2154115"/>
              <a:gd name="connsiteY8" fmla="*/ 0 h 2154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4115" h="2154115">
                <a:moveTo>
                  <a:pt x="253518" y="0"/>
                </a:moveTo>
                <a:lnTo>
                  <a:pt x="1900597" y="0"/>
                </a:lnTo>
                <a:cubicBezTo>
                  <a:pt x="2040611" y="0"/>
                  <a:pt x="2154115" y="113504"/>
                  <a:pt x="2154115" y="253518"/>
                </a:cubicBezTo>
                <a:lnTo>
                  <a:pt x="2154115" y="1900597"/>
                </a:lnTo>
                <a:cubicBezTo>
                  <a:pt x="2154115" y="2040611"/>
                  <a:pt x="2040611" y="2154115"/>
                  <a:pt x="1900597" y="2154115"/>
                </a:cubicBezTo>
                <a:lnTo>
                  <a:pt x="253518" y="2154115"/>
                </a:lnTo>
                <a:cubicBezTo>
                  <a:pt x="113504" y="2154115"/>
                  <a:pt x="0" y="2040611"/>
                  <a:pt x="0" y="1900597"/>
                </a:cubicBezTo>
                <a:lnTo>
                  <a:pt x="0" y="253518"/>
                </a:lnTo>
                <a:cubicBezTo>
                  <a:pt x="0" y="113504"/>
                  <a:pt x="113504" y="0"/>
                  <a:pt x="25351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511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27.emf"/><Relationship Id="rId3" Type="http://schemas.openxmlformats.org/officeDocument/2006/relationships/slideLayout" Target="../slideLayouts/slideLayout24.xml"/><Relationship Id="rId7" Type="http://schemas.openxmlformats.org/officeDocument/2006/relationships/tags" Target="../tags/tag8.xml"/><Relationship Id="rId12" Type="http://schemas.openxmlformats.org/officeDocument/2006/relationships/image" Target="../media/image26.emf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2.xml"/><Relationship Id="rId11" Type="http://schemas.openxmlformats.org/officeDocument/2006/relationships/oleObject" Target="../embeddings/oleObject5.bin"/><Relationship Id="rId5" Type="http://schemas.openxmlformats.org/officeDocument/2006/relationships/slideLayout" Target="../slideLayouts/slideLayout26.xml"/><Relationship Id="rId15" Type="http://schemas.openxmlformats.org/officeDocument/2006/relationships/image" Target="../media/image28.emf"/><Relationship Id="rId10" Type="http://schemas.openxmlformats.org/officeDocument/2006/relationships/tags" Target="../tags/tag11.xml"/><Relationship Id="rId4" Type="http://schemas.openxmlformats.org/officeDocument/2006/relationships/slideLayout" Target="../slideLayouts/slideLayout25.xml"/><Relationship Id="rId9" Type="http://schemas.openxmlformats.org/officeDocument/2006/relationships/tags" Target="../tags/tag10.xml"/><Relationship Id="rId14" Type="http://schemas.openxmlformats.org/officeDocument/2006/relationships/oleObject" Target="../embeddings/oleObject6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79498782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25" imgW="360" imgH="360" progId="TCLayout.ActiveDocument.1">
                  <p:embed/>
                </p:oleObj>
              </mc:Choice>
              <mc:Fallback>
                <p:oleObj name="Слайд think-cell" r:id="rId25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ro New UltraLight"/>
              <a:ea typeface="+mn-ea"/>
              <a:cs typeface="+mn-cs"/>
              <a:sym typeface="Hero New UltraLight"/>
            </a:endParaRPr>
          </a:p>
        </p:txBody>
      </p:sp>
      <p:sp>
        <p:nvSpPr>
          <p:cNvPr id="3" name="Shape 3"/>
          <p:cNvSpPr>
            <a:spLocks noGrp="1"/>
          </p:cNvSpPr>
          <p:nvPr>
            <p:ph type="sldNum" sz="quarter" idx="2"/>
          </p:nvPr>
        </p:nvSpPr>
        <p:spPr>
          <a:xfrm>
            <a:off x="11573949" y="6417580"/>
            <a:ext cx="283089" cy="25391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050" b="0" i="0">
                <a:solidFill>
                  <a:schemeClr val="tx2">
                    <a:lumMod val="75000"/>
                  </a:schemeClr>
                </a:solidFill>
                <a:latin typeface="Hero New Light" charset="0"/>
                <a:ea typeface="Hero New Light" charset="0"/>
                <a:cs typeface="Hero New Light" charset="0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4" name="Shape 4"/>
          <p:cNvSpPr>
            <a:spLocks noGrp="1"/>
          </p:cNvSpPr>
          <p:nvPr>
            <p:ph type="title"/>
          </p:nvPr>
        </p:nvSpPr>
        <p:spPr>
          <a:xfrm>
            <a:off x="284309" y="263885"/>
            <a:ext cx="11581873" cy="58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lang="en-US" dirty="0"/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334964" y="996697"/>
            <a:ext cx="11522074" cy="5277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/>
          <a:lstStyle>
            <a:lvl1pPr>
              <a:buBlip>
                <a:blip r:embed="rId27"/>
              </a:buBlip>
            </a:lvl1pPr>
            <a:lvl2pPr>
              <a:buBlip>
                <a:blip r:embed="rId27"/>
              </a:buBlip>
            </a:lvl2pPr>
            <a:lvl3pPr>
              <a:buBlip>
                <a:blip r:embed="rId27"/>
              </a:buBlip>
            </a:lvl3pPr>
            <a:lvl4pPr>
              <a:buBlip>
                <a:blip r:embed="rId27"/>
              </a:buBlip>
            </a:lvl4pPr>
            <a:lvl5pPr>
              <a:buBlip>
                <a:blip r:embed="rId27"/>
              </a:buBlip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81922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91" r:id="rId21"/>
  </p:sldLayoutIdLst>
  <p:transition spd="med"/>
  <p:hf hdr="0" ftr="0" dt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Hero New UltraLight" charset="0"/>
          <a:ea typeface="Hero New UltraLight" charset="0"/>
          <a:cs typeface="Hero New UltraLight" charset="0"/>
          <a:sym typeface="Corbel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BAF59"/>
          </a:solidFill>
          <a:uFillTx/>
          <a:latin typeface="Corbel"/>
          <a:ea typeface="Corbel"/>
          <a:cs typeface="Corbel"/>
          <a:sym typeface="Corbel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BAF59"/>
          </a:solidFill>
          <a:uFillTx/>
          <a:latin typeface="Corbel"/>
          <a:ea typeface="Corbel"/>
          <a:cs typeface="Corbel"/>
          <a:sym typeface="Corbel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BAF59"/>
          </a:solidFill>
          <a:uFillTx/>
          <a:latin typeface="Corbel"/>
          <a:ea typeface="Corbel"/>
          <a:cs typeface="Corbel"/>
          <a:sym typeface="Corbel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BAF59"/>
          </a:solidFill>
          <a:uFillTx/>
          <a:latin typeface="Corbel"/>
          <a:ea typeface="Corbel"/>
          <a:cs typeface="Corbel"/>
          <a:sym typeface="Corbel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BAF59"/>
          </a:solidFill>
          <a:uFillTx/>
          <a:latin typeface="Corbel"/>
          <a:ea typeface="Corbel"/>
          <a:cs typeface="Corbel"/>
          <a:sym typeface="Corbel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BAF59"/>
          </a:solidFill>
          <a:uFillTx/>
          <a:latin typeface="Corbel"/>
          <a:ea typeface="Corbel"/>
          <a:cs typeface="Corbel"/>
          <a:sym typeface="Corbel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BAF59"/>
          </a:solidFill>
          <a:uFillTx/>
          <a:latin typeface="Corbel"/>
          <a:ea typeface="Corbel"/>
          <a:cs typeface="Corbel"/>
          <a:sym typeface="Corbel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BAF59"/>
          </a:solidFill>
          <a:uFillTx/>
          <a:latin typeface="Corbel"/>
          <a:ea typeface="Corbel"/>
          <a:cs typeface="Corbel"/>
          <a:sym typeface="Corbel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Blip>
          <a:blip r:embed="rId27"/>
        </a:buBlip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Hero New Light" charset="0"/>
          <a:ea typeface="Hero New Light" charset="0"/>
          <a:cs typeface="Hero New Light" charset="0"/>
          <a:sym typeface="Corbel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Blip>
          <a:blip r:embed="rId27"/>
        </a:buBlip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Hero New Light" charset="0"/>
          <a:ea typeface="Hero New Light" charset="0"/>
          <a:cs typeface="Hero New Light" charset="0"/>
          <a:sym typeface="Corbel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Blip>
          <a:blip r:embed="rId27"/>
        </a:buBlip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Hero New Light" charset="0"/>
          <a:ea typeface="Hero New Light" charset="0"/>
          <a:cs typeface="Hero New Light" charset="0"/>
          <a:sym typeface="Corbel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Blip>
          <a:blip r:embed="rId27"/>
        </a:buBlip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Hero New Light" charset="0"/>
          <a:ea typeface="Hero New Light" charset="0"/>
          <a:cs typeface="Hero New Light" charset="0"/>
          <a:sym typeface="Corbel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Blip>
          <a:blip r:embed="rId27"/>
        </a:buBlip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Hero New Light" charset="0"/>
          <a:ea typeface="Hero New Light" charset="0"/>
          <a:cs typeface="Hero New Light" charset="0"/>
          <a:sym typeface="Corbel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orbel"/>
          <a:ea typeface="Corbel"/>
          <a:cs typeface="Corbel"/>
          <a:sym typeface="Corbel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orbel"/>
          <a:ea typeface="Corbel"/>
          <a:cs typeface="Corbel"/>
          <a:sym typeface="Corbel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orbel"/>
          <a:ea typeface="Corbel"/>
          <a:cs typeface="Corbel"/>
          <a:sym typeface="Corbel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orbel"/>
          <a:ea typeface="Corbel"/>
          <a:cs typeface="Corbel"/>
          <a:sym typeface="Corbel"/>
        </a:defRPr>
      </a:lvl9pPr>
    </p:bodyStyle>
    <p:otherStyle>
      <a:lvl1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36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211">
          <p15:clr>
            <a:srgbClr val="F26B43"/>
          </p15:clr>
        </p15:guide>
        <p15:guide id="6" pos="7469">
          <p15:clr>
            <a:srgbClr val="F26B43"/>
          </p15:clr>
        </p15:guide>
        <p15:guide id="7" orient="horz" pos="867">
          <p15:clr>
            <a:srgbClr val="F26B43"/>
          </p15:clr>
        </p15:guide>
        <p15:guide id="8" orient="horz" pos="3952">
          <p15:clr>
            <a:srgbClr val="F26B43"/>
          </p15:clr>
        </p15:guide>
        <p15:guide id="10" pos="123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1" imgW="270" imgH="270" progId="TCLayout.ActiveDocument.1">
                  <p:embed/>
                </p:oleObj>
              </mc:Choice>
              <mc:Fallback>
                <p:oleObj name="Слайд think-cell" r:id="rId11" imgW="270" imgH="270" progId="TCLayout.ActiveDocument.1">
                  <p:embed/>
                  <p:pic>
                    <p:nvPicPr>
                      <p:cNvPr id="4" name="Объект 3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 hidden="1"/>
          <p:cNvSpPr/>
          <p:nvPr>
            <p:custDataLst>
              <p:tags r:id="rId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ru-RU" sz="3000" b="0" i="0" baseline="0" dirty="0">
              <a:latin typeface="Hero New UltraLight"/>
              <a:ea typeface="+mj-ea"/>
              <a:cs typeface="+mj-cs"/>
              <a:sym typeface="Hero New UltraLigh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2800" y="468000"/>
            <a:ext cx="7343775" cy="8480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800" y="1929600"/>
            <a:ext cx="9225834" cy="41580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2800" y="6318000"/>
            <a:ext cx="4498975" cy="209010"/>
          </a:xfrm>
          <a:prstGeom prst="rect">
            <a:avLst/>
          </a:prstGeom>
        </p:spPr>
        <p:txBody>
          <a:bodyPr vert="horz" lIns="0" tIns="36000" rIns="0" bIns="0" rtlCol="0" anchor="t" anchorCtr="0">
            <a:noAutofit/>
          </a:bodyPr>
          <a:lstStyle>
            <a:lvl1pPr algn="l">
              <a:lnSpc>
                <a:spcPts val="900"/>
              </a:lnSpc>
              <a:defRPr lang="en-US" sz="1000" smtClean="0"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1050" y="6318000"/>
            <a:ext cx="717550" cy="206115"/>
          </a:xfrm>
          <a:prstGeom prst="rect">
            <a:avLst/>
          </a:prstGeom>
        </p:spPr>
        <p:txBody>
          <a:bodyPr vert="horz" lIns="0" tIns="36000" rIns="0" bIns="0" rtlCol="0" anchor="t">
            <a:noAutofit/>
          </a:bodyPr>
          <a:lstStyle>
            <a:lvl1pPr algn="r">
              <a:lnSpc>
                <a:spcPts val="9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96C6F578-4E9C-410E-B3F6-C8EC6200006E}" type="slidenum">
              <a:rPr lang="ru-RU" smtClean="0"/>
              <a:t>‹#›</a:t>
            </a:fld>
            <a:endParaRPr lang="ru-RU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466" y="527050"/>
            <a:ext cx="331134" cy="409530"/>
          </a:xfrm>
          <a:prstGeom prst="rect">
            <a:avLst/>
          </a:prstGeom>
        </p:spPr>
      </p:pic>
      <p:graphicFrame>
        <p:nvGraphicFramePr>
          <p:cNvPr id="9" name="Объект 8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4" imgW="470" imgH="469" progId="TCLayout.ActiveDocument.1">
                  <p:embed/>
                </p:oleObj>
              </mc:Choice>
              <mc:Fallback>
                <p:oleObj name="Слайд think-cell" r:id="rId14" imgW="470" imgH="469" progId="TCLayout.ActiveDocument.1">
                  <p:embed/>
                  <p:pic>
                    <p:nvPicPr>
                      <p:cNvPr id="9" name="Объект 8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ru-RU" sz="4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78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7" r:id="rId3"/>
    <p:sldLayoutId id="2147483688" r:id="rId4"/>
    <p:sldLayoutId id="2147483689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kern="1200" cap="all" spc="-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Arial"/>
        <a:buNone/>
        <a:defRPr sz="2200" kern="1200" spc="40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2400"/>
        </a:spcBef>
        <a:spcAft>
          <a:spcPts val="600"/>
        </a:spcAft>
        <a:buFont typeface="Arial"/>
        <a:buNone/>
        <a:defRPr sz="1400" kern="1200" cap="all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7000"/>
        </a:lnSpc>
        <a:spcBef>
          <a:spcPts val="0"/>
        </a:spcBef>
        <a:buFont typeface="Arial"/>
        <a:buNone/>
        <a:tabLst/>
        <a:defRPr sz="1400" kern="1200" spc="30">
          <a:solidFill>
            <a:schemeClr val="tx1"/>
          </a:solidFill>
          <a:latin typeface="+mn-lt"/>
          <a:ea typeface="+mn-ea"/>
          <a:cs typeface="+mn-cs"/>
        </a:defRPr>
      </a:lvl3pPr>
      <a:lvl4pPr marL="234000" indent="-2340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SzPct val="70000"/>
        <a:buFont typeface=".AppleSystemUIFont" charset="0"/>
        <a:buChar char="—"/>
        <a:tabLst/>
        <a:defRPr sz="14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468000" indent="-234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70000"/>
        <a:buFont typeface=".AppleSystemUIFont" charset="0"/>
        <a:buChar char="—"/>
        <a:tabLst/>
        <a:defRPr sz="14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2">
          <p15:clr>
            <a:srgbClr val="F26B43"/>
          </p15:clr>
        </p15:guide>
        <p15:guide id="2" pos="334">
          <p15:clr>
            <a:srgbClr val="F26B43"/>
          </p15:clr>
        </p15:guide>
        <p15:guide id="3" pos="783">
          <p15:clr>
            <a:srgbClr val="F26B43"/>
          </p15:clr>
        </p15:guide>
        <p15:guide id="4" pos="931">
          <p15:clr>
            <a:srgbClr val="F26B43"/>
          </p15:clr>
        </p15:guide>
        <p15:guide id="5" pos="1384">
          <p15:clr>
            <a:srgbClr val="F26B43"/>
          </p15:clr>
        </p15:guide>
        <p15:guide id="6" pos="1528">
          <p15:clr>
            <a:srgbClr val="F26B43"/>
          </p15:clr>
        </p15:guide>
        <p15:guide id="7" pos="1981">
          <p15:clr>
            <a:srgbClr val="F26B43"/>
          </p15:clr>
        </p15:guide>
        <p15:guide id="8" pos="2125">
          <p15:clr>
            <a:srgbClr val="F26B43"/>
          </p15:clr>
        </p15:guide>
        <p15:guide id="9" pos="2574">
          <p15:clr>
            <a:srgbClr val="F26B43"/>
          </p15:clr>
        </p15:guide>
        <p15:guide id="10" pos="2718">
          <p15:clr>
            <a:srgbClr val="F26B43"/>
          </p15:clr>
        </p15:guide>
        <p15:guide id="11" pos="3315">
          <p15:clr>
            <a:srgbClr val="F26B43"/>
          </p15:clr>
        </p15:guide>
        <p15:guide id="12" pos="3171">
          <p15:clr>
            <a:srgbClr val="F26B43"/>
          </p15:clr>
        </p15:guide>
        <p15:guide id="13" pos="3767">
          <p15:clr>
            <a:srgbClr val="F26B43"/>
          </p15:clr>
        </p15:guide>
        <p15:guide id="14" pos="3908">
          <p15:clr>
            <a:srgbClr val="F26B43"/>
          </p15:clr>
        </p15:guide>
        <p15:guide id="15" pos="4360">
          <p15:clr>
            <a:srgbClr val="F26B43"/>
          </p15:clr>
        </p15:guide>
        <p15:guide id="16" pos="4508">
          <p15:clr>
            <a:srgbClr val="F26B43"/>
          </p15:clr>
        </p15:guide>
        <p15:guide id="17" pos="4960">
          <p15:clr>
            <a:srgbClr val="F26B43"/>
          </p15:clr>
        </p15:guide>
        <p15:guide id="18" pos="5104">
          <p15:clr>
            <a:srgbClr val="F26B43"/>
          </p15:clr>
        </p15:guide>
        <p15:guide id="19" pos="5552">
          <p15:clr>
            <a:srgbClr val="F26B43"/>
          </p15:clr>
        </p15:guide>
        <p15:guide id="20" pos="5700">
          <p15:clr>
            <a:srgbClr val="F26B43"/>
          </p15:clr>
        </p15:guide>
        <p15:guide id="21" orient="horz" pos="1212">
          <p15:clr>
            <a:srgbClr val="F26B43"/>
          </p15:clr>
        </p15:guide>
        <p15:guide id="22" orient="horz" pos="2083">
          <p15:clr>
            <a:srgbClr val="F26B43"/>
          </p15:clr>
        </p15:guide>
        <p15:guide id="23" orient="horz" pos="2960">
          <p15:clr>
            <a:srgbClr val="F26B43"/>
          </p15:clr>
        </p15:guide>
        <p15:guide id="24" orient="horz" pos="3834">
          <p15:clr>
            <a:srgbClr val="F26B43"/>
          </p15:clr>
        </p15:guide>
        <p15:guide id="25" orient="horz" pos="3978">
          <p15:clr>
            <a:srgbClr val="F26B43"/>
          </p15:clr>
        </p15:guide>
        <p15:guide id="26" pos="6148">
          <p15:clr>
            <a:srgbClr val="F26B43"/>
          </p15:clr>
        </p15:guide>
        <p15:guide id="27" pos="6312">
          <p15:clr>
            <a:srgbClr val="F26B43"/>
          </p15:clr>
        </p15:guide>
        <p15:guide id="28" pos="6745">
          <p15:clr>
            <a:srgbClr val="F26B43"/>
          </p15:clr>
        </p15:guide>
        <p15:guide id="29" pos="6902">
          <p15:clr>
            <a:srgbClr val="F26B43"/>
          </p15:clr>
        </p15:guide>
        <p15:guide id="30" pos="73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EFAECDDA-8E58-4336-9C8F-F878E61418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5157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470" imgH="469" progId="TCLayout.ActiveDocument.1">
                  <p:embed/>
                </p:oleObj>
              </mc:Choice>
              <mc:Fallback>
                <p:oleObj name="Слайд think-cell" r:id="rId5" imgW="470" imgH="469" progId="TCLayout.ActiveDocument.1">
                  <p:embed/>
                  <p:pic>
                    <p:nvPicPr>
                      <p:cNvPr id="4" name="Объект 3" hidden="1">
                        <a:extLst>
                          <a:ext uri="{FF2B5EF4-FFF2-40B4-BE49-F238E27FC236}">
                            <a16:creationId xmlns:a16="http://schemas.microsoft.com/office/drawing/2014/main" id="{EFAECDDA-8E58-4336-9C8F-F878E61418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Прямоугольник 20" hidden="1">
            <a:extLst>
              <a:ext uri="{FF2B5EF4-FFF2-40B4-BE49-F238E27FC236}">
                <a16:creationId xmlns:a16="http://schemas.microsoft.com/office/drawing/2014/main" id="{B68828EA-DEC1-4868-B152-A87EAF5518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ru-RU" sz="3000" b="1" dirty="0">
              <a:latin typeface="Calibri Light" panose="020F0302020204030204" pitchFamily="34" charset="0"/>
              <a:ea typeface="+mj-ea"/>
              <a:cs typeface="+mj-cs"/>
              <a:sym typeface="Hero New UltraLight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C684BB8-0D35-4494-880A-225D36012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44" y="20244"/>
            <a:ext cx="10515600" cy="589032"/>
          </a:xfrm>
        </p:spPr>
        <p:txBody>
          <a:bodyPr vert="horz"/>
          <a:lstStyle/>
          <a:p>
            <a:r>
              <a:rPr lang="ru-RU" sz="1800" b="1" kern="1200" dirty="0">
                <a:solidFill>
                  <a:srgbClr val="404041"/>
                </a:solidFill>
                <a:latin typeface="+mn-lt"/>
                <a:ea typeface="+mn-ea"/>
                <a:cs typeface="+mn-cs"/>
              </a:rPr>
              <a:t>УСЛУГА </a:t>
            </a:r>
            <a:r>
              <a:rPr lang="en-US" sz="1800" b="1" kern="1200" dirty="0">
                <a:solidFill>
                  <a:srgbClr val="404041"/>
                </a:solidFill>
                <a:latin typeface="+mn-lt"/>
                <a:ea typeface="+mn-ea"/>
                <a:cs typeface="+mn-cs"/>
              </a:rPr>
              <a:t>TEAMS </a:t>
            </a:r>
            <a:r>
              <a:rPr lang="ru-RU" sz="1800" b="1" kern="1200" dirty="0">
                <a:solidFill>
                  <a:srgbClr val="404041"/>
                </a:solidFill>
                <a:latin typeface="+mn-lt"/>
                <a:ea typeface="+mn-ea"/>
                <a:cs typeface="+mn-cs"/>
              </a:rPr>
              <a:t>ТЕЛЕФОНИЯ</a:t>
            </a:r>
          </a:p>
        </p:txBody>
      </p:sp>
      <p:graphicFrame>
        <p:nvGraphicFramePr>
          <p:cNvPr id="23" name="Таблица 23">
            <a:extLst>
              <a:ext uri="{FF2B5EF4-FFF2-40B4-BE49-F238E27FC236}">
                <a16:creationId xmlns:a16="http://schemas.microsoft.com/office/drawing/2014/main" id="{AAB15C8D-F79B-4A31-8DA5-ADB225E0E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854513"/>
              </p:ext>
            </p:extLst>
          </p:nvPr>
        </p:nvGraphicFramePr>
        <p:xfrm>
          <a:off x="143872" y="314760"/>
          <a:ext cx="11887384" cy="33688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384250">
                  <a:extLst>
                    <a:ext uri="{9D8B030D-6E8A-4147-A177-3AD203B41FA5}">
                      <a16:colId xmlns:a16="http://schemas.microsoft.com/office/drawing/2014/main" val="3725553472"/>
                    </a:ext>
                  </a:extLst>
                </a:gridCol>
                <a:gridCol w="5503134">
                  <a:extLst>
                    <a:ext uri="{9D8B030D-6E8A-4147-A177-3AD203B41FA5}">
                      <a16:colId xmlns:a16="http://schemas.microsoft.com/office/drawing/2014/main" val="1550539332"/>
                    </a:ext>
                  </a:extLst>
                </a:gridCol>
              </a:tblGrid>
              <a:tr h="2831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ЦЕЛЕВОЙ СЕГМЕНТ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ПРОФИЛЬ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B2B</a:t>
                      </a:r>
                      <a:endParaRPr lang="ru-RU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321591"/>
                  </a:ext>
                </a:extLst>
              </a:tr>
              <a:tr h="2972610">
                <a:tc>
                  <a:txBody>
                    <a:bodyPr/>
                    <a:lstStyle/>
                    <a:p>
                      <a:pPr algn="l"/>
                      <a:r>
                        <a:rPr lang="ru-RU" sz="1600" b="1" baseline="0" dirty="0"/>
                        <a:t>Отрасли </a:t>
                      </a:r>
                      <a:r>
                        <a:rPr lang="en-US" sz="1600" b="1" baseline="0" dirty="0"/>
                        <a:t>B2B</a:t>
                      </a:r>
                      <a:r>
                        <a:rPr lang="ru-RU" sz="1600" b="1" dirty="0"/>
                        <a:t>: </a:t>
                      </a:r>
                    </a:p>
                    <a:p>
                      <a:pPr algn="l"/>
                      <a:r>
                        <a:rPr lang="ru-RU" sz="1200" dirty="0"/>
                        <a:t>Финансовый сектор: банки второго уровня, МФО, фондовые биржи и т.д., </a:t>
                      </a:r>
                    </a:p>
                    <a:p>
                      <a:pPr algn="l"/>
                      <a:r>
                        <a:rPr lang="ru-RU" sz="1200" dirty="0"/>
                        <a:t>Страховые компании; </a:t>
                      </a:r>
                    </a:p>
                    <a:p>
                      <a:pPr algn="l"/>
                      <a:r>
                        <a:rPr lang="ru-RU" sz="1200" dirty="0"/>
                        <a:t>Промышленные предприятия (производственные, добыча и переработка); </a:t>
                      </a:r>
                    </a:p>
                    <a:p>
                      <a:pPr algn="l"/>
                      <a:r>
                        <a:rPr lang="ru-RU" sz="1200" dirty="0"/>
                        <a:t>Розничная торговля и </a:t>
                      </a:r>
                      <a:r>
                        <a:rPr lang="en-US" sz="1200" dirty="0"/>
                        <a:t>eCommerce</a:t>
                      </a:r>
                      <a:r>
                        <a:rPr lang="ru-RU" sz="1200" dirty="0"/>
                        <a:t>; </a:t>
                      </a:r>
                    </a:p>
                    <a:p>
                      <a:pPr algn="l"/>
                      <a:r>
                        <a:rPr lang="ru-RU" sz="1200" dirty="0"/>
                        <a:t>Компании, занимающиеся разработкой ПО и системные интеграторы;</a:t>
                      </a:r>
                    </a:p>
                    <a:p>
                      <a:pPr algn="l"/>
                      <a:r>
                        <a:rPr lang="ru-RU" sz="1200" dirty="0"/>
                        <a:t>Логистические компаний;  </a:t>
                      </a:r>
                      <a:endParaRPr lang="en-US" sz="1200" dirty="0"/>
                    </a:p>
                    <a:p>
                      <a:pPr algn="l"/>
                      <a:r>
                        <a:rPr lang="ru-RU" sz="1200" dirty="0"/>
                        <a:t>Здравохранение; </a:t>
                      </a:r>
                    </a:p>
                    <a:p>
                      <a:pPr algn="l"/>
                      <a:r>
                        <a:rPr lang="ru-RU" sz="1200" dirty="0"/>
                        <a:t>Образовательный сегмент; </a:t>
                      </a:r>
                    </a:p>
                    <a:p>
                      <a:pPr algn="l"/>
                      <a:r>
                        <a:rPr lang="en-US" sz="1200" dirty="0"/>
                        <a:t>B2G </a:t>
                      </a:r>
                      <a:r>
                        <a:rPr lang="ru-RU" sz="1200" dirty="0"/>
                        <a:t>сегмент; </a:t>
                      </a:r>
                    </a:p>
                    <a:p>
                      <a:pPr algn="l"/>
                      <a:endParaRPr lang="ru-RU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У Клиента несколько проектных команд, </a:t>
                      </a:r>
                      <a:r>
                        <a:rPr lang="ru-RU" sz="12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распределенных географически</a:t>
                      </a: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;</a:t>
                      </a:r>
                    </a:p>
                    <a:p>
                      <a:pPr marL="171450" lvl="0" indent="-171450">
                        <a:buFont typeface="Wingdings" panose="05000000000000000000" pitchFamily="2" charset="2"/>
                        <a:buChar char="ü"/>
                        <a:defRPr/>
                      </a:pP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У Клиента есть сотрудники работающие в полях;</a:t>
                      </a:r>
                      <a:endParaRPr lang="en-US" sz="12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  <a:p>
                      <a:pPr marL="171450" lvl="0" indent="-171450">
                        <a:buFont typeface="Wingdings" panose="05000000000000000000" pitchFamily="2" charset="2"/>
                        <a:buChar char="ü"/>
                        <a:defRPr/>
                      </a:pP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Клиент активно пользуется с сервисами Microsoft </a:t>
                      </a:r>
                      <a:r>
                        <a:rPr lang="en-US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O365</a:t>
                      </a: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;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У Клиента есть колл-центр;</a:t>
                      </a:r>
                      <a:endParaRPr lang="en-US" sz="12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Клиенту требуется единая среда для коммуникаций и работы над офисными Документами;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  <a:p>
                      <a:pPr algn="ctr"/>
                      <a:endParaRPr lang="ru-RU" sz="20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243289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500734"/>
              </p:ext>
            </p:extLst>
          </p:nvPr>
        </p:nvGraphicFramePr>
        <p:xfrm>
          <a:off x="160744" y="3096628"/>
          <a:ext cx="11904255" cy="670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904776">
                  <a:extLst>
                    <a:ext uri="{9D8B030D-6E8A-4147-A177-3AD203B41FA5}">
                      <a16:colId xmlns:a16="http://schemas.microsoft.com/office/drawing/2014/main" val="755579247"/>
                    </a:ext>
                  </a:extLst>
                </a:gridCol>
                <a:gridCol w="5999479">
                  <a:extLst>
                    <a:ext uri="{9D8B030D-6E8A-4147-A177-3AD203B41FA5}">
                      <a16:colId xmlns:a16="http://schemas.microsoft.com/office/drawing/2014/main" val="3522174336"/>
                    </a:ext>
                  </a:extLst>
                </a:gridCol>
              </a:tblGrid>
              <a:tr h="23193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cap="none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ЭФФЕКТ ПРОДУКТА ДЛЯ БИЗНЕСА КЛИЕНТА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3747"/>
                  </a:ext>
                </a:extLst>
              </a:tr>
              <a:tr h="2395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cap="none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БОЛЬ КЛИЕНТА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cap="none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ФАКТОРЫ ПОМОЩИ (Наш Продукт)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356256"/>
                  </a:ext>
                </a:extLst>
              </a:tr>
            </a:tbl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BA7B9BC-2DB5-C0A6-94CD-7E28C72D8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854446"/>
              </p:ext>
            </p:extLst>
          </p:nvPr>
        </p:nvGraphicFramePr>
        <p:xfrm>
          <a:off x="177615" y="3767188"/>
          <a:ext cx="11870512" cy="285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5381">
                  <a:extLst>
                    <a:ext uri="{9D8B030D-6E8A-4147-A177-3AD203B41FA5}">
                      <a16:colId xmlns:a16="http://schemas.microsoft.com/office/drawing/2014/main" val="1075090337"/>
                    </a:ext>
                  </a:extLst>
                </a:gridCol>
                <a:gridCol w="5975131">
                  <a:extLst>
                    <a:ext uri="{9D8B030D-6E8A-4147-A177-3AD203B41FA5}">
                      <a16:colId xmlns:a16="http://schemas.microsoft.com/office/drawing/2014/main" val="1102934223"/>
                    </a:ext>
                  </a:extLst>
                </a:gridCol>
              </a:tblGrid>
              <a:tr h="6272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Разнородные системы для коммуникаций с клиентами (чаты, звонки по </a:t>
                      </a:r>
                      <a:r>
                        <a:rPr lang="en-US" dirty="0"/>
                        <a:t>IP</a:t>
                      </a:r>
                      <a:r>
                        <a:rPr lang="ru-RU" dirty="0"/>
                        <a:t>, звонки на сети телефонных операторов в разных системах) - работа в разных окнах;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Единое рабочее окно для всех видов коммуникаций;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081337"/>
                  </a:ext>
                </a:extLst>
              </a:tr>
              <a:tr h="6683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Сложности при вводе в эксплуатацию и дороговизна ИТ – инфраструктуры;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Нет необходимости в приобретений и обслуживаний «железа», все находится на стороне Кселл;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3560"/>
                  </a:ext>
                </a:extLst>
              </a:tr>
              <a:tr h="5141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Отсутствие единой платформы для гибридной и удаленной работы;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Подключение с любого места и с любого устройства;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010596"/>
                  </a:ext>
                </a:extLst>
              </a:tr>
              <a:tr h="5141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Сложности в масштабировании; 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/>
                        <a:t>Быстрое добавление новых пользователей и увеличений телефонных каналов; 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052650"/>
                  </a:ext>
                </a:extLst>
              </a:tr>
              <a:tr h="5141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Сложности в обеспечений информационной безопасности в разнородных системах;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/>
                        <a:t>Информационная безопасность обеспечивается стандартами </a:t>
                      </a:r>
                      <a:r>
                        <a:rPr lang="en-US" dirty="0"/>
                        <a:t>Microsoft</a:t>
                      </a:r>
                      <a:r>
                        <a:rPr lang="ru-RU" dirty="0"/>
                        <a:t>;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ISO 27001 </a:t>
                      </a: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и </a:t>
                      </a:r>
                      <a:r>
                        <a:rPr lang="en-US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GDPR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09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117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53B4D44-2292-F9DB-3424-2D6ED76A1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247810"/>
              </p:ext>
            </p:extLst>
          </p:nvPr>
        </p:nvGraphicFramePr>
        <p:xfrm>
          <a:off x="246628" y="2024652"/>
          <a:ext cx="11658326" cy="4609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0784">
                  <a:extLst>
                    <a:ext uri="{9D8B030D-6E8A-4147-A177-3AD203B41FA5}">
                      <a16:colId xmlns:a16="http://schemas.microsoft.com/office/drawing/2014/main" val="2227574572"/>
                    </a:ext>
                  </a:extLst>
                </a:gridCol>
                <a:gridCol w="1354669">
                  <a:extLst>
                    <a:ext uri="{9D8B030D-6E8A-4147-A177-3AD203B41FA5}">
                      <a16:colId xmlns:a16="http://schemas.microsoft.com/office/drawing/2014/main" val="1075090337"/>
                    </a:ext>
                  </a:extLst>
                </a:gridCol>
                <a:gridCol w="1745396">
                  <a:extLst>
                    <a:ext uri="{9D8B030D-6E8A-4147-A177-3AD203B41FA5}">
                      <a16:colId xmlns:a16="http://schemas.microsoft.com/office/drawing/2014/main" val="1102934223"/>
                    </a:ext>
                  </a:extLst>
                </a:gridCol>
                <a:gridCol w="1387477">
                  <a:extLst>
                    <a:ext uri="{9D8B030D-6E8A-4147-A177-3AD203B41FA5}">
                      <a16:colId xmlns:a16="http://schemas.microsoft.com/office/drawing/2014/main" val="3782437618"/>
                    </a:ext>
                  </a:extLst>
                </a:gridCol>
              </a:tblGrid>
              <a:tr h="4518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 u="none" strike="noStrike" cap="none" spc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cap="none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Бизнес телефония (</a:t>
                      </a:r>
                      <a:r>
                        <a:rPr lang="en-US" sz="1600" b="0" i="0" u="none" strike="noStrike" cap="none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PBX)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cap="none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Виртуальная АТС (ВАТС) </a:t>
                      </a:r>
                      <a:endParaRPr lang="en-US" sz="1600" b="0" i="0" u="none" strike="noStrike" cap="none" spc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cap="none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Teams </a:t>
                      </a:r>
                      <a:r>
                        <a:rPr lang="ru-RU" sz="1600" b="0" i="0" u="none" strike="noStrike" cap="none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Телефония</a:t>
                      </a:r>
                      <a:endParaRPr lang="en-US" sz="1600" b="0" i="0" u="none" strike="noStrike" cap="none" spc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319362"/>
                  </a:ext>
                </a:extLst>
              </a:tr>
              <a:tr h="627241">
                <a:tc>
                  <a:txBody>
                    <a:bodyPr/>
                    <a:lstStyle/>
                    <a:p>
                      <a:r>
                        <a:rPr lang="ru-RU" dirty="0"/>
                        <a:t>Звонки на сотовые, городские, международные направления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081337"/>
                  </a:ext>
                </a:extLst>
              </a:tr>
              <a:tr h="668357">
                <a:tc>
                  <a:txBody>
                    <a:bodyPr/>
                    <a:lstStyle/>
                    <a:p>
                      <a:r>
                        <a:rPr lang="ru-RU" dirty="0"/>
                        <a:t>Звонки между агентским ПО </a:t>
                      </a:r>
                      <a:r>
                        <a:rPr lang="ru-RU" dirty="0" err="1"/>
                        <a:t>по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IP</a:t>
                      </a:r>
                      <a:r>
                        <a:rPr lang="ru-RU" dirty="0"/>
                        <a:t> через Интернет (бесплатные звонки)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3560"/>
                  </a:ext>
                </a:extLst>
              </a:tr>
              <a:tr h="514121">
                <a:tc>
                  <a:txBody>
                    <a:bodyPr/>
                    <a:lstStyle/>
                    <a:p>
                      <a:r>
                        <a:rPr lang="ru-RU" dirty="0"/>
                        <a:t>Аудио-конференций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 наличий функционала в клиентской АТС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010596"/>
                  </a:ext>
                </a:extLst>
              </a:tr>
              <a:tr h="5141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Видео-конференций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052650"/>
                  </a:ext>
                </a:extLst>
              </a:tr>
              <a:tr h="514121">
                <a:tc>
                  <a:txBody>
                    <a:bodyPr/>
                    <a:lstStyle/>
                    <a:p>
                      <a:r>
                        <a:rPr lang="ru-RU" dirty="0"/>
                        <a:t>Аналитика по звонкам (кол-во пропущенных, отвеченных, переадресованных и т.д.)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При наличий функционала в клиентской АТС 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+</a:t>
                      </a:r>
                      <a:endParaRPr lang="en-US" sz="1200" b="0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+</a:t>
                      </a:r>
                      <a:endParaRPr lang="en-US" sz="1200" b="0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09768"/>
                  </a:ext>
                </a:extLst>
              </a:tr>
              <a:tr h="514121">
                <a:tc>
                  <a:txBody>
                    <a:bodyPr/>
                    <a:lstStyle/>
                    <a:p>
                      <a:r>
                        <a:rPr lang="ru-RU" dirty="0"/>
                        <a:t>Совместная работа над документами и их хранение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endParaRPr lang="ru-RU" sz="1200" b="0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+</a:t>
                      </a:r>
                      <a:endParaRPr lang="en-US" sz="1200" b="0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998564"/>
                  </a:ext>
                </a:extLst>
              </a:tr>
            </a:tbl>
          </a:graphicData>
        </a:graphic>
      </p:graphicFrame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0F11E005-FBD1-4E61-BE30-92F46DEE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44" y="223508"/>
            <a:ext cx="10515600" cy="589032"/>
          </a:xfrm>
        </p:spPr>
        <p:txBody>
          <a:bodyPr vert="horz"/>
          <a:lstStyle/>
          <a:p>
            <a:r>
              <a:rPr lang="ru-RU" sz="1800" b="1" kern="1200" dirty="0">
                <a:solidFill>
                  <a:srgbClr val="404041"/>
                </a:solidFill>
                <a:latin typeface="+mn-lt"/>
                <a:ea typeface="+mn-ea"/>
                <a:cs typeface="+mn-cs"/>
              </a:rPr>
              <a:t>СРАВНЕНИЕ ФУНКЦИОНАЛА </a:t>
            </a:r>
            <a:r>
              <a:rPr lang="en-US" sz="1800" b="1" kern="1200" dirty="0">
                <a:solidFill>
                  <a:srgbClr val="404041"/>
                </a:solidFill>
                <a:latin typeface="+mn-lt"/>
                <a:ea typeface="+mn-ea"/>
                <a:cs typeface="+mn-cs"/>
              </a:rPr>
              <a:t>TEAMS </a:t>
            </a:r>
            <a:r>
              <a:rPr lang="ru-RU" sz="1800" b="1" kern="1200" dirty="0">
                <a:solidFill>
                  <a:srgbClr val="404041"/>
                </a:solidFill>
                <a:latin typeface="+mn-lt"/>
                <a:ea typeface="+mn-ea"/>
                <a:cs typeface="+mn-cs"/>
              </a:rPr>
              <a:t>ТЕЛЕФОНИЙ С ВАТС И </a:t>
            </a:r>
            <a:r>
              <a:rPr lang="en-US" sz="1800" b="1" kern="1200" dirty="0">
                <a:solidFill>
                  <a:srgbClr val="404041"/>
                </a:solidFill>
                <a:latin typeface="+mn-lt"/>
                <a:ea typeface="+mn-ea"/>
                <a:cs typeface="+mn-cs"/>
              </a:rPr>
              <a:t>PBX</a:t>
            </a:r>
            <a:r>
              <a:rPr lang="ru-RU" sz="1800" b="1" kern="1200" dirty="0">
                <a:solidFill>
                  <a:srgbClr val="404041"/>
                </a:solidFill>
                <a:latin typeface="+mn-lt"/>
                <a:ea typeface="+mn-ea"/>
                <a:cs typeface="+mn-c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618265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25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MhHtlDTYDHI3IMMyklM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m6Gm0D.K645kPcfRaca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ZVNOxJdF3FVexuHJ7P6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yyKUUi_N3jIb4pY_Wq5A"/>
</p:tagLst>
</file>

<file path=ppt/theme/theme1.xml><?xml version="1.0" encoding="utf-8"?>
<a:theme xmlns:a="http://schemas.openxmlformats.org/drawingml/2006/main" name="1_Office Theme">
  <a:themeElements>
    <a:clrScheme name="VEON">
      <a:dk1>
        <a:srgbClr val="333232"/>
      </a:dk1>
      <a:lt1>
        <a:srgbClr val="FFFFFF"/>
      </a:lt1>
      <a:dk2>
        <a:srgbClr val="A7A7A7"/>
      </a:dk2>
      <a:lt2>
        <a:srgbClr val="727474"/>
      </a:lt2>
      <a:accent1>
        <a:srgbClr val="979797"/>
      </a:accent1>
      <a:accent2>
        <a:srgbClr val="FAA016"/>
      </a:accent2>
      <a:accent3>
        <a:srgbClr val="FDB611"/>
      </a:accent3>
      <a:accent4>
        <a:srgbClr val="FFD22D"/>
      </a:accent4>
      <a:accent5>
        <a:srgbClr val="ECEDEC"/>
      </a:accent5>
      <a:accent6>
        <a:srgbClr val="F38109"/>
      </a:accent6>
      <a:hlink>
        <a:srgbClr val="0EAFC6"/>
      </a:hlink>
      <a:folHlink>
        <a:srgbClr val="CFC9BB"/>
      </a:folHlink>
    </a:clrScheme>
    <a:fontScheme name="HeroNew">
      <a:majorFont>
        <a:latin typeface="HeroNew-UltraLight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HeroNew-Light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 w="12700" cap="flat">
          <a:solidFill>
            <a:schemeClr val="bg1">
              <a:lumMod val="75000"/>
            </a:schemeClr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>
          <a:defRPr sz="1400" dirty="0">
            <a:latin typeface="Hero New Light" charset="0"/>
            <a:ea typeface="Hero New Light" charset="0"/>
            <a:cs typeface="Hero New Light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C99F7B4A-A874-C142-B4A8-DC242A4F3AB2}" vid="{7C26E457-D427-AD43-AA29-3E27643EE748}"/>
    </a:ext>
  </a:extLst>
</a:theme>
</file>

<file path=ppt/theme/theme2.xml><?xml version="1.0" encoding="utf-8"?>
<a:theme xmlns:a="http://schemas.openxmlformats.org/drawingml/2006/main" name="5_Тема Office">
  <a:themeElements>
    <a:clrScheme name="  1">
      <a:dk1>
        <a:srgbClr val="2C2C2C"/>
      </a:dk1>
      <a:lt1>
        <a:srgbClr val="FFFFFF"/>
      </a:lt1>
      <a:dk2>
        <a:srgbClr val="979797"/>
      </a:dk2>
      <a:lt2>
        <a:srgbClr val="FFFFFF"/>
      </a:lt2>
      <a:accent1>
        <a:srgbClr val="2B2B2B"/>
      </a:accent1>
      <a:accent2>
        <a:srgbClr val="7F7F7F"/>
      </a:accent2>
      <a:accent3>
        <a:srgbClr val="FFCB24"/>
      </a:accent3>
      <a:accent4>
        <a:srgbClr val="D61150"/>
      </a:accent4>
      <a:accent5>
        <a:srgbClr val="009536"/>
      </a:accent5>
      <a:accent6>
        <a:srgbClr val="0DAEC5"/>
      </a:accent6>
      <a:hlink>
        <a:srgbClr val="2B2B2B"/>
      </a:hlink>
      <a:folHlink>
        <a:srgbClr val="2B2B2B"/>
      </a:folHlink>
    </a:clrScheme>
    <a:fontScheme name="Office 2">
      <a:majorFont>
        <a:latin typeface="Hero New Ultra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Hero New Light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0131-VIP-Presentation-Template-BASIC" id="{FB6A0A4C-0A10-4E4D-AB3A-BD08AD5F3282}" vid="{8FD3F895-46AC-3B49-B8E0-80CFA4A65828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Link xmlns="34351eb4-5e07-4c99-b842-6b98263d0705">
      <Url xsi:nil="true"/>
      <Description xsi:nil="true"/>
    </Link>
    <Update xmlns="34351eb4-5e07-4c99-b842-6b98263d0705" xsi:nil="true"/>
    <ShowRepairView xmlns="http://schemas.microsoft.com/sharepoint/v3" xsi:nil="true"/>
    <_x0410__x043a__x0442__x0438__x0432__x043d__x043e__x0441__x0442__x044c_ xmlns="34351eb4-5e07-4c99-b842-6b98263d0705" xsi:nil="true"/>
    <ShowCombineView xmlns="http://schemas.microsoft.com/sharepoint/v3" xsi:nil="true"/>
    <xd_ProgID xmlns="http://schemas.microsoft.com/sharepoint/v3" xsi:nil="true"/>
    <Company_x0020_Link xmlns="34351eb4-5e07-4c99-b842-6b98263d0705" xsi:nil="true"/>
    <User xmlns="34351eb4-5e07-4c99-b842-6b98263d0705">
      <UserInfo>
        <DisplayName/>
        <AccountId xsi:nil="true"/>
        <AccountType/>
      </UserInfo>
    </User>
    <Test xmlns="34351eb4-5e07-4c99-b842-6b98263d07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Форма" ma:contentTypeID="0x010101005735C98F2F9FC74E9C48A2E5D7E53F63" ma:contentTypeVersion="27118" ma:contentTypeDescription="Заполнение формы." ma:contentTypeScope="" ma:versionID="a669978e604b8b8f6328f08562b839fa">
  <xsd:schema xmlns:xsd="http://www.w3.org/2001/XMLSchema" xmlns:xs="http://www.w3.org/2001/XMLSchema" xmlns:p="http://schemas.microsoft.com/office/2006/metadata/properties" xmlns:ns1="http://schemas.microsoft.com/sharepoint/v3" xmlns:ns2="34351eb4-5e07-4c99-b842-6b98263d0705" targetNamespace="http://schemas.microsoft.com/office/2006/metadata/properties" ma:root="true" ma:fieldsID="1350af98472859266514a7173cdd1a10" ns1:_="" ns2:_="">
    <xsd:import namespace="http://schemas.microsoft.com/sharepoint/v3"/>
    <xsd:import namespace="34351eb4-5e07-4c99-b842-6b98263d0705"/>
    <xsd:element name="properties">
      <xsd:complexType>
        <xsd:sequence>
          <xsd:element name="documentManagement">
            <xsd:complexType>
              <xsd:all>
                <xsd:element ref="ns1:ShowRepairView" minOccurs="0"/>
                <xsd:element ref="ns1:TemplateUrl" minOccurs="0"/>
                <xsd:element ref="ns1:xd_ProgID" minOccurs="0"/>
                <xsd:element ref="ns2:BIN" minOccurs="0"/>
                <xsd:element ref="ns2:Account_x0020_Name" minOccurs="0"/>
                <xsd:element ref="ns2:_x0424__x043e__x0440__x043c__x0430_" minOccurs="0"/>
                <xsd:element ref="ns2:_x0423__x0441__x0442__x0430__x0432_" minOccurs="0"/>
                <xsd:element ref="ns2:_x0421__x0432__x0438__x0434__x0435__x0442__x0435__x043b__x044c__x0441__x0442__x0432__x043e___x041d__x0414__x0421_" minOccurs="0"/>
                <xsd:element ref="ns2:_x0421__x0432__x0438__x0434__x0435__x0442__x0435__x043b__x044c__x0441__x0442__x0432__x043e___x043e___x0440__x0435__x0433__x0438__x0441__x0442__x0440__x0430__x0446__x0438__x0438_" minOccurs="0"/>
                <xsd:element ref="ns2:_x0414__x043e__x0432__x0435__x0440__x0435__x043d__x043d__x043e__x0441__x0442__x044c_" minOccurs="0"/>
                <xsd:element ref="ns2:_x0423__x0434__x043e__x0441__x0442__x043e__x0432__x0435__x0440__x0435__x043d__x0438__x0435___x043b__x0438__x0447__x043d__x043e__x0441__x0442__x0438_" minOccurs="0"/>
                <xsd:element ref="ns2:_x0421__x0432__x0438__x0434__x0435__x0442__x0435__x043b__x044c__x0441__x0442__x0432__x043e___x0418__x041f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inOccurs="0"/>
                <xsd:element ref="ns2:_x041f__x0440__x0438__x043a__x0430__x0437___x043e___x043d__x0430__x0437__x043d__x0430__x0447__x0435__x043d__x0438__x0438_" minOccurs="0"/>
                <xsd:element ref="ns2:_x0412__x044b__x043f__x0438__x0441__x043a__x0430___x0438__x0437___x043f__x0440__x043e__x0442__x043e__x043a__x043e__x043b__x0430___x0443__x0447__x0430__x0441__x0442__x043d__x0438__x043a__x043e__x0432_" minOccurs="0"/>
                <xsd:element ref="ns2:_x041f__x0430__x0440__x043e__x043b__x044c___x043d__x0430___x0432__x0435__x0440__x0438__x0444__x0438__x043a__x0430__x0446__x0438__x044e_" minOccurs="0"/>
                <xsd:element ref="ns2:_x041f__x0430__x0440__x043e__x043b__x044c___x043d__x0430___x0432__x0435__x0440__x0438__x0444__x0438__x043a__x0430__x0446__x0438__x044e___x0418__x041f_" minOccurs="0"/>
                <xsd:element ref="ns2:_x041f__x0440__x0438__x043a__x0430__x0437___x043d__x0430__x0447__x0430__x043b__x043e_" minOccurs="0"/>
                <xsd:element ref="ns2:_x041f__x0440__x0438__x043a__x0430__x0437___x043a__x043e__x043d__x0435__x0446_" minOccurs="0"/>
                <xsd:element ref="ns2:_x0412__x044b__x043f__x0438__x0441__x043a__x0430___x043d__x0430__x0447__x0430__x043b__x043e_" minOccurs="0"/>
                <xsd:element ref="ns2:_x0412__x044b__x043f__x0438__x0441__x043a__x0430___x043a__x043e__x043d__x0435__x0446_" minOccurs="0"/>
                <xsd:element ref="ns2:_x0414__x043e__x0432__x0435__x0440__x0435__x043d__x043d__x043e__x0441__x0442__x044c___x043d__x0430__x0447__x0430__x043b__x043e_" minOccurs="0"/>
                <xsd:element ref="ns2:_x0414__x043e__x0432__x0435__x0440__x0435__x043d__x043d__x043e__x0441__x0442__x044c___x043e__x043a__x043e__x043d__x0447__x0430__x043d__x0438__x0435_" minOccurs="0"/>
                <xsd:element ref="ns2:KASE" minOccurs="0"/>
                <xsd:element ref="ns2:SM" minOccurs="0"/>
                <xsd:element ref="ns2:Company_x0020_Documents" minOccurs="0"/>
                <xsd:element ref="ns2:_x0418__x041f___x0443__x0434___x043a__x043e__x043d__x0435__x0446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inOccurs="0"/>
                <xsd:element ref="ns2:_x0414__x043e__x0433__x043e__x0432__x043e__x0440__x0020__x0430__x0440__x0435__x043d__x0434__x044b_" minOccurs="0"/>
                <xsd:element ref="ns2:_x0410__x043a__x0442__x0020__x043f__x0440__x0438__x0435__x043c__x0430__x0020__x043f__x043e__x043c__x0435__x0449__x0435__x043d__x0438__x044f_0" minOccurs="0"/>
                <xsd:element ref="ns2:_x0410__x043a__x0442__x0443__x043b__x044c__x043d__x043e__x0441__x0442__x044c_" minOccurs="0"/>
                <xsd:element ref="ns2:_x0410__x043a__x0442__x0443__x043b__x044c__x043d__x043e__x0441__x0442__x044c_1" minOccurs="0"/>
                <xsd:element ref="ns2:_x0414__x0430__x0442__x0430___x043e__x043a__x043e__x043d__x0447__x0430__x043d__x0438__x044f___x0434__x0435__x0439__x0441__x0442__x0432__x0438__x044f_" minOccurs="0"/>
                <xsd:element ref="ns2:_x0414__x0430__x0442__x0430___x043e__x043a__x043e__x043d__x0447__x0430__x043d__x0438__x044f___x0434__x0435__x0439__x0441__x0442__x0432__x0438__x044f_1" minOccurs="0"/>
                <xsd:element ref="ns2:_x042e__x0440__x0438__x0434__x0438__x0447__x0435__x0441__x043a__x043e__x0435___x043d__x0430__x0438__x043c__x0435__x043d__x043e__x0432__x0430__x043d__x0438__x0435_" minOccurs="0"/>
                <xsd:element ref="ns2:_x0421__x0442__x0440__x0430__x043d__x0430___x044e__x0440_" minOccurs="0"/>
                <xsd:element ref="ns2:_x0418__x043d__x0434__x0435__x043a__x0441___x044e__x0440_" minOccurs="0"/>
                <xsd:element ref="ns2:_x0413__x043e__x0440__x043e__x0434___x044e__x0440_" minOccurs="0"/>
                <xsd:element ref="ns2:_x0410__x0434__x0440__x0435__x0441___x044e__x0440_" minOccurs="0"/>
                <xsd:element ref="ns2:_x0421__x0442__x0440__x0430__x043d__x0430___x0444__x0430__x043a__x0442_" minOccurs="0"/>
                <xsd:element ref="ns2:_x0418__x043d__x0434__x0435__x043a__x0441___x0444__x0430__x043a__x0442_" minOccurs="0"/>
                <xsd:element ref="ns2:_x0413__x043e__x0440__x043e__x0434___x0444__x0430__x043a__x0442_" minOccurs="0"/>
                <xsd:element ref="ns2:_x0410__x0434__x0440__x0435__x0441___x0444__x0430__x043a__x0442_" minOccurs="0"/>
                <xsd:element ref="ns2:_x0442__x0435__x043b__x0435__x0444__x043e__x043d___x0444__x0430__x043a__x0441_" minOccurs="0"/>
                <xsd:element ref="ns2:E_x0020_Mail" minOccurs="0"/>
                <xsd:element ref="ns2:_x0411__x0430__x043d__x043a_" minOccurs="0"/>
                <xsd:element ref="ns2:IBAN" minOccurs="0"/>
                <xsd:element ref="ns2:_x0411__x0418__x041a_" minOccurs="0"/>
                <xsd:element ref="ns2:_x0411__x0418__x041d_" minOccurs="0"/>
                <xsd:element ref="ns2:_x041a__x0411__x0415_" minOccurs="0"/>
                <xsd:element ref="ns2:_x0410__x043a__x0442__x0438__x0432__x043d__x043e__x0441__x0442__x044c_" minOccurs="0"/>
                <xsd:element ref="ns2:_x041f__x0430__x0440__x043e__x043b__x044c_" minOccurs="0"/>
                <xsd:element ref="ns2:_x041a__x043e__x043d__x0442__x0430__x043a__x0442__x043d__x044b__x0439___x0430__x0431__x043e__x043d__x0435__x043d__x0442__x0441__x043a__x0438__x0439___x043d__x043e__x043c__x0435__x0440_" minOccurs="0"/>
                <xsd:element ref="ns2:_x042d__x043b__x0435__x043a__x0442__x0440__x043e__x043d__x043d__x044b__x0439___x0430__x0434__x0440__x0435__x0441_" minOccurs="0"/>
                <xsd:element ref="ns2:Test" minOccurs="0"/>
                <xsd:element ref="ns2:Company_x0020_Link" minOccurs="0"/>
                <xsd:element ref="ns2:Update" minOccurs="0"/>
                <xsd:element ref="ns2:Link" minOccurs="0"/>
                <xsd:element ref="ns2:_x041f__x0438__x0441__x044c__x043c__x043e___x0441__x043e__x0433__x043b__x0430__x0441__x0438__x0435___x0441__x0442__x0430__x0442__x0443__x0441_" minOccurs="0"/>
                <xsd:element ref="ns2:_x041f__x0438__x0441__x044c__x043c__x043e___x0441__x043e__x0433__x043b__x0430__x0441__x0438__x0435__date" minOccurs="0"/>
                <xsd:element ref="ns2:_x041f__x0438__x0441__x044c__x043c__x043e___x0441__x043e__x0433__x043b__x0430__x0441__x0438__x0435___x044e__x0437__x0435__x0440_" minOccurs="0"/>
                <xsd:element ref="ns2:_x041f__x0438__x0441__x044c__x043c__x043e___x0441__x043e__x0433__x043b__x0430__x0441__x0438__x0435___x043e__x0440__x0438__x0433__x0438__x043d__x0430__x043b_" minOccurs="0"/>
                <xsd:element ref="ns2:_x041f__x0438__x0441__x044c__x043c__x043e___x0441__x043e__x0433__x043b__x0430__x0441__x0438__x0435___x043e__x0440__x0438__x0433__x0438__x043d__x0430__x043b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" minOccurs="0"/>
                <xsd:element ref="ns2:_x0424__x0418__x041e___x043f__x043e__x0432__x0435__x0440__x0435__x043d__x043d__x043e__x0433__x043e_" minOccurs="0"/>
                <xsd:element ref="ns2:_x0412__x0435__x0440__x0438__x0444__x0438__x043a__x0430__x0446__x0438__x044f___x043d__x0430__x043b__x0438__x0447__x0438__x0435___x043e__x0440__x0438__x0433__x0438__x043d__x0430__x043b__x0430_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__x0438__x0441__x0442__x043e__x0440__x0438__x044f_" minOccurs="0"/>
                <xsd:element ref="ns2:_x041f__x0430__x0440__x043e__x043b__x044c__2" minOccurs="0"/>
                <xsd:element ref="ns2:_x041f__x0430__x0440__x043e__x043b__x044c___x0438__x0441__x0442__x043e__x0440__x0438__x044f__2" minOccurs="0"/>
                <xsd:element ref="ns2:_x041a__x043e__x043d__x0442__x0430__x043a__x0442__x043d__x044b__x0439___x0430__x0431__x043e__x043d__x0435__x043d__x0442__x0441__x043a__x0438__x0439___x043d__x043e__x043c__x0435__x0440__2" minOccurs="0"/>
                <xsd:element ref="ns2:_x042d__x043b__x0435__x043a__x0442__x0440__x043e__x043d__x043d__x044b__x0439___x0430__x0434__x0440__x0435__x0441__2" minOccurs="0"/>
                <xsd:element ref="ns2:_x0412__x0435__x0440__x0438__x0444__x0438__x043a__x0430__x0446__x0438__x044f___x043d__x0430__x043b__x0438__x0447__x0438__x0435___x043e__x0440__x0438__x0433__x0438__x043d__x0430__x043b__x0430__2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_2" minOccurs="0"/>
                <xsd:element ref="ns2:Email__x0443__x0434_" minOccurs="0"/>
                <xsd:element ref="ns2:_x0422__x0435__x0441__x0442___x043f__x0430__x0440__x043e__x043b__x044f_" minOccurs="0"/>
                <xsd:element ref="ns2:_x0422__x0438__x043f___x0434__x043e__x0432__x0435__x0440__x0435__x043d__x043d__x043e__x0441__x0442__x0438_" minOccurs="0"/>
                <xsd:element ref="ns2:_x0422__x0438__x043f___x0434__x043e__x043a__x0443__x043c__x0435__x043d__x0442__x0430_" minOccurs="0"/>
                <xsd:element ref="ns2:_x041a__x043e__x043d__x0442__x0430__x043a__x0442__x043d__x044b__x0439___x043d__x043e__x043c__x0435__x0440_" minOccurs="0"/>
                <xsd:element ref="ns2:User" minOccurs="0"/>
                <xsd:element ref="ns1:ShowCombineView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RepairView" ma:index="9" nillable="true" ma:displayName="Показать представление восстановления" ma:hidden="true" ma:internalName="ShowRepairView" ma:readOnly="false">
      <xsd:simpleType>
        <xsd:restriction base="dms:Text"/>
      </xsd:simpleType>
    </xsd:element>
    <xsd:element name="TemplateUrl" ma:index="10" nillable="true" ma:displayName="Ссылка на шаблон" ma:hidden="true" ma:internalName="TemplateUrl" ma:readOnly="false">
      <xsd:simpleType>
        <xsd:restriction base="dms:Text"/>
      </xsd:simpleType>
    </xsd:element>
    <xsd:element name="xd_ProgID" ma:index="11" nillable="true" ma:displayName="Ссылка на HTML-файл" ma:hidden="true" ma:internalName="xd_ProgID" ma:readOnly="false">
      <xsd:simpleType>
        <xsd:restriction base="dms:Text"/>
      </xsd:simpleType>
    </xsd:element>
    <xsd:element name="ShowCombineView" ma:index="89" nillable="true" ma:displayName="Показать составное представление" ma:hidden="true" ma:internalName="ShowCombineView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51eb4-5e07-4c99-b842-6b98263d0705" elementFormDefault="qualified">
    <xsd:import namespace="http://schemas.microsoft.com/office/2006/documentManagement/types"/>
    <xsd:import namespace="http://schemas.microsoft.com/office/infopath/2007/PartnerControls"/>
    <xsd:element name="BIN" ma:index="12" nillable="true" ma:displayName="BIN" ma:internalName="BIN" ma:readOnly="true">
      <xsd:simpleType>
        <xsd:restriction base="dms:Text"/>
      </xsd:simpleType>
    </xsd:element>
    <xsd:element name="Account_x0020_Name" ma:index="13" nillable="true" ma:displayName="Account Name" ma:internalName="Account_x0020_Name" ma:readOnly="true">
      <xsd:simpleType>
        <xsd:restriction base="dms:Text"/>
      </xsd:simpleType>
    </xsd:element>
    <xsd:element name="_x0424__x043e__x0440__x043c__x0430_" ma:index="14" nillable="true" ma:displayName="Форма" ma:internalName="_x0424__x043e__x0440__x043c__x0430_" ma:readOnly="true">
      <xsd:simpleType>
        <xsd:restriction base="dms:Text"/>
      </xsd:simpleType>
    </xsd:element>
    <xsd:element name="_x0423__x0441__x0442__x0430__x0432_" ma:index="15" nillable="true" ma:displayName="Устав" ma:internalName="_x0423__x0441__x0442__x0430__x0432_" ma:readOnly="true">
      <xsd:simpleType>
        <xsd:restriction base="dms:Boolean"/>
      </xsd:simpleType>
    </xsd:element>
    <xsd:element name="_x0421__x0432__x0438__x0434__x0435__x0442__x0435__x043b__x044c__x0441__x0442__x0432__x043e___x041d__x0414__x0421_" ma:index="16" nillable="true" ma:displayName="Свидетельство_НДС" ma:internalName="_x0421__x0432__x0438__x0434__x0435__x0442__x0435__x043b__x044c__x0441__x0442__x0432__x043e___x041d__x0414__x0421_" ma:readOnly="true">
      <xsd:simpleType>
        <xsd:restriction base="dms:Boolean"/>
      </xsd:simpleType>
    </xsd:element>
    <xsd:element name="_x0421__x0432__x0438__x0434__x0435__x0442__x0435__x043b__x044c__x0441__x0442__x0432__x043e___x043e___x0440__x0435__x0433__x0438__x0441__x0442__x0440__x0430__x0446__x0438__x0438_" ma:index="17" nillable="true" ma:displayName="Свидетельство_о_регистрации" ma:internalName="_x0421__x0432__x0438__x0434__x0435__x0442__x0435__x043b__x044c__x0441__x0442__x0432__x043e___x043e___x0440__x0435__x0433__x0438__x0441__x0442__x0440__x0430__x0446__x0438__x0438_" ma:readOnly="true">
      <xsd:simpleType>
        <xsd:restriction base="dms:Boolean"/>
      </xsd:simpleType>
    </xsd:element>
    <xsd:element name="_x0414__x043e__x0432__x0435__x0440__x0435__x043d__x043d__x043e__x0441__x0442__x044c_" ma:index="18" nillable="true" ma:displayName="Доверенность" ma:internalName="_x0414__x043e__x0432__x0435__x0440__x0435__x043d__x043d__x043e__x0441__x0442__x044c_" ma:readOnly="true">
      <xsd:simpleType>
        <xsd:restriction base="dms:Boolean"/>
      </xsd:simpleType>
    </xsd:element>
    <xsd:element name="_x0423__x0434__x043e__x0441__x0442__x043e__x0432__x0435__x0440__x0435__x043d__x0438__x0435___x043b__x0438__x0447__x043d__x043e__x0441__x0442__x0438_" ma:index="19" nillable="true" ma:displayName="Удостоверение_личности" ma:internalName="_x0423__x0434__x043e__x0441__x0442__x043e__x0432__x0435__x0440__x0435__x043d__x0438__x0435___x043b__x0438__x0447__x043d__x043e__x0441__x0442__x0438_" ma:readOnly="true">
      <xsd:simpleType>
        <xsd:restriction base="dms:Boolean"/>
      </xsd:simpleType>
    </xsd:element>
    <xsd:element name="_x0421__x0432__x0438__x0434__x0435__x0442__x0435__x043b__x044c__x0441__x0442__x0432__x043e___x0418__x041f_" ma:index="20" nillable="true" ma:displayName="Свидетельство_ИП" ma:internalName="_x0421__x0432__x0438__x0434__x0435__x0442__x0435__x043b__x044c__x0441__x0442__x0432__x043e___x0418__x041f_" ma:readOnly="true">
      <xsd:simpleType>
        <xsd:restriction base="dms:Boolean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index="21" nillable="true" ma:displayName="Cправка_с_банка_о_наличии_банковских_реквизитов_ИП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readOnly="true">
      <xsd:simpleType>
        <xsd:restriction base="dms:Boolean"/>
      </xsd:simpleType>
    </xsd:element>
    <xsd:element name="_x041f__x0440__x0438__x043a__x0430__x0437___x043e___x043d__x0430__x0437__x043d__x0430__x0447__x0435__x043d__x0438__x0438_" ma:index="22" nillable="true" ma:displayName="Приказ_о_назначении" ma:internalName="_x041f__x0440__x0438__x043a__x0430__x0437___x043e___x043d__x0430__x0437__x043d__x0430__x0447__x0435__x043d__x0438__x0438_" ma:readOnly="true">
      <xsd:simpleType>
        <xsd:restriction base="dms:Boolean"/>
      </xsd:simpleType>
    </xsd:element>
    <xsd:element name="_x0412__x044b__x043f__x0438__x0441__x043a__x0430___x0438__x0437___x043f__x0440__x043e__x0442__x043e__x043a__x043e__x043b__x0430___x0443__x0447__x0430__x0441__x0442__x043d__x0438__x043a__x043e__x0432_" ma:index="23" nillable="true" ma:displayName="Выписка_из_протокола_участников" ma:internalName="_x0412__x044b__x043f__x0438__x0441__x043a__x0430___x0438__x0437___x043f__x0440__x043e__x0442__x043e__x043a__x043e__x043b__x0430___x0443__x0447__x0430__x0441__x0442__x043d__x0438__x043a__x043e__x0432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" ma:index="24" nillable="true" ma:displayName="Пароль_на_верификацию" ma:internalName="_x041f__x0430__x0440__x043e__x043b__x044c___x043d__x0430___x0432__x0435__x0440__x0438__x0444__x0438__x043a__x0430__x0446__x0438__x044e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__x0418__x041f_" ma:index="25" nillable="true" ma:displayName="Пароль_на_верификацию_ИП" ma:internalName="_x041f__x0430__x0440__x043e__x043b__x044c___x043d__x0430___x0432__x0435__x0440__x0438__x0444__x0438__x043a__x0430__x0446__x0438__x044e___x0418__x041f_" ma:readOnly="true">
      <xsd:simpleType>
        <xsd:restriction base="dms:Boolean"/>
      </xsd:simpleType>
    </xsd:element>
    <xsd:element name="_x041f__x0440__x0438__x043a__x0430__x0437___x043d__x0430__x0447__x0430__x043b__x043e_" ma:index="26" nillable="true" ma:displayName="Приказ_начало" ma:internalName="_x041f__x0440__x0438__x043a__x0430__x0437___x043d__x0430__x0447__x0430__x043b__x043e_" ma:readOnly="true">
      <xsd:simpleType>
        <xsd:restriction base="dms:Text"/>
      </xsd:simpleType>
    </xsd:element>
    <xsd:element name="_x041f__x0440__x0438__x043a__x0430__x0437___x043a__x043e__x043d__x0435__x0446_" ma:index="27" nillable="true" ma:displayName="Приказ_конец" ma:internalName="_x041f__x0440__x0438__x043a__x0430__x0437___x043a__x043e__x043d__x0435__x0446_" ma:readOnly="true">
      <xsd:simpleType>
        <xsd:restriction base="dms:Text"/>
      </xsd:simpleType>
    </xsd:element>
    <xsd:element name="_x0412__x044b__x043f__x0438__x0441__x043a__x0430___x043d__x0430__x0447__x0430__x043b__x043e_" ma:index="28" nillable="true" ma:displayName="Выписка_начало" ma:internalName="_x0412__x044b__x043f__x0438__x0441__x043a__x0430___x043d__x0430__x0447__x0430__x043b__x043e_" ma:readOnly="true">
      <xsd:simpleType>
        <xsd:restriction base="dms:Text"/>
      </xsd:simpleType>
    </xsd:element>
    <xsd:element name="_x0412__x044b__x043f__x0438__x0441__x043a__x0430___x043a__x043e__x043d__x0435__x0446_" ma:index="29" nillable="true" ma:displayName="Выписка_конец" ma:internalName="_x0412__x044b__x043f__x0438__x0441__x043a__x0430___x043a__x043e__x043d__x0435__x0446_" ma:readOnly="true">
      <xsd:simpleType>
        <xsd:restriction base="dms:Text"/>
      </xsd:simpleType>
    </xsd:element>
    <xsd:element name="_x0414__x043e__x0432__x0435__x0440__x0435__x043d__x043d__x043e__x0441__x0442__x044c___x043d__x0430__x0447__x0430__x043b__x043e_" ma:index="30" nillable="true" ma:displayName="Доверенность_начало" ma:internalName="_x0414__x043e__x0432__x0435__x0440__x0435__x043d__x043d__x043e__x0441__x0442__x044c___x043d__x0430__x0447__x0430__x043b__x043e_" ma:readOnly="true">
      <xsd:simpleType>
        <xsd:restriction base="dms:Note">
          <xsd:maxLength value="255"/>
        </xsd:restriction>
      </xsd:simpleType>
    </xsd:element>
    <xsd:element name="_x0414__x043e__x0432__x0435__x0440__x0435__x043d__x043d__x043e__x0441__x0442__x044c___x043e__x043a__x043e__x043d__x0447__x0430__x043d__x0438__x0435_" ma:index="31" nillable="true" ma:displayName="Доверенность_окончание" ma:internalName="_x0414__x043e__x0432__x0435__x0440__x0435__x043d__x043d__x043e__x0441__x0442__x044c___x043e__x043a__x043e__x043d__x0447__x0430__x043d__x0438__x0435_" ma:readOnly="true">
      <xsd:simpleType>
        <xsd:restriction base="dms:Note">
          <xsd:maxLength value="255"/>
        </xsd:restriction>
      </xsd:simpleType>
    </xsd:element>
    <xsd:element name="KASE" ma:index="32" nillable="true" ma:displayName="KASE" ma:internalName="KASE" ma:readOnly="true">
      <xsd:simpleType>
        <xsd:restriction base="dms:Text"/>
      </xsd:simpleType>
    </xsd:element>
    <xsd:element name="SM" ma:index="33" nillable="true" ma:displayName="SM" ma:internalName="SM" ma:readOnly="true">
      <xsd:simpleType>
        <xsd:restriction base="dms:Text"/>
      </xsd:simpleType>
    </xsd:element>
    <xsd:element name="Company_x0020_Documents" ma:index="34" nillable="true" ma:displayName="Company Documents" ma:internalName="Company_x0020_Document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8__x041f___x0443__x0434___x043a__x043e__x043d__x0435__x0446_" ma:index="35" nillable="true" ma:displayName="ИП_уд_конец" ma:internalName="_x0418__x041f___x0443__x0434___x043a__x043e__x043d__x0435__x0446_" ma:readOnly="true">
      <xsd:simpleType>
        <xsd:restriction base="dms:Text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index="36" nillable="true" ma:displayName="Cправка_с_банка_о_наличии_банковских_реквизитов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readOnly="true">
      <xsd:simpleType>
        <xsd:restriction base="dms:Boolean"/>
      </xsd:simpleType>
    </xsd:element>
    <xsd:element name="_x0414__x043e__x0433__x043e__x0432__x043e__x0440__x0020__x0430__x0440__x0435__x043d__x0434__x044b_" ma:index="37" nillable="true" ma:displayName="Договор аренды" ma:internalName="_x0414__x043e__x0433__x043e__x0432__x043e__x0440__x0020__x0430__x0440__x0435__x043d__x0434__x044b_" ma:readOnly="true">
      <xsd:simpleType>
        <xsd:restriction base="dms:Boolean"/>
      </xsd:simpleType>
    </xsd:element>
    <xsd:element name="_x0410__x043a__x0442__x0020__x043f__x0440__x0438__x0435__x043c__x0430__x0020__x043f__x043e__x043c__x0435__x0449__x0435__x043d__x0438__x044f_0" ma:index="38" nillable="true" ma:displayName="Акт приема помещения" ma:internalName="_x0410__x043a__x0442__x0020__x043f__x0440__x0438__x0435__x043c__x0430__x0020__x043f__x043e__x043c__x0435__x0449__x0435__x043d__x0438__x044f_0" ma:readOnly="true">
      <xsd:simpleType>
        <xsd:restriction base="dms:Boolean"/>
      </xsd:simpleType>
    </xsd:element>
    <xsd:element name="_x0410__x043a__x0442__x0443__x043b__x044c__x043d__x043e__x0441__x0442__x044c_" ma:index="39" nillable="true" ma:displayName="Актульность" ma:internalName="_x0410__x043a__x0442__x0443__x043b__x044c__x043d__x043e__x0441__x0442__x044c_" ma:readOnly="true">
      <xsd:simpleType>
        <xsd:restriction base="dms:Text"/>
      </xsd:simpleType>
    </xsd:element>
    <xsd:element name="_x0410__x043a__x0442__x0443__x043b__x044c__x043d__x043e__x0441__x0442__x044c_1" ma:index="40" nillable="true" ma:displayName="Актульность1" ma:internalName="_x0410__x043a__x0442__x0443__x043b__x044c__x043d__x043e__x0441__x0442__x044c_1" ma:readOnly="true">
      <xsd:simpleType>
        <xsd:restriction base="dms:Text"/>
      </xsd:simpleType>
    </xsd:element>
    <xsd:element name="_x0414__x0430__x0442__x0430___x043e__x043a__x043e__x043d__x0447__x0430__x043d__x0438__x044f___x0434__x0435__x0439__x0441__x0442__x0432__x0438__x044f_" ma:index="41" nillable="true" ma:displayName="Дата_окончания_действия" ma:format="DateOnly" ma:internalName="_x0414__x0430__x0442__x0430___x043e__x043a__x043e__x043d__x0447__x0430__x043d__x0438__x044f___x0434__x0435__x0439__x0441__x0442__x0432__x0438__x044f_" ma:readOnly="true">
      <xsd:simpleType>
        <xsd:restriction base="dms:DateTime"/>
      </xsd:simpleType>
    </xsd:element>
    <xsd:element name="_x0414__x0430__x0442__x0430___x043e__x043a__x043e__x043d__x0447__x0430__x043d__x0438__x044f___x0434__x0435__x0439__x0441__x0442__x0432__x0438__x044f_1" ma:index="42" nillable="true" ma:displayName="Дата_окончания_действия1" ma:format="DateOnly" ma:internalName="_x0414__x0430__x0442__x0430___x043e__x043a__x043e__x043d__x0447__x0430__x043d__x0438__x044f___x0434__x0435__x0439__x0441__x0442__x0432__x0438__x044f_1" ma:readOnly="true">
      <xsd:simpleType>
        <xsd:restriction base="dms:DateTime"/>
      </xsd:simpleType>
    </xsd:element>
    <xsd:element name="_x042e__x0440__x0438__x0434__x0438__x0447__x0435__x0441__x043a__x043e__x0435___x043d__x0430__x0438__x043c__x0435__x043d__x043e__x0432__x0430__x043d__x0438__x0435_" ma:index="43" nillable="true" ma:displayName="Юридическое_наименование" ma:internalName="_x042e__x0440__x0438__x0434__x0438__x0447__x0435__x0441__x043a__x043e__x0435___x043d__x0430__x0438__x043c__x0435__x043d__x043e__x0432__x0430__x043d__x0438__x0435_" ma:readOnly="true">
      <xsd:simpleType>
        <xsd:restriction base="dms:Text"/>
      </xsd:simpleType>
    </xsd:element>
    <xsd:element name="_x0421__x0442__x0440__x0430__x043d__x0430___x044e__x0440_" ma:index="44" nillable="true" ma:displayName="Страна_юр" ma:internalName="_x0421__x0442__x0440__x0430__x043d__x0430___x044e__x0440_" ma:readOnly="true">
      <xsd:simpleType>
        <xsd:restriction base="dms:Text"/>
      </xsd:simpleType>
    </xsd:element>
    <xsd:element name="_x0418__x043d__x0434__x0435__x043a__x0441___x044e__x0440_" ma:index="45" nillable="true" ma:displayName="Индекс_юр" ma:internalName="_x0418__x043d__x0434__x0435__x043a__x0441___x044e__x0440_" ma:readOnly="true">
      <xsd:simpleType>
        <xsd:restriction base="dms:Text"/>
      </xsd:simpleType>
    </xsd:element>
    <xsd:element name="_x0413__x043e__x0440__x043e__x0434___x044e__x0440_" ma:index="46" nillable="true" ma:displayName="Город_юр" ma:internalName="_x0413__x043e__x0440__x043e__x0434___x044e__x0440_" ma:readOnly="true">
      <xsd:simpleType>
        <xsd:restriction base="dms:Text"/>
      </xsd:simpleType>
    </xsd:element>
    <xsd:element name="_x0410__x0434__x0440__x0435__x0441___x044e__x0440_" ma:index="47" nillable="true" ma:displayName="Адрес_юр" ma:internalName="_x0410__x0434__x0440__x0435__x0441___x044e__x0440_" ma:readOnly="true">
      <xsd:simpleType>
        <xsd:restriction base="dms:Text"/>
      </xsd:simpleType>
    </xsd:element>
    <xsd:element name="_x0421__x0442__x0440__x0430__x043d__x0430___x0444__x0430__x043a__x0442_" ma:index="48" nillable="true" ma:displayName="Страна_факт" ma:internalName="_x0421__x0442__x0440__x0430__x043d__x0430___x0444__x0430__x043a__x0442_" ma:readOnly="true">
      <xsd:simpleType>
        <xsd:restriction base="dms:Text"/>
      </xsd:simpleType>
    </xsd:element>
    <xsd:element name="_x0418__x043d__x0434__x0435__x043a__x0441___x0444__x0430__x043a__x0442_" ma:index="49" nillable="true" ma:displayName="Индекс_факт" ma:internalName="_x0418__x043d__x0434__x0435__x043a__x0441___x0444__x0430__x043a__x0442_" ma:readOnly="true">
      <xsd:simpleType>
        <xsd:restriction base="dms:Text"/>
      </xsd:simpleType>
    </xsd:element>
    <xsd:element name="_x0413__x043e__x0440__x043e__x0434___x0444__x0430__x043a__x0442_" ma:index="50" nillable="true" ma:displayName="Город_факт" ma:internalName="_x0413__x043e__x0440__x043e__x0434___x0444__x0430__x043a__x0442_" ma:readOnly="true">
      <xsd:simpleType>
        <xsd:restriction base="dms:Text"/>
      </xsd:simpleType>
    </xsd:element>
    <xsd:element name="_x0410__x0434__x0440__x0435__x0441___x0444__x0430__x043a__x0442_" ma:index="51" nillable="true" ma:displayName="Адрес_факт" ma:internalName="_x0410__x0434__x0440__x0435__x0441___x0444__x0430__x043a__x0442_" ma:readOnly="true">
      <xsd:simpleType>
        <xsd:restriction base="dms:Text"/>
      </xsd:simpleType>
    </xsd:element>
    <xsd:element name="_x0442__x0435__x043b__x0435__x0444__x043e__x043d___x0444__x0430__x043a__x0441_" ma:index="52" nillable="true" ma:displayName="телефон_факс" ma:internalName="_x0442__x0435__x043b__x0435__x0444__x043e__x043d___x0444__x0430__x043a__x0441_" ma:readOnly="true">
      <xsd:simpleType>
        <xsd:restriction base="dms:Text"/>
      </xsd:simpleType>
    </xsd:element>
    <xsd:element name="E_x0020_Mail" ma:index="53" nillable="true" ma:displayName="E Mail" ma:internalName="E_x0020_Mail" ma:readOnly="true">
      <xsd:simpleType>
        <xsd:restriction base="dms:Text"/>
      </xsd:simpleType>
    </xsd:element>
    <xsd:element name="_x0411__x0430__x043d__x043a_" ma:index="54" nillable="true" ma:displayName="Банк" ma:internalName="_x0411__x0430__x043d__x043a_" ma:readOnly="true">
      <xsd:simpleType>
        <xsd:restriction base="dms:Text"/>
      </xsd:simpleType>
    </xsd:element>
    <xsd:element name="IBAN" ma:index="55" nillable="true" ma:displayName="IBAN" ma:internalName="IBAN" ma:readOnly="true">
      <xsd:simpleType>
        <xsd:restriction base="dms:Text"/>
      </xsd:simpleType>
    </xsd:element>
    <xsd:element name="_x0411__x0418__x041a_" ma:index="56" nillable="true" ma:displayName="БИК" ma:internalName="_x0411__x0418__x041a_" ma:readOnly="true">
      <xsd:simpleType>
        <xsd:restriction base="dms:Text"/>
      </xsd:simpleType>
    </xsd:element>
    <xsd:element name="_x0411__x0418__x041d_" ma:index="57" nillable="true" ma:displayName="БИН" ma:internalName="_x0411__x0418__x041d_" ma:readOnly="true">
      <xsd:simpleType>
        <xsd:restriction base="dms:Text"/>
      </xsd:simpleType>
    </xsd:element>
    <xsd:element name="_x041a__x0411__x0415_" ma:index="58" nillable="true" ma:displayName="КБЕ" ma:internalName="_x041a__x0411__x0415_" ma:readOnly="true">
      <xsd:simpleType>
        <xsd:restriction base="dms:Text"/>
      </xsd:simpleType>
    </xsd:element>
    <xsd:element name="_x0410__x043a__x0442__x0438__x0432__x043d__x043e__x0441__x0442__x044c_" ma:index="59" nillable="true" ma:displayName="Активность" ma:internalName="_x0410__x043a__x0442__x0438__x0432__x043d__x043e__x0441__x0442__x044c_">
      <xsd:simpleType>
        <xsd:restriction base="dms:Text">
          <xsd:maxLength value="255"/>
        </xsd:restriction>
      </xsd:simpleType>
    </xsd:element>
    <xsd:element name="_x041f__x0430__x0440__x043e__x043b__x044c_" ma:index="60" nillable="true" ma:displayName="Пароль" ma:internalName="_x041f__x0430__x0440__x043e__x043b__x044c_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" ma:index="61" nillable="true" ma:displayName="Контактный_абонентский_номер" ma:internalName="_x041a__x043e__x043d__x0442__x0430__x043a__x0442__x043d__x044b__x0439___x0430__x0431__x043e__x043d__x0435__x043d__x0442__x0441__x043a__x0438__x0439___x043d__x043e__x043c__x0435__x0440_" ma:readOnly="true">
      <xsd:simpleType>
        <xsd:restriction base="dms:Text"/>
      </xsd:simpleType>
    </xsd:element>
    <xsd:element name="_x042d__x043b__x0435__x043a__x0442__x0440__x043e__x043d__x043d__x044b__x0439___x0430__x0434__x0440__x0435__x0441_" ma:index="62" nillable="true" ma:displayName="Электронный_адрес" ma:internalName="_x042d__x043b__x0435__x043a__x0442__x0440__x043e__x043d__x043d__x044b__x0439___x0430__x0434__x0440__x0435__x0441_" ma:readOnly="true">
      <xsd:simpleType>
        <xsd:restriction base="dms:Text"/>
      </xsd:simpleType>
    </xsd:element>
    <xsd:element name="Test" ma:index="63" nillable="true" ma:displayName="Test" ma:internalName="Test">
      <xsd:simpleType>
        <xsd:restriction base="dms:Text">
          <xsd:maxLength value="255"/>
        </xsd:restriction>
      </xsd:simpleType>
    </xsd:element>
    <xsd:element name="Company_x0020_Link" ma:index="64" nillable="true" ma:displayName="Company Link" ma:internalName="Company_x0020_Link">
      <xsd:simpleType>
        <xsd:restriction base="dms:Text">
          <xsd:maxLength value="255"/>
        </xsd:restriction>
      </xsd:simpleType>
    </xsd:element>
    <xsd:element name="Update" ma:index="65" nillable="true" ma:displayName="Update" ma:internalName="Update">
      <xsd:simpleType>
        <xsd:restriction base="dms:Text">
          <xsd:maxLength value="255"/>
        </xsd:restriction>
      </xsd:simpleType>
    </xsd:element>
    <xsd:element name="Link" ma:index="66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f__x0438__x0441__x044c__x043c__x043e___x0441__x043e__x0433__x043b__x0430__x0441__x0438__x0435___x0441__x0442__x0430__x0442__x0443__x0441_" ma:index="67" nillable="true" ma:displayName="Письмо_согласие_статус" ma:internalName="_x041f__x0438__x0441__x044c__x043c__x043e___x0441__x043e__x0433__x043b__x0430__x0441__x0438__x0435___x0441__x0442__x0430__x0442__x0443__x0441_" ma:readOnly="true">
      <xsd:simpleType>
        <xsd:restriction base="dms:Boolean"/>
      </xsd:simpleType>
    </xsd:element>
    <xsd:element name="_x041f__x0438__x0441__x044c__x043c__x043e___x0441__x043e__x0433__x043b__x0430__x0441__x0438__x0435__date" ma:index="68" nillable="true" ma:displayName="Письмо_согласие_date" ma:internalName="_x041f__x0438__x0441__x044c__x043c__x043e___x0441__x043e__x0433__x043b__x0430__x0441__x0438__x0435__date" ma:readOnly="true">
      <xsd:simpleType>
        <xsd:restriction base="dms:Text"/>
      </xsd:simpleType>
    </xsd:element>
    <xsd:element name="_x041f__x0438__x0441__x044c__x043c__x043e___x0441__x043e__x0433__x043b__x0430__x0441__x0438__x0435___x044e__x0437__x0435__x0440_" ma:index="69" nillable="true" ma:displayName="Письмо_согласие_юзер" ma:internalName="_x041f__x0438__x0441__x044c__x043c__x043e___x0441__x043e__x0433__x043b__x0430__x0441__x0438__x0435___x044e__x0437__x0435__x0440_" ma:readOnly="true">
      <xsd:simpleType>
        <xsd:restriction base="dms:Text"/>
      </xsd:simpleType>
    </xsd:element>
    <xsd:element name="_x041f__x0438__x0441__x044c__x043c__x043e___x0441__x043e__x0433__x043b__x0430__x0441__x0438__x0435___x043e__x0440__x0438__x0433__x0438__x043d__x0430__x043b_" ma:index="70" nillable="true" ma:displayName="Письмо_согласие_оригинал" ma:internalName="_x041f__x0438__x0441__x044c__x043c__x043e___x0441__x043e__x0433__x043b__x0430__x0441__x0438__x0435___x043e__x0440__x0438__x0433__x0438__x043d__x0430__x043b_" ma:readOnly="true">
      <xsd:simpleType>
        <xsd:restriction base="dms:Boolean"/>
      </xsd:simpleType>
    </xsd:element>
    <xsd:element name="_x041f__x0438__x0441__x044c__x043c__x043e___x0441__x043e__x0433__x043b__x0430__x0441__x0438__x0435___x043e__x0440__x0438__x0433__x0438__x043d__x0430__x043b___x0438__x0441__x0442__x043e__x0440__x0438__x044f_" ma:index="71" nillable="true" ma:displayName="Письмо_согласие_оригинал_история" ma:internalName="_x041f__x0438__x0441__x044c__x043c__x043e___x0441__x043e__x0433__x043b__x0430__x0441__x0438__x0435___x043e__x0440__x0438__x0433__x0438__x043d__x0430__x043b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" ma:index="72" nillable="true" ma:displayName="Доверенность_наличие_оригинала" ma:internalName="_x0414__x043e__x0432__x0435__x0440__x0435__x043d__x043d__x043e__x0441__x0442__x044c___x043d__x0430__x043b__x0438__x0447__x0438__x0435___x043e__x0440__x0438__x0433__x0438__x043d__x0430__x043b__x0430_" ma:readOnly="true">
      <xsd:simpleType>
        <xsd:restriction base="dms:Boolean"/>
      </xsd:simpleType>
    </xsd:element>
    <xsd:element name="_x0424__x0418__x041e___x043f__x043e__x0432__x0435__x0440__x0435__x043d__x043d__x043e__x0433__x043e_" ma:index="73" nillable="true" ma:displayName="ФИО_поверенного" ma:internalName="_x0424__x0418__x041e___x043f__x043e__x0432__x0435__x0440__x0435__x043d__x043d__x043e__x0433__x043e_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" ma:index="74" nillable="true" ma:displayName="Верификация_наличие_оригинала" ma:internalName="_x0412__x0435__x0440__x0438__x0444__x0438__x043a__x0430__x0446__x0438__x044f___x043d__x0430__x043b__x0438__x0447__x0438__x0435___x043e__x0440__x0438__x0433__x0438__x043d__x0430__x043b__x0430_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" ma:index="75" nillable="true" ma:displayName="Верификация_наличие_оригинала_история" ma:internalName="_x0412__x0435__x0440__x0438__x0444__x0438__x043a__x0430__x0446__x0438__x044f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__x0438__x0441__x0442__x043e__x0440__x0438__x044f_" ma:index="76" nillable="true" ma:displayName="Доверенность_наличие_оригинала_история" ma:internalName="_x0414__x043e__x0432__x0435__x0440__x0435__x043d__x043d__x043e__x0441__x0442__x044c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f__x0430__x0440__x043e__x043b__x044c__2" ma:index="77" nillable="true" ma:displayName="Пароль_2" ma:internalName="_x041f__x0430__x0440__x043e__x043b__x044c__2" ma:readOnly="true">
      <xsd:simpleType>
        <xsd:restriction base="dms:Text"/>
      </xsd:simpleType>
    </xsd:element>
    <xsd:element name="_x041f__x0430__x0440__x043e__x043b__x044c___x0438__x0441__x0442__x043e__x0440__x0438__x044f__2" ma:index="78" nillable="true" ma:displayName="Пароль_история_2" ma:internalName="_x041f__x0430__x0440__x043e__x043b__x044c___x0438__x0441__x0442__x043e__x0440__x0438__x044f__2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_2" ma:index="79" nillable="true" ma:displayName="Контактный_абонентский_номер_2" ma:internalName="_x041a__x043e__x043d__x0442__x0430__x043a__x0442__x043d__x044b__x0439___x0430__x0431__x043e__x043d__x0435__x043d__x0442__x0441__x043a__x0438__x0439___x043d__x043e__x043c__x0435__x0440__2" ma:readOnly="true">
      <xsd:simpleType>
        <xsd:restriction base="dms:Text"/>
      </xsd:simpleType>
    </xsd:element>
    <xsd:element name="_x042d__x043b__x0435__x043a__x0442__x0440__x043e__x043d__x043d__x044b__x0439___x0430__x0434__x0440__x0435__x0441__2" ma:index="80" nillable="true" ma:displayName="Электронный_адрес_2" ma:internalName="_x042d__x043b__x0435__x043a__x0442__x0440__x043e__x043d__x043d__x044b__x0439___x0430__x0434__x0440__x0435__x0441__2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_2" ma:index="81" nillable="true" ma:displayName="Верификация_наличие_оригинала_2" ma:internalName="_x0412__x0435__x0440__x0438__x0444__x0438__x043a__x0430__x0446__x0438__x044f___x043d__x0430__x043b__x0438__x0447__x0438__x0435___x043e__x0440__x0438__x0433__x0438__x043d__x0430__x043b__x0430__2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_2" ma:index="82" nillable="true" ma:displayName="Верификация_наличие_оригинала_история_2" ma:internalName="_x0412__x0435__x0440__x0438__x0444__x0438__x043a__x0430__x0446__x0438__x044f___x043d__x0430__x043b__x0438__x0447__x0438__x0435___x043e__x0440__x0438__x0433__x0438__x043d__x0430__x043b__x0430___x0438__x0441__x0442__x043e__x0440__x0438__x044f__2" ma:readOnly="true">
      <xsd:simpleType>
        <xsd:restriction base="dms:Text"/>
      </xsd:simpleType>
    </xsd:element>
    <xsd:element name="Email__x0443__x0434_" ma:index="83" nillable="true" ma:displayName="Email_уд" ma:internalName="Email__x0443__x0434_" ma:readOnly="true">
      <xsd:simpleType>
        <xsd:restriction base="dms:Note">
          <xsd:maxLength value="255"/>
        </xsd:restriction>
      </xsd:simpleType>
    </xsd:element>
    <xsd:element name="_x0422__x0435__x0441__x0442___x043f__x0430__x0440__x043e__x043b__x044f_" ma:index="84" nillable="true" ma:displayName="Тест_пароля" ma:internalName="_x0422__x0435__x0441__x0442___x043f__x0430__x0440__x043e__x043b__x044f_" ma:readOnly="true">
      <xsd:simpleType>
        <xsd:restriction base="dms:Note">
          <xsd:maxLength value="255"/>
        </xsd:restriction>
      </xsd:simpleType>
    </xsd:element>
    <xsd:element name="_x0422__x0438__x043f___x0434__x043e__x0432__x0435__x0440__x0435__x043d__x043d__x043e__x0441__x0442__x0438_" ma:index="85" nillable="true" ma:displayName="Тип_доверенности" ma:internalName="_x0422__x0438__x043f___x0434__x043e__x0432__x0435__x0440__x0435__x043d__x043d__x043e__x0441__x0442__x0438_" ma:readOnly="true">
      <xsd:simpleType>
        <xsd:restriction base="dms:Note">
          <xsd:maxLength value="255"/>
        </xsd:restriction>
      </xsd:simpleType>
    </xsd:element>
    <xsd:element name="_x0422__x0438__x043f___x0434__x043e__x043a__x0443__x043c__x0435__x043d__x0442__x0430_" ma:index="86" nillable="true" ma:displayName="Тип_документа" ma:internalName="_x0422__x0438__x043f___x0434__x043e__x043a__x0443__x043c__x0435__x043d__x0442__x0430_" ma:readOnly="true">
      <xsd:simpleType>
        <xsd:restriction base="dms:Note">
          <xsd:maxLength value="255"/>
        </xsd:restriction>
      </xsd:simpleType>
    </xsd:element>
    <xsd:element name="_x041a__x043e__x043d__x0442__x0430__x043a__x0442__x043d__x044b__x0439___x043d__x043e__x043c__x0435__x0440_" ma:index="87" nillable="true" ma:displayName="Контактный_номер" ma:internalName="_x041a__x043e__x043d__x0442__x0430__x043a__x0442__x043d__x044b__x0439___x043d__x043e__x043c__x0435__x0440_" ma:readOnly="true">
      <xsd:simpleType>
        <xsd:restriction base="dms:Note">
          <xsd:maxLength value="255"/>
        </xsd:restriction>
      </xsd:simpleType>
    </xsd:element>
    <xsd:element name="User" ma:index="88" nillable="true" ma:displayName="User" ma:list="UserInfo" ma:SharePointGroup="0" ma:internalName="Us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E34206-9849-4F43-8684-D5DB5B43CC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4351eb4-5e07-4c99-b842-6b98263d0705"/>
  </ds:schemaRefs>
</ds:datastoreItem>
</file>

<file path=customXml/itemProps2.xml><?xml version="1.0" encoding="utf-8"?>
<ds:datastoreItem xmlns:ds="http://schemas.openxmlformats.org/officeDocument/2006/customXml" ds:itemID="{2B8816F4-474A-4464-B077-4243EE6BD8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6AAA70-C992-4A7D-A03A-1115293C77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4351eb4-5e07-4c99-b842-6b98263d07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52802</TotalTime>
  <Words>324</Words>
  <Application>Microsoft Office PowerPoint</Application>
  <PresentationFormat>Широкоэкранный</PresentationFormat>
  <Paragraphs>61</Paragraphs>
  <Slides>2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5" baseType="lpstr">
      <vt:lpstr>.AppleSystemUIFont</vt:lpstr>
      <vt:lpstr>Arial</vt:lpstr>
      <vt:lpstr>Calibri</vt:lpstr>
      <vt:lpstr>Calibri Light</vt:lpstr>
      <vt:lpstr>Corbel</vt:lpstr>
      <vt:lpstr>Hero New Light</vt:lpstr>
      <vt:lpstr>Hero New UltraLight</vt:lpstr>
      <vt:lpstr>Raleway Black</vt:lpstr>
      <vt:lpstr>Raleway Light</vt:lpstr>
      <vt:lpstr>Wingdings</vt:lpstr>
      <vt:lpstr>1_Office Theme</vt:lpstr>
      <vt:lpstr>5_Тема Office</vt:lpstr>
      <vt:lpstr>Слайд think-cell</vt:lpstr>
      <vt:lpstr>УСЛУГА TEAMS ТЕЛЕФОНИЯ</vt:lpstr>
      <vt:lpstr>СРАВНЕНИЕ ФУНКЦИОНАЛА TEAMS ТЕЛЕФОНИЙ С ВАТС И PBX:</vt:lpstr>
    </vt:vector>
  </TitlesOfParts>
  <Company>KaR-Tel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Программа улучшения продаж B2B продуктов</dc:title>
  <dc:creator>Dairov Anuar</dc:creator>
  <cp:lastModifiedBy>Alexandr Murdassov</cp:lastModifiedBy>
  <cp:revision>388</cp:revision>
  <dcterms:created xsi:type="dcterms:W3CDTF">2020-02-03T05:35:55Z</dcterms:created>
  <dcterms:modified xsi:type="dcterms:W3CDTF">2025-12-02T06:52:40Z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dd97af-22dc-49fa-ac47-e24224ce56c4_Enabled">
    <vt:lpwstr>true</vt:lpwstr>
  </property>
  <property fmtid="{D5CDD505-2E9C-101B-9397-08002B2CF9AE}" pid="3" name="MSIP_Label_9cdd97af-22dc-49fa-ac47-e24224ce56c4_SetDate">
    <vt:lpwstr>2025-10-09T09:38:58Z</vt:lpwstr>
  </property>
  <property fmtid="{D5CDD505-2E9C-101B-9397-08002B2CF9AE}" pid="4" name="MSIP_Label_9cdd97af-22dc-49fa-ac47-e24224ce56c4_Method">
    <vt:lpwstr>Standard</vt:lpwstr>
  </property>
  <property fmtid="{D5CDD505-2E9C-101B-9397-08002B2CF9AE}" pid="5" name="MSIP_Label_9cdd97af-22dc-49fa-ac47-e24224ce56c4_Name">
    <vt:lpwstr>General</vt:lpwstr>
  </property>
  <property fmtid="{D5CDD505-2E9C-101B-9397-08002B2CF9AE}" pid="6" name="MSIP_Label_9cdd97af-22dc-49fa-ac47-e24224ce56c4_SiteId">
    <vt:lpwstr>41149801-8e93-4eae-a438-1ff037fd4bdc</vt:lpwstr>
  </property>
  <property fmtid="{D5CDD505-2E9C-101B-9397-08002B2CF9AE}" pid="7" name="MSIP_Label_9cdd97af-22dc-49fa-ac47-e24224ce56c4_ActionId">
    <vt:lpwstr>a79ef0d2-1d43-45e5-b3be-beb24d7c2854</vt:lpwstr>
  </property>
  <property fmtid="{D5CDD505-2E9C-101B-9397-08002B2CF9AE}" pid="8" name="MSIP_Label_9cdd97af-22dc-49fa-ac47-e24224ce56c4_ContentBits">
    <vt:lpwstr>0</vt:lpwstr>
  </property>
  <property fmtid="{D5CDD505-2E9C-101B-9397-08002B2CF9AE}" pid="9" name="MSIP_Label_9cdd97af-22dc-49fa-ac47-e24224ce56c4_Tag">
    <vt:lpwstr>10, 3, 0, 1</vt:lpwstr>
  </property>
  <property fmtid="{D5CDD505-2E9C-101B-9397-08002B2CF9AE}" pid="10" name="ContentTypeId">
    <vt:lpwstr>0x010101005735C98F2F9FC74E9C48A2E5D7E53F63</vt:lpwstr>
  </property>
</Properties>
</file>