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37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696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B539F1-4523-40BE-BE70-E50FECB3A009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C11137-1E6B-4129-B0B5-C872B76B7F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767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7E4F9-4BCD-FEAA-56DB-C630491824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175E647-9A2D-5227-81EB-2668E32855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F024E83-6272-0813-B351-F9FB0BF171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8172C5-1355-14CE-EAD6-7178A63160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FD04E01-09AE-40AA-AEAE-D9393DD2A3B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2939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4D4F83-804E-6118-D34F-7A8641E494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E107A4E-4C16-7DF3-B4F5-B9A03F48C0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8C77B9-0D76-D134-B8B2-FA4C4BC15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EAE8C9-BB97-9C84-BCA8-34D8C3F78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1B68BE-39B6-E46A-13FC-2E23FBFEF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442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DA834-78DA-6BE6-E2ED-CAD9F658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93676FA-9E60-38A9-E775-4BA96E3BA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DC65966-A08A-3DBB-BD72-B30D6D487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41F60E4-B1EE-CB28-CD58-4EE78476B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F0C1A2-AA28-124E-17D3-A813D75153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18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DC428A2-4D0E-A15B-D2DD-BCE1B58F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1696D6-D7B0-07C8-48D8-6C4A375248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4725D46-3BD8-3C9C-EB9B-89D323088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AF5DD3D-A27D-F163-AC1F-E832FE732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3489815-8CEE-6BBE-8544-05F2B15ED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027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EAD26B-CE74-60C9-FA59-DF5465A54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F7E727-0146-7BAA-BBC8-F092E57AD4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EB14D1F-7A32-37CA-9228-7C798FB77C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EA21232-672C-DE7D-2F8A-BC04D1FAA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1982771-0562-9D9E-96B0-A2BE0B753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075EFF-A1C3-FCC7-65AC-8394D015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450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CD3C1FC-0F2E-36F9-6539-D6F6DDD9D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E175247-18B2-9B96-1F34-3283F38682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CF731A7-37EE-3F6E-0096-19BE81E1A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730C546D-CC33-D21F-3B89-A9648D04CC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2B04847-2EF3-DDE4-9D73-DCD245A4A1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5B6D209-8A1C-428A-07D0-79A54575E8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D627FEEF-BDF8-7938-F3D7-C7326719B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2F539B13-E1A5-7629-C08D-242B3758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30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2BC5282-4A2E-F7F5-0BFC-2AEB46658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CFE3EDEC-207C-91E5-B998-EC38DEA62A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2D21A4-994E-AF6D-AFAE-BD1F7386B5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1E0BFB0-78E1-E14B-2D23-9ED786EE74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48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CC2A380-715E-C864-28ED-5F18D0254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544D8CD1-D2A4-B274-261B-AEA81FA3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663B562-7BA4-8884-BA6F-872D561B50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813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13CCA1-7F25-72C2-48E1-427860057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28A8D6A-F785-1C57-8239-25AAA88E51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B436C7E8-4D6B-1475-2764-BC0D768EF0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8FF044-B2D4-C572-35D9-03C158C8D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ED423CD-F913-F6DD-BD45-CAA151ABB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0D65110-9BAD-F3C5-336F-344659F98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0821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A1E7B8-C271-B5E3-FC8C-A17BEA66D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AF5B8BA-D561-E120-805E-D3C848BAC6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F34B288-18BD-A10C-2AB1-08E18A649E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B7124B-DF43-548C-31F8-395BC862A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1F08C8F-B7CF-6EB1-8703-588144A75D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DEE830-8536-B5D9-C048-93AB1029B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952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26DEC-1578-99B5-F59A-C160658F2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2A1EE52-BD78-4093-B89A-B9F3EB1482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02FAA2D-4123-BC7F-4CAD-C40606905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B2B6221-A96E-D934-64AE-06A39F115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5D4649E-3779-3AB0-91AF-CBFA70BD8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113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9DB6A5C-DC7A-AC46-330D-B19991A27C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358CABE-CC29-B043-0B6D-0AFE0DE300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4D1ABE-4AFF-9708-2CAB-4FA57ECD23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30A83C-0597-EE59-5D28-FE27DA2F8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61A8775-681F-0F59-768A-5EA55F3C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033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A344F6-70F8-95F0-592B-4CC4081B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5911BC9-C037-1DDC-4C0D-0624EE81E8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395FCF8-7F97-3B44-FE40-8C20599083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E933891-1278-41AB-8FDC-0F9399CCA042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6866F23-5F67-74F8-559E-886A235E17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D543D40-8AFD-411F-61C3-E7CC37E481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1B4BB-BD0A-4F44-A743-C757E4E72E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4217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896A-9B40-8964-888D-B90368E47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4" name="Группа 1073">
            <a:extLst>
              <a:ext uri="{FF2B5EF4-FFF2-40B4-BE49-F238E27FC236}">
                <a16:creationId xmlns:a16="http://schemas.microsoft.com/office/drawing/2014/main" id="{CF0B6DE0-98BE-7515-C9BE-182D48D3606E}"/>
              </a:ext>
            </a:extLst>
          </p:cNvPr>
          <p:cNvGrpSpPr/>
          <p:nvPr/>
        </p:nvGrpSpPr>
        <p:grpSpPr>
          <a:xfrm>
            <a:off x="411476" y="981925"/>
            <a:ext cx="11204974" cy="6477443"/>
            <a:chOff x="448052" y="570445"/>
            <a:chExt cx="11204974" cy="6477443"/>
          </a:xfrm>
        </p:grpSpPr>
        <p:grpSp>
          <p:nvGrpSpPr>
            <p:cNvPr id="22" name="Группа 21">
              <a:extLst>
                <a:ext uri="{FF2B5EF4-FFF2-40B4-BE49-F238E27FC236}">
                  <a16:creationId xmlns:a16="http://schemas.microsoft.com/office/drawing/2014/main" id="{80786FF3-6EE0-9DE0-E044-53646764350B}"/>
                </a:ext>
              </a:extLst>
            </p:cNvPr>
            <p:cNvGrpSpPr/>
            <p:nvPr/>
          </p:nvGrpSpPr>
          <p:grpSpPr>
            <a:xfrm>
              <a:off x="654342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23" name="Группа 22">
                <a:extLst>
                  <a:ext uri="{FF2B5EF4-FFF2-40B4-BE49-F238E27FC236}">
                    <a16:creationId xmlns:a16="http://schemas.microsoft.com/office/drawing/2014/main" id="{93A15CD2-C9F2-9B2B-858C-13DF985F0D7E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27" name="Группа 26">
                  <a:extLst>
                    <a:ext uri="{FF2B5EF4-FFF2-40B4-BE49-F238E27FC236}">
                      <a16:creationId xmlns:a16="http://schemas.microsoft.com/office/drawing/2014/main" id="{4D48D490-91BC-A284-AE02-C8E90E0DB84C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2" name="Овал 31">
                    <a:extLst>
                      <a:ext uri="{FF2B5EF4-FFF2-40B4-BE49-F238E27FC236}">
                        <a16:creationId xmlns:a16="http://schemas.microsoft.com/office/drawing/2014/main" id="{36F30922-DD42-1339-2C47-C5C4CD908122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3" name="Группа 32">
                    <a:extLst>
                      <a:ext uri="{FF2B5EF4-FFF2-40B4-BE49-F238E27FC236}">
                        <a16:creationId xmlns:a16="http://schemas.microsoft.com/office/drawing/2014/main" id="{9D1B4EF7-6D14-4EA4-E63E-4B3F6A86215E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34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3B56FCC6-B735-3BFC-9DEA-232E94962CD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35" name="Овал 34">
                      <a:extLst>
                        <a:ext uri="{FF2B5EF4-FFF2-40B4-BE49-F238E27FC236}">
                          <a16:creationId xmlns:a16="http://schemas.microsoft.com/office/drawing/2014/main" id="{6D7A5EBC-F4FD-9541-781C-69FD4B8CAA4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6" name="Прямоугольник 25">
                  <a:extLst>
                    <a:ext uri="{FF2B5EF4-FFF2-40B4-BE49-F238E27FC236}">
                      <a16:creationId xmlns:a16="http://schemas.microsoft.com/office/drawing/2014/main" id="{2955740D-6449-A64C-2665-C3A1DBF2F07F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ПРРЕЗЕНТАЦИЯ И ЗАЯВЛЕНИЕ ОТ КЛИЕНТА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4" name="Дуга 23">
                <a:extLst>
                  <a:ext uri="{FF2B5EF4-FFF2-40B4-BE49-F238E27FC236}">
                    <a16:creationId xmlns:a16="http://schemas.microsoft.com/office/drawing/2014/main" id="{7D8E687C-3E41-DBF1-FC31-6996B09E7FF9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8" name="Группа 7">
              <a:extLst>
                <a:ext uri="{FF2B5EF4-FFF2-40B4-BE49-F238E27FC236}">
                  <a16:creationId xmlns:a16="http://schemas.microsoft.com/office/drawing/2014/main" id="{71A554AD-F707-9771-FD85-98356BF20BAB}"/>
                </a:ext>
              </a:extLst>
            </p:cNvPr>
            <p:cNvGrpSpPr/>
            <p:nvPr/>
          </p:nvGrpSpPr>
          <p:grpSpPr>
            <a:xfrm>
              <a:off x="7858412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9" name="Группа 8">
                <a:extLst>
                  <a:ext uri="{FF2B5EF4-FFF2-40B4-BE49-F238E27FC236}">
                    <a16:creationId xmlns:a16="http://schemas.microsoft.com/office/drawing/2014/main" id="{BF3AFDF0-C345-2FC5-E99C-99995259E2D6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13" name="Группа 12">
                  <a:extLst>
                    <a:ext uri="{FF2B5EF4-FFF2-40B4-BE49-F238E27FC236}">
                      <a16:creationId xmlns:a16="http://schemas.microsoft.com/office/drawing/2014/main" id="{46924FF5-E85B-0DE7-CB41-430248FA58FA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8" name="Овал 17">
                    <a:extLst>
                      <a:ext uri="{FF2B5EF4-FFF2-40B4-BE49-F238E27FC236}">
                        <a16:creationId xmlns:a16="http://schemas.microsoft.com/office/drawing/2014/main" id="{CD3EFDF4-F616-A39E-F410-498C5F30E568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9" name="Группа 18">
                    <a:extLst>
                      <a:ext uri="{FF2B5EF4-FFF2-40B4-BE49-F238E27FC236}">
                        <a16:creationId xmlns:a16="http://schemas.microsoft.com/office/drawing/2014/main" id="{91527B55-BBB1-E7F3-0A27-ABE026B94EFB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20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CCCFECAE-547F-8CA3-ACE1-B2B3A382B086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21" name="Овал 20">
                      <a:extLst>
                        <a:ext uri="{FF2B5EF4-FFF2-40B4-BE49-F238E27FC236}">
                          <a16:creationId xmlns:a16="http://schemas.microsoft.com/office/drawing/2014/main" id="{973FBFB7-4318-4758-0F9D-75379C387DB3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2" name="Прямоугольник 11">
                  <a:extLst>
                    <a:ext uri="{FF2B5EF4-FFF2-40B4-BE49-F238E27FC236}">
                      <a16:creationId xmlns:a16="http://schemas.microsoft.com/office/drawing/2014/main" id="{0447D8AF-FD80-63AF-687D-C9EF649A2A44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ТЕСТИРОВАНИЕ УСЛУГИ 1 НЕДЕЛЮ 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10" name="Дуга 9">
                <a:extLst>
                  <a:ext uri="{FF2B5EF4-FFF2-40B4-BE49-F238E27FC236}">
                    <a16:creationId xmlns:a16="http://schemas.microsoft.com/office/drawing/2014/main" id="{CCFFDDD2-3C79-ED9C-DCE6-A3EB54617997}"/>
                  </a:ext>
                </a:extLst>
              </p:cNvPr>
              <p:cNvSpPr/>
              <p:nvPr/>
            </p:nvSpPr>
            <p:spPr>
              <a:xfrm>
                <a:off x="3285330" y="3060299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1030" name="Группа 1029">
              <a:extLst>
                <a:ext uri="{FF2B5EF4-FFF2-40B4-BE49-F238E27FC236}">
                  <a16:creationId xmlns:a16="http://schemas.microsoft.com/office/drawing/2014/main" id="{429C0690-B7A9-79A0-B7AD-552E61B6C295}"/>
                </a:ext>
              </a:extLst>
            </p:cNvPr>
            <p:cNvGrpSpPr/>
            <p:nvPr/>
          </p:nvGrpSpPr>
          <p:grpSpPr>
            <a:xfrm>
              <a:off x="4256377" y="1083290"/>
              <a:ext cx="2216138" cy="2928183"/>
              <a:chOff x="3037847" y="2960551"/>
              <a:chExt cx="2216138" cy="2928183"/>
            </a:xfrm>
          </p:grpSpPr>
          <p:grpSp>
            <p:nvGrpSpPr>
              <p:cNvPr id="1032" name="Группа 1031">
                <a:extLst>
                  <a:ext uri="{FF2B5EF4-FFF2-40B4-BE49-F238E27FC236}">
                    <a16:creationId xmlns:a16="http://schemas.microsoft.com/office/drawing/2014/main" id="{39C5C2E2-9DB1-024C-FB79-22FF891CB5D5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1034" name="Группа 1033">
                  <a:extLst>
                    <a:ext uri="{FF2B5EF4-FFF2-40B4-BE49-F238E27FC236}">
                      <a16:creationId xmlns:a16="http://schemas.microsoft.com/office/drawing/2014/main" id="{722CA044-6343-F3D1-68E9-0D81229B2403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1036" name="Овал 1035">
                    <a:extLst>
                      <a:ext uri="{FF2B5EF4-FFF2-40B4-BE49-F238E27FC236}">
                        <a16:creationId xmlns:a16="http://schemas.microsoft.com/office/drawing/2014/main" id="{F1328BE6-5338-4A0B-DD0C-FEEC74197B08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037" name="Группа 1036">
                    <a:extLst>
                      <a:ext uri="{FF2B5EF4-FFF2-40B4-BE49-F238E27FC236}">
                        <a16:creationId xmlns:a16="http://schemas.microsoft.com/office/drawing/2014/main" id="{9B46D943-0BC0-C2E4-9D61-3D8C1509B721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1038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5F6F284F-AB0E-0DA2-CEC1-55EAB1E46FA7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039" name="Овал 1038">
                      <a:extLst>
                        <a:ext uri="{FF2B5EF4-FFF2-40B4-BE49-F238E27FC236}">
                          <a16:creationId xmlns:a16="http://schemas.microsoft.com/office/drawing/2014/main" id="{DE89A83D-EB14-BB6C-C243-4E82DC04ED3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1035" name="Прямоугольник 1034">
                  <a:extLst>
                    <a:ext uri="{FF2B5EF4-FFF2-40B4-BE49-F238E27FC236}">
                      <a16:creationId xmlns:a16="http://schemas.microsoft.com/office/drawing/2014/main" id="{B441215C-1EDA-26F0-9C91-0B45D77B7B15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ru-RU" sz="900" b="1" i="0" u="none" strike="noStrike" kern="1200" cap="none" spc="0" normalizeH="0" baseline="0" noProof="0" dirty="0">
                      <a:ln w="0"/>
                      <a:solidFill>
                        <a:srgbClr val="414141"/>
                      </a:solidFill>
                      <a:effectLst/>
                      <a:uLnTx/>
                      <a:uFillTx/>
                      <a:latin typeface="Calibri" panose="020F0502020204030204"/>
                    </a:rPr>
                    <a:t>ТЕХНИЧЕСКАЯ НАСТРОЙКА УСЛУГИ</a:t>
                  </a:r>
                </a:p>
              </p:txBody>
            </p:sp>
          </p:grpSp>
          <p:sp>
            <p:nvSpPr>
              <p:cNvPr id="1033" name="Дуга 1032">
                <a:extLst>
                  <a:ext uri="{FF2B5EF4-FFF2-40B4-BE49-F238E27FC236}">
                    <a16:creationId xmlns:a16="http://schemas.microsoft.com/office/drawing/2014/main" id="{5DD6A677-23D5-6DA0-4D2B-DA746AC26BB5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2" name="Группа 1">
              <a:extLst>
                <a:ext uri="{FF2B5EF4-FFF2-40B4-BE49-F238E27FC236}">
                  <a16:creationId xmlns:a16="http://schemas.microsoft.com/office/drawing/2014/main" id="{27B21A00-E578-50DC-DFE0-06B0D3F1E148}"/>
                </a:ext>
              </a:extLst>
            </p:cNvPr>
            <p:cNvGrpSpPr/>
            <p:nvPr/>
          </p:nvGrpSpPr>
          <p:grpSpPr>
            <a:xfrm>
              <a:off x="1903755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3" name="Группа 2">
                <a:extLst>
                  <a:ext uri="{FF2B5EF4-FFF2-40B4-BE49-F238E27FC236}">
                    <a16:creationId xmlns:a16="http://schemas.microsoft.com/office/drawing/2014/main" id="{5260A155-C047-E16A-2B0A-E182BB204116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5" name="Группа 4">
                  <a:extLst>
                    <a:ext uri="{FF2B5EF4-FFF2-40B4-BE49-F238E27FC236}">
                      <a16:creationId xmlns:a16="http://schemas.microsoft.com/office/drawing/2014/main" id="{3D9B451A-2188-66F0-33D8-4194F5DABD58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7" name="Овал 6">
                    <a:extLst>
                      <a:ext uri="{FF2B5EF4-FFF2-40B4-BE49-F238E27FC236}">
                        <a16:creationId xmlns:a16="http://schemas.microsoft.com/office/drawing/2014/main" id="{E7E1BF0F-30A7-EE58-605F-7D7C2DBD5C4E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11" name="Группа 10">
                    <a:extLst>
                      <a:ext uri="{FF2B5EF4-FFF2-40B4-BE49-F238E27FC236}">
                        <a16:creationId xmlns:a16="http://schemas.microsoft.com/office/drawing/2014/main" id="{83D5BDB4-4FF9-A071-8082-B2EA4BC7256E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14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EAC6FA10-7FB7-4B15-D664-8F7DB9BA926C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15" name="Овал 14">
                      <a:extLst>
                        <a:ext uri="{FF2B5EF4-FFF2-40B4-BE49-F238E27FC236}">
                          <a16:creationId xmlns:a16="http://schemas.microsoft.com/office/drawing/2014/main" id="{EFEA521A-46EF-790C-9F2C-7805E1B58410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6" name="Прямоугольник 5">
                  <a:extLst>
                    <a:ext uri="{FF2B5EF4-FFF2-40B4-BE49-F238E27FC236}">
                      <a16:creationId xmlns:a16="http://schemas.microsoft.com/office/drawing/2014/main" id="{85C9EA6C-F58A-8A19-B879-630AA9536F6D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ЗАВЕДЕНИЕ В БИЛЛИНГ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4" name="Дуга 3">
                <a:extLst>
                  <a:ext uri="{FF2B5EF4-FFF2-40B4-BE49-F238E27FC236}">
                    <a16:creationId xmlns:a16="http://schemas.microsoft.com/office/drawing/2014/main" id="{0DE399B3-A447-BDE0-B919-A11AEC46EAE1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16" name="Группа 15">
              <a:extLst>
                <a:ext uri="{FF2B5EF4-FFF2-40B4-BE49-F238E27FC236}">
                  <a16:creationId xmlns:a16="http://schemas.microsoft.com/office/drawing/2014/main" id="{F7F58DFB-350A-925E-2C31-4DB3F5F8D70C}"/>
                </a:ext>
              </a:extLst>
            </p:cNvPr>
            <p:cNvGrpSpPr/>
            <p:nvPr/>
          </p:nvGrpSpPr>
          <p:grpSpPr>
            <a:xfrm>
              <a:off x="9107825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17" name="Группа 16">
                <a:extLst>
                  <a:ext uri="{FF2B5EF4-FFF2-40B4-BE49-F238E27FC236}">
                    <a16:creationId xmlns:a16="http://schemas.microsoft.com/office/drawing/2014/main" id="{6C5F0854-5486-201C-F854-1B15FB15AF0D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28" name="Группа 27">
                  <a:extLst>
                    <a:ext uri="{FF2B5EF4-FFF2-40B4-BE49-F238E27FC236}">
                      <a16:creationId xmlns:a16="http://schemas.microsoft.com/office/drawing/2014/main" id="{F46C5B76-777E-D6AB-DB7C-991ABC862123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30" name="Овал 29">
                    <a:extLst>
                      <a:ext uri="{FF2B5EF4-FFF2-40B4-BE49-F238E27FC236}">
                        <a16:creationId xmlns:a16="http://schemas.microsoft.com/office/drawing/2014/main" id="{6583B294-016D-6D77-247E-A7837EA6C497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31" name="Группа 30">
                    <a:extLst>
                      <a:ext uri="{FF2B5EF4-FFF2-40B4-BE49-F238E27FC236}">
                        <a16:creationId xmlns:a16="http://schemas.microsoft.com/office/drawing/2014/main" id="{4B126A6F-922C-FB3B-14EA-3036A829E721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37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1ED2DCD7-A91F-180B-2665-3703EB8F136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38" name="Овал 37">
                      <a:extLst>
                        <a:ext uri="{FF2B5EF4-FFF2-40B4-BE49-F238E27FC236}">
                          <a16:creationId xmlns:a16="http://schemas.microsoft.com/office/drawing/2014/main" id="{7C62F98D-877E-C2FD-DD8D-607695048DF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9" name="Прямоугольник 28">
                  <a:extLst>
                    <a:ext uri="{FF2B5EF4-FFF2-40B4-BE49-F238E27FC236}">
                      <a16:creationId xmlns:a16="http://schemas.microsoft.com/office/drawing/2014/main" id="{CBE5F377-D65E-EB18-6988-86C13C1846DC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ОТКРЫТИЕ КОММЕРЧЕСКОГО ДОСТУПА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25" name="Дуга 24">
                <a:extLst>
                  <a:ext uri="{FF2B5EF4-FFF2-40B4-BE49-F238E27FC236}">
                    <a16:creationId xmlns:a16="http://schemas.microsoft.com/office/drawing/2014/main" id="{2F3339DF-1754-1E84-D4B6-C59A8A370B04}"/>
                  </a:ext>
                </a:extLst>
              </p:cNvPr>
              <p:cNvSpPr/>
              <p:nvPr/>
            </p:nvSpPr>
            <p:spPr>
              <a:xfrm>
                <a:off x="3285330" y="3060299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grpSp>
          <p:nvGrpSpPr>
            <p:cNvPr id="39" name="Группа 38">
              <a:extLst>
                <a:ext uri="{FF2B5EF4-FFF2-40B4-BE49-F238E27FC236}">
                  <a16:creationId xmlns:a16="http://schemas.microsoft.com/office/drawing/2014/main" id="{9FE7C6FC-6CDC-1EC8-1CD9-F8E800F1DA84}"/>
                </a:ext>
              </a:extLst>
            </p:cNvPr>
            <p:cNvGrpSpPr/>
            <p:nvPr/>
          </p:nvGrpSpPr>
          <p:grpSpPr>
            <a:xfrm>
              <a:off x="5505790" y="4119705"/>
              <a:ext cx="2216138" cy="2928183"/>
              <a:chOff x="3037847" y="2960551"/>
              <a:chExt cx="2216138" cy="2928183"/>
            </a:xfrm>
          </p:grpSpPr>
          <p:grpSp>
            <p:nvGrpSpPr>
              <p:cNvPr id="40" name="Группа 39">
                <a:extLst>
                  <a:ext uri="{FF2B5EF4-FFF2-40B4-BE49-F238E27FC236}">
                    <a16:creationId xmlns:a16="http://schemas.microsoft.com/office/drawing/2014/main" id="{241A90F4-CDE1-FC56-DBD0-108888B08F2F}"/>
                  </a:ext>
                </a:extLst>
              </p:cNvPr>
              <p:cNvGrpSpPr/>
              <p:nvPr/>
            </p:nvGrpSpPr>
            <p:grpSpPr>
              <a:xfrm>
                <a:off x="3037847" y="2960551"/>
                <a:ext cx="2216138" cy="2928183"/>
                <a:chOff x="7656726" y="2200485"/>
                <a:chExt cx="3262174" cy="4310311"/>
              </a:xfrm>
            </p:grpSpPr>
            <p:grpSp>
              <p:nvGrpSpPr>
                <p:cNvPr id="42" name="Группа 41">
                  <a:extLst>
                    <a:ext uri="{FF2B5EF4-FFF2-40B4-BE49-F238E27FC236}">
                      <a16:creationId xmlns:a16="http://schemas.microsoft.com/office/drawing/2014/main" id="{1C8C29AD-AAB7-2757-2EFD-7FE711C3C164}"/>
                    </a:ext>
                  </a:extLst>
                </p:cNvPr>
                <p:cNvGrpSpPr/>
                <p:nvPr/>
              </p:nvGrpSpPr>
              <p:grpSpPr>
                <a:xfrm>
                  <a:off x="8190919" y="2495845"/>
                  <a:ext cx="2182020" cy="2172776"/>
                  <a:chOff x="4363346" y="4371561"/>
                  <a:chExt cx="1416402" cy="1410401"/>
                </a:xfrm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p:grpSpPr>
              <p:sp>
                <p:nvSpPr>
                  <p:cNvPr id="44" name="Овал 43">
                    <a:extLst>
                      <a:ext uri="{FF2B5EF4-FFF2-40B4-BE49-F238E27FC236}">
                        <a16:creationId xmlns:a16="http://schemas.microsoft.com/office/drawing/2014/main" id="{38599756-7914-401F-BD4A-89EA4C3CDA94}"/>
                      </a:ext>
                    </a:extLst>
                  </p:cNvPr>
                  <p:cNvSpPr/>
                  <p:nvPr/>
                </p:nvSpPr>
                <p:spPr>
                  <a:xfrm>
                    <a:off x="4376353" y="4378564"/>
                    <a:ext cx="1403395" cy="1403398"/>
                  </a:xfrm>
                  <a:prstGeom prst="ellipse">
                    <a:avLst/>
                  </a:prstGeom>
                  <a:solidFill>
                    <a:schemeClr val="bg1"/>
                  </a:solidFill>
                  <a:ln w="38100">
                    <a:solidFill>
                      <a:srgbClr val="41414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ru-RU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45" name="Группа 44">
                    <a:extLst>
                      <a:ext uri="{FF2B5EF4-FFF2-40B4-BE49-F238E27FC236}">
                        <a16:creationId xmlns:a16="http://schemas.microsoft.com/office/drawing/2014/main" id="{D21CA195-1495-CD81-2E8A-A94874D4C105}"/>
                      </a:ext>
                    </a:extLst>
                  </p:cNvPr>
                  <p:cNvGrpSpPr/>
                  <p:nvPr/>
                </p:nvGrpSpPr>
                <p:grpSpPr>
                  <a:xfrm>
                    <a:off x="4363346" y="4371561"/>
                    <a:ext cx="1406694" cy="1407182"/>
                    <a:chOff x="4369445" y="4534788"/>
                    <a:chExt cx="1406694" cy="1407182"/>
                  </a:xfrm>
                </p:grpSpPr>
                <p:pic>
                  <p:nvPicPr>
                    <p:cNvPr id="46" name="Picture 6" descr="Картинки по запросу &quot;magnifier png&quot;">
                      <a:extLst>
                        <a:ext uri="{FF2B5EF4-FFF2-40B4-BE49-F238E27FC236}">
                          <a16:creationId xmlns:a16="http://schemas.microsoft.com/office/drawing/2014/main" id="{684E8147-FDE5-38F9-62DB-BE7C096ED471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3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r="51340" b="24495"/>
                    <a:stretch/>
                  </p:blipFill>
                  <p:spPr bwMode="auto">
                    <a:xfrm rot="18356056" flipH="1">
                      <a:off x="4383543" y="4552564"/>
                      <a:ext cx="1396962" cy="1381849"/>
                    </a:xfrm>
                    <a:prstGeom prst="ellipse">
                      <a:avLst/>
                    </a:prstGeom>
                    <a:noFill/>
                    <a:ln>
                      <a:solidFill>
                        <a:srgbClr val="652D86"/>
                      </a:solidFill>
                    </a:ln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47" name="Овал 46">
                      <a:extLst>
                        <a:ext uri="{FF2B5EF4-FFF2-40B4-BE49-F238E27FC236}">
                          <a16:creationId xmlns:a16="http://schemas.microsoft.com/office/drawing/2014/main" id="{FDA25CFB-7240-5B49-3D98-63B52FC69C91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4369445" y="4534788"/>
                      <a:ext cx="1406694" cy="1406696"/>
                    </a:xfrm>
                    <a:prstGeom prst="ellipse">
                      <a:avLst/>
                    </a:prstGeom>
                    <a:noFill/>
                    <a:ln w="111125">
                      <a:solidFill>
                        <a:srgbClr val="40404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ru-RU" sz="12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43" name="Прямоугольник 42">
                  <a:extLst>
                    <a:ext uri="{FF2B5EF4-FFF2-40B4-BE49-F238E27FC236}">
                      <a16:creationId xmlns:a16="http://schemas.microsoft.com/office/drawing/2014/main" id="{9055B2B1-D204-F162-B740-3574B607BA32}"/>
                    </a:ext>
                  </a:extLst>
                </p:cNvPr>
                <p:cNvSpPr/>
                <p:nvPr/>
              </p:nvSpPr>
              <p:spPr>
                <a:xfrm>
                  <a:off x="7656726" y="2200485"/>
                  <a:ext cx="3262174" cy="4310311"/>
                </a:xfrm>
                <a:prstGeom prst="rect">
                  <a:avLst/>
                </a:prstGeom>
                <a:noFill/>
                <a:effectLst>
                  <a:glow rad="63500">
                    <a:schemeClr val="accent2">
                      <a:satMod val="175000"/>
                      <a:alpha val="40000"/>
                    </a:schemeClr>
                  </a:glow>
                </a:effectLst>
              </p:spPr>
              <p:txBody>
                <a:bodyPr wrap="none" lIns="91440" tIns="45720" rIns="91440" bIns="45720">
                  <a:prstTxWarp prst="textArchUp">
                    <a:avLst>
                      <a:gd name="adj" fmla="val 10653638"/>
                    </a:avLst>
                  </a:prstTxWarp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ts val="11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ru-RU" sz="900" b="1" dirty="0">
                      <a:ln w="0"/>
                      <a:solidFill>
                        <a:srgbClr val="414141"/>
                      </a:solidFill>
                      <a:latin typeface="Calibri" panose="020F0502020204030204"/>
                    </a:rPr>
                    <a:t>ПОДПИСАНИЕ ДОГОВОРА С КЛИЕНТОМ</a:t>
                  </a:r>
                  <a:endParaRPr kumimoji="0" lang="ru-RU" sz="900" b="1" i="0" u="none" strike="noStrike" kern="1200" cap="none" spc="0" normalizeH="0" baseline="0" noProof="0" dirty="0">
                    <a:ln w="0"/>
                    <a:solidFill>
                      <a:srgbClr val="414141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  <p:sp>
            <p:nvSpPr>
              <p:cNvPr id="41" name="Дуга 40">
                <a:extLst>
                  <a:ext uri="{FF2B5EF4-FFF2-40B4-BE49-F238E27FC236}">
                    <a16:creationId xmlns:a16="http://schemas.microsoft.com/office/drawing/2014/main" id="{8AB7BC62-ACAC-8E76-3498-CC2432B13A98}"/>
                  </a:ext>
                </a:extLst>
              </p:cNvPr>
              <p:cNvSpPr/>
              <p:nvPr/>
            </p:nvSpPr>
            <p:spPr>
              <a:xfrm>
                <a:off x="3288958" y="3049413"/>
                <a:ext cx="1695762" cy="1695762"/>
              </a:xfrm>
              <a:prstGeom prst="arc">
                <a:avLst>
                  <a:gd name="adj1" fmla="val 11170307"/>
                  <a:gd name="adj2" fmla="val 10377056"/>
                </a:avLst>
              </a:prstGeom>
              <a:ln w="19050">
                <a:solidFill>
                  <a:srgbClr val="414141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ru-RU" sz="1200"/>
              </a:p>
            </p:txBody>
          </p:sp>
        </p:grp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5879F656-7ACF-3057-A504-1C190E256FF7}"/>
                </a:ext>
              </a:extLst>
            </p:cNvPr>
            <p:cNvSpPr txBox="1"/>
            <p:nvPr/>
          </p:nvSpPr>
          <p:spPr>
            <a:xfrm>
              <a:off x="1589760" y="1797267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1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C4749F9B-0547-FC0B-34D7-57F03F78D888}"/>
                </a:ext>
              </a:extLst>
            </p:cNvPr>
            <p:cNvSpPr txBox="1"/>
            <p:nvPr/>
          </p:nvSpPr>
          <p:spPr>
            <a:xfrm>
              <a:off x="5200871" y="178774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2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74178077-4BB3-AE3A-702C-73962FD30748}"/>
                </a:ext>
              </a:extLst>
            </p:cNvPr>
            <p:cNvSpPr txBox="1"/>
            <p:nvPr/>
          </p:nvSpPr>
          <p:spPr>
            <a:xfrm>
              <a:off x="8799727" y="1787742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3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432925F-AE4D-64C2-4268-F2C4A6200D15}"/>
                </a:ext>
              </a:extLst>
            </p:cNvPr>
            <p:cNvSpPr txBox="1"/>
            <p:nvPr/>
          </p:nvSpPr>
          <p:spPr>
            <a:xfrm>
              <a:off x="2829648" y="4842981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4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BC816C8A-E3BF-05C9-2CDF-41F68ED357AC}"/>
                </a:ext>
              </a:extLst>
            </p:cNvPr>
            <p:cNvSpPr txBox="1"/>
            <p:nvPr/>
          </p:nvSpPr>
          <p:spPr>
            <a:xfrm>
              <a:off x="6450284" y="48334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5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1028" name="TextBox 1027">
              <a:extLst>
                <a:ext uri="{FF2B5EF4-FFF2-40B4-BE49-F238E27FC236}">
                  <a16:creationId xmlns:a16="http://schemas.microsoft.com/office/drawing/2014/main" id="{3E2503D4-A4CC-E080-CF2A-A2C080A41A1D}"/>
                </a:ext>
              </a:extLst>
            </p:cNvPr>
            <p:cNvSpPr txBox="1"/>
            <p:nvPr/>
          </p:nvSpPr>
          <p:spPr>
            <a:xfrm>
              <a:off x="10039615" y="4833456"/>
              <a:ext cx="356188" cy="4770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ru-RU" sz="2500" b="1" dirty="0">
                  <a:solidFill>
                    <a:srgbClr val="7030A0"/>
                  </a:solidFill>
                </a:rPr>
                <a:t>6</a:t>
              </a:r>
              <a:endParaRPr lang="en-US" sz="2500" b="1" dirty="0">
                <a:solidFill>
                  <a:srgbClr val="7030A0"/>
                </a:solidFill>
              </a:endParaRPr>
            </a:p>
          </p:txBody>
        </p:sp>
        <p:sp>
          <p:nvSpPr>
            <p:cNvPr id="1048" name="Стрелка: вправо 1047">
              <a:extLst>
                <a:ext uri="{FF2B5EF4-FFF2-40B4-BE49-F238E27FC236}">
                  <a16:creationId xmlns:a16="http://schemas.microsoft.com/office/drawing/2014/main" id="{07A4A57D-23C4-D223-95DA-28A41E1BFAD1}"/>
                </a:ext>
              </a:extLst>
            </p:cNvPr>
            <p:cNvSpPr/>
            <p:nvPr/>
          </p:nvSpPr>
          <p:spPr>
            <a:xfrm>
              <a:off x="2821282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1" name="Стрелка: вправо 1050">
              <a:extLst>
                <a:ext uri="{FF2B5EF4-FFF2-40B4-BE49-F238E27FC236}">
                  <a16:creationId xmlns:a16="http://schemas.microsoft.com/office/drawing/2014/main" id="{3A03B9BF-1C9F-124D-FCEB-FA202579791A}"/>
                </a:ext>
              </a:extLst>
            </p:cNvPr>
            <p:cNvSpPr/>
            <p:nvPr/>
          </p:nvSpPr>
          <p:spPr>
            <a:xfrm>
              <a:off x="6469823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2" name="Стрелка: вправо 1051">
              <a:extLst>
                <a:ext uri="{FF2B5EF4-FFF2-40B4-BE49-F238E27FC236}">
                  <a16:creationId xmlns:a16="http://schemas.microsoft.com/office/drawing/2014/main" id="{009E39FC-32F9-7487-743A-108F2743DAB6}"/>
                </a:ext>
              </a:extLst>
            </p:cNvPr>
            <p:cNvSpPr/>
            <p:nvPr/>
          </p:nvSpPr>
          <p:spPr>
            <a:xfrm>
              <a:off x="4070695" y="490599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3" name="Стрелка: вправо 1052">
              <a:extLst>
                <a:ext uri="{FF2B5EF4-FFF2-40B4-BE49-F238E27FC236}">
                  <a16:creationId xmlns:a16="http://schemas.microsoft.com/office/drawing/2014/main" id="{12C7DF28-EB2B-8316-8895-85907BCFD30F}"/>
                </a:ext>
              </a:extLst>
            </p:cNvPr>
            <p:cNvSpPr/>
            <p:nvPr/>
          </p:nvSpPr>
          <p:spPr>
            <a:xfrm>
              <a:off x="7719236" y="490599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4" name="TextBox 1053">
              <a:extLst>
                <a:ext uri="{FF2B5EF4-FFF2-40B4-BE49-F238E27FC236}">
                  <a16:creationId xmlns:a16="http://schemas.microsoft.com/office/drawing/2014/main" id="{B456E36E-1034-DEEE-16FD-E377345B9072}"/>
                </a:ext>
              </a:extLst>
            </p:cNvPr>
            <p:cNvSpPr txBox="1"/>
            <p:nvPr/>
          </p:nvSpPr>
          <p:spPr>
            <a:xfrm>
              <a:off x="2864356" y="771899"/>
              <a:ext cx="129039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DEAL TASK 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</a:p>
          </p:txBody>
        </p:sp>
        <p:sp>
          <p:nvSpPr>
            <p:cNvPr id="1060" name="TextBox 1059">
              <a:extLst>
                <a:ext uri="{FF2B5EF4-FFF2-40B4-BE49-F238E27FC236}">
                  <a16:creationId xmlns:a16="http://schemas.microsoft.com/office/drawing/2014/main" id="{7CFFAE5E-C134-3D7E-F44A-D05A3FC521DD}"/>
                </a:ext>
              </a:extLst>
            </p:cNvPr>
            <p:cNvSpPr txBox="1"/>
            <p:nvPr/>
          </p:nvSpPr>
          <p:spPr>
            <a:xfrm>
              <a:off x="6585552" y="790875"/>
              <a:ext cx="1290391" cy="7848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endParaRPr lang="ru-RU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ОТПРАВЛЯЕТ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ИНСТРУКЦИЮ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АКТИВАЦИЙ </a:t>
              </a:r>
            </a:p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КЛИЕНТУ</a:t>
              </a:r>
              <a:endParaRPr lang="en-US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</p:txBody>
        </p:sp>
        <p:sp>
          <p:nvSpPr>
            <p:cNvPr id="1062" name="TextBox 1061">
              <a:extLst>
                <a:ext uri="{FF2B5EF4-FFF2-40B4-BE49-F238E27FC236}">
                  <a16:creationId xmlns:a16="http://schemas.microsoft.com/office/drawing/2014/main" id="{20887D03-6D2A-2796-6E18-EB3D36A757A1}"/>
                </a:ext>
              </a:extLst>
            </p:cNvPr>
            <p:cNvSpPr txBox="1"/>
            <p:nvPr/>
          </p:nvSpPr>
          <p:spPr>
            <a:xfrm>
              <a:off x="7847100" y="4432160"/>
              <a:ext cx="1290391" cy="5078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ВКЛАДЫВАЕТ СКАН ДОГОВОРА В</a:t>
              </a:r>
            </a:p>
            <a:p>
              <a:pPr algn="ctr"/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DEAL INFO</a:t>
              </a:r>
            </a:p>
          </p:txBody>
        </p:sp>
        <p:sp>
          <p:nvSpPr>
            <p:cNvPr id="1068" name="Стрелка: вправо 1067">
              <a:extLst>
                <a:ext uri="{FF2B5EF4-FFF2-40B4-BE49-F238E27FC236}">
                  <a16:creationId xmlns:a16="http://schemas.microsoft.com/office/drawing/2014/main" id="{52FCAC99-010D-F046-C4ED-70F3287217E5}"/>
                </a:ext>
              </a:extLst>
            </p:cNvPr>
            <p:cNvSpPr/>
            <p:nvPr/>
          </p:nvSpPr>
          <p:spPr>
            <a:xfrm>
              <a:off x="10168732" y="1835367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9" name="Стрелка: вправо 1068">
              <a:extLst>
                <a:ext uri="{FF2B5EF4-FFF2-40B4-BE49-F238E27FC236}">
                  <a16:creationId xmlns:a16="http://schemas.microsoft.com/office/drawing/2014/main" id="{D1B26EA2-5919-5555-2B7A-EFE05E9D8777}"/>
                </a:ext>
              </a:extLst>
            </p:cNvPr>
            <p:cNvSpPr/>
            <p:nvPr/>
          </p:nvSpPr>
          <p:spPr>
            <a:xfrm>
              <a:off x="448052" y="4922872"/>
              <a:ext cx="1484294" cy="247650"/>
            </a:xfrm>
            <a:prstGeom prst="rightArrow">
              <a:avLst/>
            </a:prstGeom>
            <a:solidFill>
              <a:srgbClr val="40404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2" name="TextBox 1071">
              <a:extLst>
                <a:ext uri="{FF2B5EF4-FFF2-40B4-BE49-F238E27FC236}">
                  <a16:creationId xmlns:a16="http://schemas.microsoft.com/office/drawing/2014/main" id="{6B6F74BA-DA4D-E660-707C-52F7BC41E0EA}"/>
                </a:ext>
              </a:extLst>
            </p:cNvPr>
            <p:cNvSpPr txBox="1"/>
            <p:nvPr/>
          </p:nvSpPr>
          <p:spPr>
            <a:xfrm>
              <a:off x="519182" y="3667524"/>
              <a:ext cx="1290391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ТАСК 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 НА ЗАВЕДЕНИЕ КЛИЕНТА В БИЛЛИНГ И ПРИКЛАДЫВАЕТ ДРАФТ СОГЛАСОВАННОГО ДОГОВОРА</a:t>
              </a:r>
            </a:p>
          </p:txBody>
        </p:sp>
        <p:sp>
          <p:nvSpPr>
            <p:cNvPr id="36" name="Прямоугольник 35">
              <a:extLst>
                <a:ext uri="{FF2B5EF4-FFF2-40B4-BE49-F238E27FC236}">
                  <a16:creationId xmlns:a16="http://schemas.microsoft.com/office/drawing/2014/main" id="{63183A6D-2DAA-4429-AD96-5B8416DD1DB2}"/>
                </a:ext>
              </a:extLst>
            </p:cNvPr>
            <p:cNvSpPr/>
            <p:nvPr/>
          </p:nvSpPr>
          <p:spPr>
            <a:xfrm>
              <a:off x="7970125" y="1044746"/>
              <a:ext cx="1963072" cy="1963966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prstTxWarp prst="textArchDown">
                <a:avLst/>
              </a:prstTxWarp>
              <a:spAutoFit/>
            </a:bodyPr>
            <a:lstStyle/>
            <a:p>
              <a:pPr lvl="0" algn="ctr">
                <a:lnSpc>
                  <a:spcPts val="800"/>
                </a:lnSpc>
              </a:pP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СОГЛАСОВАНИЕ ДОГОВОРА В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SHAREPOINT</a:t>
              </a:r>
              <a:endParaRPr lang="ru-RU" sz="900" b="1" dirty="0">
                <a:ln w="0"/>
                <a:solidFill>
                  <a:srgbClr val="414141"/>
                </a:solidFill>
                <a:latin typeface="Calibri" panose="020F0502020204030204"/>
              </a:endParaRP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BECC2CE2-8F6A-2B4A-928B-FA9CFD0F34E7}"/>
                </a:ext>
              </a:extLst>
            </p:cNvPr>
            <p:cNvSpPr txBox="1"/>
            <p:nvPr/>
          </p:nvSpPr>
          <p:spPr>
            <a:xfrm>
              <a:off x="10300100" y="570445"/>
              <a:ext cx="1290391" cy="133882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КАЕ СОЗДАЕТ ТАСК НА </a:t>
              </a:r>
              <a:r>
                <a:rPr lang="en-US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PRODUCT MANAGER</a:t>
              </a:r>
              <a:r>
                <a:rPr lang="ru-RU" sz="900" b="1" dirty="0">
                  <a:ln w="0"/>
                  <a:solidFill>
                    <a:srgbClr val="414141"/>
                  </a:solidFill>
                  <a:latin typeface="Calibri" panose="020F0502020204030204"/>
                </a:rPr>
                <a:t> НА ЗАВЕДЕНИЕ КЛИЕНТА В БИЛЛИНГ И ПРИКЛАДЫВАЕТ ДРАФТ СОГЛАСОВАННОГО ДОГОВОРА</a:t>
              </a:r>
            </a:p>
          </p:txBody>
        </p:sp>
      </p:grpSp>
      <p:sp>
        <p:nvSpPr>
          <p:cNvPr id="1075" name="TextBox 1074">
            <a:extLst>
              <a:ext uri="{FF2B5EF4-FFF2-40B4-BE49-F238E27FC236}">
                <a16:creationId xmlns:a16="http://schemas.microsoft.com/office/drawing/2014/main" id="{6F4646DD-0DBF-5442-BFEF-1F903E046BA8}"/>
              </a:ext>
            </a:extLst>
          </p:cNvPr>
          <p:cNvSpPr txBox="1"/>
          <p:nvPr/>
        </p:nvSpPr>
        <p:spPr>
          <a:xfrm>
            <a:off x="1333071" y="146200"/>
            <a:ext cx="7684172" cy="427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1516">
              <a:spcBef>
                <a:spcPts val="3051"/>
              </a:spcBef>
            </a:pPr>
            <a:r>
              <a:rPr lang="ru-RU" sz="2176" b="1" dirty="0">
                <a:solidFill>
                  <a:srgbClr val="7030A0"/>
                </a:solidFill>
                <a:latin typeface="Aptos" panose="020B0004020202020204" pitchFamily="34" charset="0"/>
                <a:cs typeface="Arial" panose="020B0604020202020204" pitchFamily="34" charset="0"/>
              </a:rPr>
              <a:t>Процесс подключения услуги:</a:t>
            </a:r>
          </a:p>
        </p:txBody>
      </p:sp>
      <p:pic>
        <p:nvPicPr>
          <p:cNvPr id="1076" name="Рисунок 1075">
            <a:extLst>
              <a:ext uri="{FF2B5EF4-FFF2-40B4-BE49-F238E27FC236}">
                <a16:creationId xmlns:a16="http://schemas.microsoft.com/office/drawing/2014/main" id="{3C4D84F7-A494-A38E-9F39-D3A20A52A4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78094" y="179958"/>
            <a:ext cx="1220747" cy="269140"/>
          </a:xfrm>
          <a:prstGeom prst="rect">
            <a:avLst/>
          </a:prstGeom>
        </p:spPr>
      </p:pic>
      <p:cxnSp>
        <p:nvCxnSpPr>
          <p:cNvPr id="1077" name="Прямая соединительная линия 1076">
            <a:extLst>
              <a:ext uri="{FF2B5EF4-FFF2-40B4-BE49-F238E27FC236}">
                <a16:creationId xmlns:a16="http://schemas.microsoft.com/office/drawing/2014/main" id="{D6B02448-C6FF-B49C-5651-F62EBC85B2E3}"/>
              </a:ext>
            </a:extLst>
          </p:cNvPr>
          <p:cNvCxnSpPr/>
          <p:nvPr/>
        </p:nvCxnSpPr>
        <p:spPr>
          <a:xfrm>
            <a:off x="1383053" y="669938"/>
            <a:ext cx="9389086" cy="0"/>
          </a:xfrm>
          <a:prstGeom prst="line">
            <a:avLst/>
          </a:prstGeom>
          <a:ln w="19050">
            <a:solidFill>
              <a:srgbClr val="7030A0"/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700341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emplateUrl xmlns="http://schemas.microsoft.com/sharepoint/v3" xsi:nil="true"/>
    <Link xmlns="34351eb4-5e07-4c99-b842-6b98263d0705">
      <Url xsi:nil="true"/>
      <Description xsi:nil="true"/>
    </Link>
    <Update xmlns="34351eb4-5e07-4c99-b842-6b98263d0705" xsi:nil="true"/>
    <ShowRepairView xmlns="http://schemas.microsoft.com/sharepoint/v3" xsi:nil="true"/>
    <_x0410__x043a__x0442__x0438__x0432__x043d__x043e__x0441__x0442__x044c_ xmlns="34351eb4-5e07-4c99-b842-6b98263d0705" xsi:nil="true"/>
    <ShowCombineView xmlns="http://schemas.microsoft.com/sharepoint/v3" xsi:nil="true"/>
    <xd_ProgID xmlns="http://schemas.microsoft.com/sharepoint/v3" xsi:nil="true"/>
    <Company_x0020_Link xmlns="34351eb4-5e07-4c99-b842-6b98263d0705" xsi:nil="true"/>
    <User xmlns="34351eb4-5e07-4c99-b842-6b98263d0705">
      <UserInfo>
        <DisplayName/>
        <AccountId xsi:nil="true"/>
        <AccountType/>
      </UserInfo>
    </User>
    <Test xmlns="34351eb4-5e07-4c99-b842-6b98263d070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Форма" ma:contentTypeID="0x010101005735C98F2F9FC74E9C48A2E5D7E53F63" ma:contentTypeVersion="27118" ma:contentTypeDescription="Заполнение формы." ma:contentTypeScope="" ma:versionID="a669978e604b8b8f6328f08562b839fa">
  <xsd:schema xmlns:xsd="http://www.w3.org/2001/XMLSchema" xmlns:xs="http://www.w3.org/2001/XMLSchema" xmlns:p="http://schemas.microsoft.com/office/2006/metadata/properties" xmlns:ns1="http://schemas.microsoft.com/sharepoint/v3" xmlns:ns2="34351eb4-5e07-4c99-b842-6b98263d0705" targetNamespace="http://schemas.microsoft.com/office/2006/metadata/properties" ma:root="true" ma:fieldsID="1350af98472859266514a7173cdd1a10" ns1:_="" ns2:_="">
    <xsd:import namespace="http://schemas.microsoft.com/sharepoint/v3"/>
    <xsd:import namespace="34351eb4-5e07-4c99-b842-6b98263d0705"/>
    <xsd:element name="properties">
      <xsd:complexType>
        <xsd:sequence>
          <xsd:element name="documentManagement">
            <xsd:complexType>
              <xsd:all>
                <xsd:element ref="ns1:ShowRepairView" minOccurs="0"/>
                <xsd:element ref="ns1:TemplateUrl" minOccurs="0"/>
                <xsd:element ref="ns1:xd_ProgID" minOccurs="0"/>
                <xsd:element ref="ns2:BIN" minOccurs="0"/>
                <xsd:element ref="ns2:Account_x0020_Name" minOccurs="0"/>
                <xsd:element ref="ns2:_x0424__x043e__x0440__x043c__x0430_" minOccurs="0"/>
                <xsd:element ref="ns2:_x0423__x0441__x0442__x0430__x0432_" minOccurs="0"/>
                <xsd:element ref="ns2:_x0421__x0432__x0438__x0434__x0435__x0442__x0435__x043b__x044c__x0441__x0442__x0432__x043e___x041d__x0414__x0421_" minOccurs="0"/>
                <xsd:element ref="ns2:_x0421__x0432__x0438__x0434__x0435__x0442__x0435__x043b__x044c__x0441__x0442__x0432__x043e___x043e___x0440__x0435__x0433__x0438__x0441__x0442__x0440__x0430__x0446__x0438__x0438_" minOccurs="0"/>
                <xsd:element ref="ns2:_x0414__x043e__x0432__x0435__x0440__x0435__x043d__x043d__x043e__x0441__x0442__x044c_" minOccurs="0"/>
                <xsd:element ref="ns2:_x0423__x0434__x043e__x0441__x0442__x043e__x0432__x0435__x0440__x0435__x043d__x0438__x0435___x043b__x0438__x0447__x043d__x043e__x0441__x0442__x0438_" minOccurs="0"/>
                <xsd:element ref="ns2:_x0421__x0432__x0438__x0434__x0435__x0442__x0435__x043b__x044c__x0441__x0442__x0432__x043e___x0418__x041f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inOccurs="0"/>
                <xsd:element ref="ns2:_x041f__x0440__x0438__x043a__x0430__x0437___x043e___x043d__x0430__x0437__x043d__x0430__x0447__x0435__x043d__x0438__x0438_" minOccurs="0"/>
                <xsd:element ref="ns2:_x0412__x044b__x043f__x0438__x0441__x043a__x0430___x0438__x0437___x043f__x0440__x043e__x0442__x043e__x043a__x043e__x043b__x0430___x0443__x0447__x0430__x0441__x0442__x043d__x0438__x043a__x043e__x0432_" minOccurs="0"/>
                <xsd:element ref="ns2:_x041f__x0430__x0440__x043e__x043b__x044c___x043d__x0430___x0432__x0435__x0440__x0438__x0444__x0438__x043a__x0430__x0446__x0438__x044e_" minOccurs="0"/>
                <xsd:element ref="ns2:_x041f__x0430__x0440__x043e__x043b__x044c___x043d__x0430___x0432__x0435__x0440__x0438__x0444__x0438__x043a__x0430__x0446__x0438__x044e___x0418__x041f_" minOccurs="0"/>
                <xsd:element ref="ns2:_x041f__x0440__x0438__x043a__x0430__x0437___x043d__x0430__x0447__x0430__x043b__x043e_" minOccurs="0"/>
                <xsd:element ref="ns2:_x041f__x0440__x0438__x043a__x0430__x0437___x043a__x043e__x043d__x0435__x0446_" minOccurs="0"/>
                <xsd:element ref="ns2:_x0412__x044b__x043f__x0438__x0441__x043a__x0430___x043d__x0430__x0447__x0430__x043b__x043e_" minOccurs="0"/>
                <xsd:element ref="ns2:_x0412__x044b__x043f__x0438__x0441__x043a__x0430___x043a__x043e__x043d__x0435__x0446_" minOccurs="0"/>
                <xsd:element ref="ns2:_x0414__x043e__x0432__x0435__x0440__x0435__x043d__x043d__x043e__x0441__x0442__x044c___x043d__x0430__x0447__x0430__x043b__x043e_" minOccurs="0"/>
                <xsd:element ref="ns2:_x0414__x043e__x0432__x0435__x0440__x0435__x043d__x043d__x043e__x0441__x0442__x044c___x043e__x043a__x043e__x043d__x0447__x0430__x043d__x0438__x0435_" minOccurs="0"/>
                <xsd:element ref="ns2:KASE" minOccurs="0"/>
                <xsd:element ref="ns2:SM" minOccurs="0"/>
                <xsd:element ref="ns2:Company_x0020_Documents" minOccurs="0"/>
                <xsd:element ref="ns2:_x0418__x041f___x0443__x0434___x043a__x043e__x043d__x0435__x0446_" minOccurs="0"/>
                <xsd:element ref="ns2: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inOccurs="0"/>
                <xsd:element ref="ns2:_x0414__x043e__x0433__x043e__x0432__x043e__x0440__x0020__x0430__x0440__x0435__x043d__x0434__x044b_" minOccurs="0"/>
                <xsd:element ref="ns2:_x0410__x043a__x0442__x0020__x043f__x0440__x0438__x0435__x043c__x0430__x0020__x043f__x043e__x043c__x0435__x0449__x0435__x043d__x0438__x044f_0" minOccurs="0"/>
                <xsd:element ref="ns2:_x0410__x043a__x0442__x0443__x043b__x044c__x043d__x043e__x0441__x0442__x044c_" minOccurs="0"/>
                <xsd:element ref="ns2:_x0410__x043a__x0442__x0443__x043b__x044c__x043d__x043e__x0441__x0442__x044c_1" minOccurs="0"/>
                <xsd:element ref="ns2:_x0414__x0430__x0442__x0430___x043e__x043a__x043e__x043d__x0447__x0430__x043d__x0438__x044f___x0434__x0435__x0439__x0441__x0442__x0432__x0438__x044f_" minOccurs="0"/>
                <xsd:element ref="ns2:_x0414__x0430__x0442__x0430___x043e__x043a__x043e__x043d__x0447__x0430__x043d__x0438__x044f___x0434__x0435__x0439__x0441__x0442__x0432__x0438__x044f_1" minOccurs="0"/>
                <xsd:element ref="ns2:_x042e__x0440__x0438__x0434__x0438__x0447__x0435__x0441__x043a__x043e__x0435___x043d__x0430__x0438__x043c__x0435__x043d__x043e__x0432__x0430__x043d__x0438__x0435_" minOccurs="0"/>
                <xsd:element ref="ns2:_x0421__x0442__x0440__x0430__x043d__x0430___x044e__x0440_" minOccurs="0"/>
                <xsd:element ref="ns2:_x0418__x043d__x0434__x0435__x043a__x0441___x044e__x0440_" minOccurs="0"/>
                <xsd:element ref="ns2:_x0413__x043e__x0440__x043e__x0434___x044e__x0440_" minOccurs="0"/>
                <xsd:element ref="ns2:_x0410__x0434__x0440__x0435__x0441___x044e__x0440_" minOccurs="0"/>
                <xsd:element ref="ns2:_x0421__x0442__x0440__x0430__x043d__x0430___x0444__x0430__x043a__x0442_" minOccurs="0"/>
                <xsd:element ref="ns2:_x0418__x043d__x0434__x0435__x043a__x0441___x0444__x0430__x043a__x0442_" minOccurs="0"/>
                <xsd:element ref="ns2:_x0413__x043e__x0440__x043e__x0434___x0444__x0430__x043a__x0442_" minOccurs="0"/>
                <xsd:element ref="ns2:_x0410__x0434__x0440__x0435__x0441___x0444__x0430__x043a__x0442_" minOccurs="0"/>
                <xsd:element ref="ns2:_x0442__x0435__x043b__x0435__x0444__x043e__x043d___x0444__x0430__x043a__x0441_" minOccurs="0"/>
                <xsd:element ref="ns2:E_x0020_Mail" minOccurs="0"/>
                <xsd:element ref="ns2:_x0411__x0430__x043d__x043a_" minOccurs="0"/>
                <xsd:element ref="ns2:IBAN" minOccurs="0"/>
                <xsd:element ref="ns2:_x0411__x0418__x041a_" minOccurs="0"/>
                <xsd:element ref="ns2:_x0411__x0418__x041d_" minOccurs="0"/>
                <xsd:element ref="ns2:_x041a__x0411__x0415_" minOccurs="0"/>
                <xsd:element ref="ns2:_x0410__x043a__x0442__x0438__x0432__x043d__x043e__x0441__x0442__x044c_" minOccurs="0"/>
                <xsd:element ref="ns2:_x041f__x0430__x0440__x043e__x043b__x044c_" minOccurs="0"/>
                <xsd:element ref="ns2:_x041a__x043e__x043d__x0442__x0430__x043a__x0442__x043d__x044b__x0439___x0430__x0431__x043e__x043d__x0435__x043d__x0442__x0441__x043a__x0438__x0439___x043d__x043e__x043c__x0435__x0440_" minOccurs="0"/>
                <xsd:element ref="ns2:_x042d__x043b__x0435__x043a__x0442__x0440__x043e__x043d__x043d__x044b__x0439___x0430__x0434__x0440__x0435__x0441_" minOccurs="0"/>
                <xsd:element ref="ns2:Test" minOccurs="0"/>
                <xsd:element ref="ns2:Company_x0020_Link" minOccurs="0"/>
                <xsd:element ref="ns2:Update" minOccurs="0"/>
                <xsd:element ref="ns2:Link" minOccurs="0"/>
                <xsd:element ref="ns2:_x041f__x0438__x0441__x044c__x043c__x043e___x0441__x043e__x0433__x043b__x0430__x0441__x0438__x0435___x0441__x0442__x0430__x0442__x0443__x0441_" minOccurs="0"/>
                <xsd:element ref="ns2:_x041f__x0438__x0441__x044c__x043c__x043e___x0441__x043e__x0433__x043b__x0430__x0441__x0438__x0435__date" minOccurs="0"/>
                <xsd:element ref="ns2:_x041f__x0438__x0441__x044c__x043c__x043e___x0441__x043e__x0433__x043b__x0430__x0441__x0438__x0435___x044e__x0437__x0435__x0440_" minOccurs="0"/>
                <xsd:element ref="ns2:_x041f__x0438__x0441__x044c__x043c__x043e___x0441__x043e__x0433__x043b__x0430__x0441__x0438__x0435___x043e__x0440__x0438__x0433__x0438__x043d__x0430__x043b_" minOccurs="0"/>
                <xsd:element ref="ns2:_x041f__x0438__x0441__x044c__x043c__x043e___x0441__x043e__x0433__x043b__x0430__x0441__x0438__x0435___x043e__x0440__x0438__x0433__x0438__x043d__x0430__x043b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" minOccurs="0"/>
                <xsd:element ref="ns2:_x0424__x0418__x041e___x043f__x043e__x0432__x0435__x0440__x0435__x043d__x043d__x043e__x0433__x043e_" minOccurs="0"/>
                <xsd:element ref="ns2:_x0412__x0435__x0440__x0438__x0444__x0438__x043a__x0430__x0446__x0438__x044f___x043d__x0430__x043b__x0438__x0447__x0438__x0435___x043e__x0440__x0438__x0433__x0438__x043d__x0430__x043b__x0430_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" minOccurs="0"/>
                <xsd:element ref="ns2:_x0414__x043e__x0432__x0435__x0440__x0435__x043d__x043d__x043e__x0441__x0442__x044c___x043d__x0430__x043b__x0438__x0447__x0438__x0435___x043e__x0440__x0438__x0433__x0438__x043d__x0430__x043b__x0430___x0438__x0441__x0442__x043e__x0440__x0438__x044f_" minOccurs="0"/>
                <xsd:element ref="ns2:_x041f__x0430__x0440__x043e__x043b__x044c__2" minOccurs="0"/>
                <xsd:element ref="ns2:_x041f__x0430__x0440__x043e__x043b__x044c___x0438__x0441__x0442__x043e__x0440__x0438__x044f__2" minOccurs="0"/>
                <xsd:element ref="ns2:_x041a__x043e__x043d__x0442__x0430__x043a__x0442__x043d__x044b__x0439___x0430__x0431__x043e__x043d__x0435__x043d__x0442__x0441__x043a__x0438__x0439___x043d__x043e__x043c__x0435__x0440__2" minOccurs="0"/>
                <xsd:element ref="ns2:_x042d__x043b__x0435__x043a__x0442__x0440__x043e__x043d__x043d__x044b__x0439___x0430__x0434__x0440__x0435__x0441__2" minOccurs="0"/>
                <xsd:element ref="ns2:_x0412__x0435__x0440__x0438__x0444__x0438__x043a__x0430__x0446__x0438__x044f___x043d__x0430__x043b__x0438__x0447__x0438__x0435___x043e__x0440__x0438__x0433__x0438__x043d__x0430__x043b__x0430__2" minOccurs="0"/>
                <xsd:element ref="ns2:_x0412__x0435__x0440__x0438__x0444__x0438__x043a__x0430__x0446__x0438__x044f___x043d__x0430__x043b__x0438__x0447__x0438__x0435___x043e__x0440__x0438__x0433__x0438__x043d__x0430__x043b__x0430___x0438__x0441__x0442__x043e__x0440__x0438__x044f__2" minOccurs="0"/>
                <xsd:element ref="ns2:Email__x0443__x0434_" minOccurs="0"/>
                <xsd:element ref="ns2:_x0422__x0435__x0441__x0442___x043f__x0430__x0440__x043e__x043b__x044f_" minOccurs="0"/>
                <xsd:element ref="ns2:_x0422__x0438__x043f___x0434__x043e__x0432__x0435__x0440__x0435__x043d__x043d__x043e__x0441__x0442__x0438_" minOccurs="0"/>
                <xsd:element ref="ns2:_x0422__x0438__x043f___x0434__x043e__x043a__x0443__x043c__x0435__x043d__x0442__x0430_" minOccurs="0"/>
                <xsd:element ref="ns2:_x041a__x043e__x043d__x0442__x0430__x043a__x0442__x043d__x044b__x0439___x043d__x043e__x043c__x0435__x0440_" minOccurs="0"/>
                <xsd:element ref="ns2:User" minOccurs="0"/>
                <xsd:element ref="ns1:ShowCombineView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ShowRepairView" ma:index="9" nillable="true" ma:displayName="Показать представление восстановления" ma:hidden="true" ma:internalName="ShowRepairView" ma:readOnly="false">
      <xsd:simpleType>
        <xsd:restriction base="dms:Text"/>
      </xsd:simpleType>
    </xsd:element>
    <xsd:element name="TemplateUrl" ma:index="10" nillable="true" ma:displayName="Ссылка на шаблон" ma:hidden="true" ma:internalName="TemplateUrl" ma:readOnly="false">
      <xsd:simpleType>
        <xsd:restriction base="dms:Text"/>
      </xsd:simpleType>
    </xsd:element>
    <xsd:element name="xd_ProgID" ma:index="11" nillable="true" ma:displayName="Ссылка на HTML-файл" ma:hidden="true" ma:internalName="xd_ProgID" ma:readOnly="false">
      <xsd:simpleType>
        <xsd:restriction base="dms:Text"/>
      </xsd:simpleType>
    </xsd:element>
    <xsd:element name="ShowCombineView" ma:index="89" nillable="true" ma:displayName="Показать составное представление" ma:hidden="true" ma:internalName="ShowCombineView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351eb4-5e07-4c99-b842-6b98263d0705" elementFormDefault="qualified">
    <xsd:import namespace="http://schemas.microsoft.com/office/2006/documentManagement/types"/>
    <xsd:import namespace="http://schemas.microsoft.com/office/infopath/2007/PartnerControls"/>
    <xsd:element name="BIN" ma:index="12" nillable="true" ma:displayName="BIN" ma:internalName="BIN" ma:readOnly="true">
      <xsd:simpleType>
        <xsd:restriction base="dms:Text"/>
      </xsd:simpleType>
    </xsd:element>
    <xsd:element name="Account_x0020_Name" ma:index="13" nillable="true" ma:displayName="Account Name" ma:internalName="Account_x0020_Name" ma:readOnly="true">
      <xsd:simpleType>
        <xsd:restriction base="dms:Text"/>
      </xsd:simpleType>
    </xsd:element>
    <xsd:element name="_x0424__x043e__x0440__x043c__x0430_" ma:index="14" nillable="true" ma:displayName="Форма" ma:internalName="_x0424__x043e__x0440__x043c__x0430_" ma:readOnly="true">
      <xsd:simpleType>
        <xsd:restriction base="dms:Text"/>
      </xsd:simpleType>
    </xsd:element>
    <xsd:element name="_x0423__x0441__x0442__x0430__x0432_" ma:index="15" nillable="true" ma:displayName="Устав" ma:internalName="_x0423__x0441__x0442__x0430__x0432_" ma:readOnly="true">
      <xsd:simpleType>
        <xsd:restriction base="dms:Boolean"/>
      </xsd:simpleType>
    </xsd:element>
    <xsd:element name="_x0421__x0432__x0438__x0434__x0435__x0442__x0435__x043b__x044c__x0441__x0442__x0432__x043e___x041d__x0414__x0421_" ma:index="16" nillable="true" ma:displayName="Свидетельство_НДС" ma:internalName="_x0421__x0432__x0438__x0434__x0435__x0442__x0435__x043b__x044c__x0441__x0442__x0432__x043e___x041d__x0414__x0421_" ma:readOnly="true">
      <xsd:simpleType>
        <xsd:restriction base="dms:Boolean"/>
      </xsd:simpleType>
    </xsd:element>
    <xsd:element name="_x0421__x0432__x0438__x0434__x0435__x0442__x0435__x043b__x044c__x0441__x0442__x0432__x043e___x043e___x0440__x0435__x0433__x0438__x0441__x0442__x0440__x0430__x0446__x0438__x0438_" ma:index="17" nillable="true" ma:displayName="Свидетельство_о_регистрации" ma:internalName="_x0421__x0432__x0438__x0434__x0435__x0442__x0435__x043b__x044c__x0441__x0442__x0432__x043e___x043e___x0440__x0435__x0433__x0438__x0441__x0442__x0440__x0430__x0446__x0438__x0438_" ma:readOnly="true">
      <xsd:simpleType>
        <xsd:restriction base="dms:Boolean"/>
      </xsd:simpleType>
    </xsd:element>
    <xsd:element name="_x0414__x043e__x0432__x0435__x0440__x0435__x043d__x043d__x043e__x0441__x0442__x044c_" ma:index="18" nillable="true" ma:displayName="Доверенность" ma:internalName="_x0414__x043e__x0432__x0435__x0440__x0435__x043d__x043d__x043e__x0441__x0442__x044c_" ma:readOnly="true">
      <xsd:simpleType>
        <xsd:restriction base="dms:Boolean"/>
      </xsd:simpleType>
    </xsd:element>
    <xsd:element name="_x0423__x0434__x043e__x0441__x0442__x043e__x0432__x0435__x0440__x0435__x043d__x0438__x0435___x043b__x0438__x0447__x043d__x043e__x0441__x0442__x0438_" ma:index="19" nillable="true" ma:displayName="Удостоверение_личности" ma:internalName="_x0423__x0434__x043e__x0441__x0442__x043e__x0432__x0435__x0440__x0435__x043d__x0438__x0435___x043b__x0438__x0447__x043d__x043e__x0441__x0442__x0438_" ma:readOnly="true">
      <xsd:simpleType>
        <xsd:restriction base="dms:Boolean"/>
      </xsd:simpleType>
    </xsd:element>
    <xsd:element name="_x0421__x0432__x0438__x0434__x0435__x0442__x0435__x043b__x044c__x0441__x0442__x0432__x043e___x0418__x041f_" ma:index="20" nillable="true" ma:displayName="Свидетельство_ИП" ma:internalName="_x0421__x0432__x0438__x0434__x0435__x0442__x0435__x043b__x044c__x0441__x0442__x0432__x043e___x0418__x041f_" ma:readOnly="true">
      <xsd:simpleType>
        <xsd:restriction base="dms:Boolean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index="21" nillable="true" ma:displayName="Cправка_с_банка_о_наличии_банковских_реквизитов_ИП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__x0418__x041f_" ma:readOnly="true">
      <xsd:simpleType>
        <xsd:restriction base="dms:Boolean"/>
      </xsd:simpleType>
    </xsd:element>
    <xsd:element name="_x041f__x0440__x0438__x043a__x0430__x0437___x043e___x043d__x0430__x0437__x043d__x0430__x0447__x0435__x043d__x0438__x0438_" ma:index="22" nillable="true" ma:displayName="Приказ_о_назначении" ma:internalName="_x041f__x0440__x0438__x043a__x0430__x0437___x043e___x043d__x0430__x0437__x043d__x0430__x0447__x0435__x043d__x0438__x0438_" ma:readOnly="true">
      <xsd:simpleType>
        <xsd:restriction base="dms:Boolean"/>
      </xsd:simpleType>
    </xsd:element>
    <xsd:element name="_x0412__x044b__x043f__x0438__x0441__x043a__x0430___x0438__x0437___x043f__x0440__x043e__x0442__x043e__x043a__x043e__x043b__x0430___x0443__x0447__x0430__x0441__x0442__x043d__x0438__x043a__x043e__x0432_" ma:index="23" nillable="true" ma:displayName="Выписка_из_протокола_участников" ma:internalName="_x0412__x044b__x043f__x0438__x0441__x043a__x0430___x0438__x0437___x043f__x0440__x043e__x0442__x043e__x043a__x043e__x043b__x0430___x0443__x0447__x0430__x0441__x0442__x043d__x0438__x043a__x043e__x0432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" ma:index="24" nillable="true" ma:displayName="Пароль_на_верификацию" ma:internalName="_x041f__x0430__x0440__x043e__x043b__x044c___x043d__x0430___x0432__x0435__x0440__x0438__x0444__x0438__x043a__x0430__x0446__x0438__x044e_" ma:readOnly="true">
      <xsd:simpleType>
        <xsd:restriction base="dms:Boolean"/>
      </xsd:simpleType>
    </xsd:element>
    <xsd:element name="_x041f__x0430__x0440__x043e__x043b__x044c___x043d__x0430___x0432__x0435__x0440__x0438__x0444__x0438__x043a__x0430__x0446__x0438__x044e___x0418__x041f_" ma:index="25" nillable="true" ma:displayName="Пароль_на_верификацию_ИП" ma:internalName="_x041f__x0430__x0440__x043e__x043b__x044c___x043d__x0430___x0432__x0435__x0440__x0438__x0444__x0438__x043a__x0430__x0446__x0438__x044e___x0418__x041f_" ma:readOnly="true">
      <xsd:simpleType>
        <xsd:restriction base="dms:Boolean"/>
      </xsd:simpleType>
    </xsd:element>
    <xsd:element name="_x041f__x0440__x0438__x043a__x0430__x0437___x043d__x0430__x0447__x0430__x043b__x043e_" ma:index="26" nillable="true" ma:displayName="Приказ_начало" ma:internalName="_x041f__x0440__x0438__x043a__x0430__x0437___x043d__x0430__x0447__x0430__x043b__x043e_" ma:readOnly="true">
      <xsd:simpleType>
        <xsd:restriction base="dms:Text"/>
      </xsd:simpleType>
    </xsd:element>
    <xsd:element name="_x041f__x0440__x0438__x043a__x0430__x0437___x043a__x043e__x043d__x0435__x0446_" ma:index="27" nillable="true" ma:displayName="Приказ_конец" ma:internalName="_x041f__x0440__x0438__x043a__x0430__x0437___x043a__x043e__x043d__x0435__x0446_" ma:readOnly="true">
      <xsd:simpleType>
        <xsd:restriction base="dms:Text"/>
      </xsd:simpleType>
    </xsd:element>
    <xsd:element name="_x0412__x044b__x043f__x0438__x0441__x043a__x0430___x043d__x0430__x0447__x0430__x043b__x043e_" ma:index="28" nillable="true" ma:displayName="Выписка_начало" ma:internalName="_x0412__x044b__x043f__x0438__x0441__x043a__x0430___x043d__x0430__x0447__x0430__x043b__x043e_" ma:readOnly="true">
      <xsd:simpleType>
        <xsd:restriction base="dms:Text"/>
      </xsd:simpleType>
    </xsd:element>
    <xsd:element name="_x0412__x044b__x043f__x0438__x0441__x043a__x0430___x043a__x043e__x043d__x0435__x0446_" ma:index="29" nillable="true" ma:displayName="Выписка_конец" ma:internalName="_x0412__x044b__x043f__x0438__x0441__x043a__x0430___x043a__x043e__x043d__x0435__x0446_" ma:readOnly="true">
      <xsd:simpleType>
        <xsd:restriction base="dms:Text"/>
      </xsd:simpleType>
    </xsd:element>
    <xsd:element name="_x0414__x043e__x0432__x0435__x0440__x0435__x043d__x043d__x043e__x0441__x0442__x044c___x043d__x0430__x0447__x0430__x043b__x043e_" ma:index="30" nillable="true" ma:displayName="Доверенность_начало" ma:internalName="_x0414__x043e__x0432__x0435__x0440__x0435__x043d__x043d__x043e__x0441__x0442__x044c___x043d__x0430__x0447__x0430__x043b__x043e_" ma:readOnly="true">
      <xsd:simpleType>
        <xsd:restriction base="dms:Note">
          <xsd:maxLength value="255"/>
        </xsd:restriction>
      </xsd:simpleType>
    </xsd:element>
    <xsd:element name="_x0414__x043e__x0432__x0435__x0440__x0435__x043d__x043d__x043e__x0441__x0442__x044c___x043e__x043a__x043e__x043d__x0447__x0430__x043d__x0438__x0435_" ma:index="31" nillable="true" ma:displayName="Доверенность_окончание" ma:internalName="_x0414__x043e__x0432__x0435__x0440__x0435__x043d__x043d__x043e__x0441__x0442__x044c___x043e__x043a__x043e__x043d__x0447__x0430__x043d__x0438__x0435_" ma:readOnly="true">
      <xsd:simpleType>
        <xsd:restriction base="dms:Note">
          <xsd:maxLength value="255"/>
        </xsd:restriction>
      </xsd:simpleType>
    </xsd:element>
    <xsd:element name="KASE" ma:index="32" nillable="true" ma:displayName="KASE" ma:internalName="KASE" ma:readOnly="true">
      <xsd:simpleType>
        <xsd:restriction base="dms:Text"/>
      </xsd:simpleType>
    </xsd:element>
    <xsd:element name="SM" ma:index="33" nillable="true" ma:displayName="SM" ma:internalName="SM" ma:readOnly="true">
      <xsd:simpleType>
        <xsd:restriction base="dms:Text"/>
      </xsd:simpleType>
    </xsd:element>
    <xsd:element name="Company_x0020_Documents" ma:index="34" nillable="true" ma:displayName="Company Documents" ma:internalName="Company_x0020_Documents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8__x041f___x0443__x0434___x043a__x043e__x043d__x0435__x0446_" ma:index="35" nillable="true" ma:displayName="ИП_уд_конец" ma:internalName="_x0418__x041f___x0443__x0434___x043a__x043e__x043d__x0435__x0446_" ma:readOnly="true">
      <xsd:simpleType>
        <xsd:restriction base="dms:Text"/>
      </xsd:simpleType>
    </xsd:element>
    <xsd:element 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index="36" nillable="true" ma:displayName="Cправка_с_банка_о_наличии_банковских_реквизитов" ma:internalName="C_x043f__x0440__x0430__x0432__x043a__x0430___x0441___x0431__x0430__x043d__x043a__x0430___x043e___x043d__x0430__x043b__x0438__x0447__x0438__x0438___x0431__x0430__x043d__x043a__x043e__x0432__x0441__x043a__x0438__x0445___x0440__x0435__x043a__x0432__x0438__x0437__x0438__x0442__x043e__x0432_" ma:readOnly="true">
      <xsd:simpleType>
        <xsd:restriction base="dms:Boolean"/>
      </xsd:simpleType>
    </xsd:element>
    <xsd:element name="_x0414__x043e__x0433__x043e__x0432__x043e__x0440__x0020__x0430__x0440__x0435__x043d__x0434__x044b_" ma:index="37" nillable="true" ma:displayName="Договор аренды" ma:internalName="_x0414__x043e__x0433__x043e__x0432__x043e__x0440__x0020__x0430__x0440__x0435__x043d__x0434__x044b_" ma:readOnly="true">
      <xsd:simpleType>
        <xsd:restriction base="dms:Boolean"/>
      </xsd:simpleType>
    </xsd:element>
    <xsd:element name="_x0410__x043a__x0442__x0020__x043f__x0440__x0438__x0435__x043c__x0430__x0020__x043f__x043e__x043c__x0435__x0449__x0435__x043d__x0438__x044f_0" ma:index="38" nillable="true" ma:displayName="Акт приема помещения" ma:internalName="_x0410__x043a__x0442__x0020__x043f__x0440__x0438__x0435__x043c__x0430__x0020__x043f__x043e__x043c__x0435__x0449__x0435__x043d__x0438__x044f_0" ma:readOnly="true">
      <xsd:simpleType>
        <xsd:restriction base="dms:Boolean"/>
      </xsd:simpleType>
    </xsd:element>
    <xsd:element name="_x0410__x043a__x0442__x0443__x043b__x044c__x043d__x043e__x0441__x0442__x044c_" ma:index="39" nillable="true" ma:displayName="Актульность" ma:internalName="_x0410__x043a__x0442__x0443__x043b__x044c__x043d__x043e__x0441__x0442__x044c_" ma:readOnly="true">
      <xsd:simpleType>
        <xsd:restriction base="dms:Text"/>
      </xsd:simpleType>
    </xsd:element>
    <xsd:element name="_x0410__x043a__x0442__x0443__x043b__x044c__x043d__x043e__x0441__x0442__x044c_1" ma:index="40" nillable="true" ma:displayName="Актульность1" ma:internalName="_x0410__x043a__x0442__x0443__x043b__x044c__x043d__x043e__x0441__x0442__x044c_1" ma:readOnly="true">
      <xsd:simpleType>
        <xsd:restriction base="dms:Text"/>
      </xsd:simpleType>
    </xsd:element>
    <xsd:element name="_x0414__x0430__x0442__x0430___x043e__x043a__x043e__x043d__x0447__x0430__x043d__x0438__x044f___x0434__x0435__x0439__x0441__x0442__x0432__x0438__x044f_" ma:index="41" nillable="true" ma:displayName="Дата_окончания_действия" ma:format="DateOnly" ma:internalName="_x0414__x0430__x0442__x0430___x043e__x043a__x043e__x043d__x0447__x0430__x043d__x0438__x044f___x0434__x0435__x0439__x0441__x0442__x0432__x0438__x044f_" ma:readOnly="true">
      <xsd:simpleType>
        <xsd:restriction base="dms:DateTime"/>
      </xsd:simpleType>
    </xsd:element>
    <xsd:element name="_x0414__x0430__x0442__x0430___x043e__x043a__x043e__x043d__x0447__x0430__x043d__x0438__x044f___x0434__x0435__x0439__x0441__x0442__x0432__x0438__x044f_1" ma:index="42" nillable="true" ma:displayName="Дата_окончания_действия1" ma:format="DateOnly" ma:internalName="_x0414__x0430__x0442__x0430___x043e__x043a__x043e__x043d__x0447__x0430__x043d__x0438__x044f___x0434__x0435__x0439__x0441__x0442__x0432__x0438__x044f_1" ma:readOnly="true">
      <xsd:simpleType>
        <xsd:restriction base="dms:DateTime"/>
      </xsd:simpleType>
    </xsd:element>
    <xsd:element name="_x042e__x0440__x0438__x0434__x0438__x0447__x0435__x0441__x043a__x043e__x0435___x043d__x0430__x0438__x043c__x0435__x043d__x043e__x0432__x0430__x043d__x0438__x0435_" ma:index="43" nillable="true" ma:displayName="Юридическое_наименование" ma:internalName="_x042e__x0440__x0438__x0434__x0438__x0447__x0435__x0441__x043a__x043e__x0435___x043d__x0430__x0438__x043c__x0435__x043d__x043e__x0432__x0430__x043d__x0438__x0435_" ma:readOnly="true">
      <xsd:simpleType>
        <xsd:restriction base="dms:Text"/>
      </xsd:simpleType>
    </xsd:element>
    <xsd:element name="_x0421__x0442__x0440__x0430__x043d__x0430___x044e__x0440_" ma:index="44" nillable="true" ma:displayName="Страна_юр" ma:internalName="_x0421__x0442__x0440__x0430__x043d__x0430___x044e__x0440_" ma:readOnly="true">
      <xsd:simpleType>
        <xsd:restriction base="dms:Text"/>
      </xsd:simpleType>
    </xsd:element>
    <xsd:element name="_x0418__x043d__x0434__x0435__x043a__x0441___x044e__x0440_" ma:index="45" nillable="true" ma:displayName="Индекс_юр" ma:internalName="_x0418__x043d__x0434__x0435__x043a__x0441___x044e__x0440_" ma:readOnly="true">
      <xsd:simpleType>
        <xsd:restriction base="dms:Text"/>
      </xsd:simpleType>
    </xsd:element>
    <xsd:element name="_x0413__x043e__x0440__x043e__x0434___x044e__x0440_" ma:index="46" nillable="true" ma:displayName="Город_юр" ma:internalName="_x0413__x043e__x0440__x043e__x0434___x044e__x0440_" ma:readOnly="true">
      <xsd:simpleType>
        <xsd:restriction base="dms:Text"/>
      </xsd:simpleType>
    </xsd:element>
    <xsd:element name="_x0410__x0434__x0440__x0435__x0441___x044e__x0440_" ma:index="47" nillable="true" ma:displayName="Адрес_юр" ma:internalName="_x0410__x0434__x0440__x0435__x0441___x044e__x0440_" ma:readOnly="true">
      <xsd:simpleType>
        <xsd:restriction base="dms:Text"/>
      </xsd:simpleType>
    </xsd:element>
    <xsd:element name="_x0421__x0442__x0440__x0430__x043d__x0430___x0444__x0430__x043a__x0442_" ma:index="48" nillable="true" ma:displayName="Страна_факт" ma:internalName="_x0421__x0442__x0440__x0430__x043d__x0430___x0444__x0430__x043a__x0442_" ma:readOnly="true">
      <xsd:simpleType>
        <xsd:restriction base="dms:Text"/>
      </xsd:simpleType>
    </xsd:element>
    <xsd:element name="_x0418__x043d__x0434__x0435__x043a__x0441___x0444__x0430__x043a__x0442_" ma:index="49" nillable="true" ma:displayName="Индекс_факт" ma:internalName="_x0418__x043d__x0434__x0435__x043a__x0441___x0444__x0430__x043a__x0442_" ma:readOnly="true">
      <xsd:simpleType>
        <xsd:restriction base="dms:Text"/>
      </xsd:simpleType>
    </xsd:element>
    <xsd:element name="_x0413__x043e__x0440__x043e__x0434___x0444__x0430__x043a__x0442_" ma:index="50" nillable="true" ma:displayName="Город_факт" ma:internalName="_x0413__x043e__x0440__x043e__x0434___x0444__x0430__x043a__x0442_" ma:readOnly="true">
      <xsd:simpleType>
        <xsd:restriction base="dms:Text"/>
      </xsd:simpleType>
    </xsd:element>
    <xsd:element name="_x0410__x0434__x0440__x0435__x0441___x0444__x0430__x043a__x0442_" ma:index="51" nillable="true" ma:displayName="Адрес_факт" ma:internalName="_x0410__x0434__x0440__x0435__x0441___x0444__x0430__x043a__x0442_" ma:readOnly="true">
      <xsd:simpleType>
        <xsd:restriction base="dms:Text"/>
      </xsd:simpleType>
    </xsd:element>
    <xsd:element name="_x0442__x0435__x043b__x0435__x0444__x043e__x043d___x0444__x0430__x043a__x0441_" ma:index="52" nillable="true" ma:displayName="телефон_факс" ma:internalName="_x0442__x0435__x043b__x0435__x0444__x043e__x043d___x0444__x0430__x043a__x0441_" ma:readOnly="true">
      <xsd:simpleType>
        <xsd:restriction base="dms:Text"/>
      </xsd:simpleType>
    </xsd:element>
    <xsd:element name="E_x0020_Mail" ma:index="53" nillable="true" ma:displayName="E Mail" ma:internalName="E_x0020_Mail" ma:readOnly="true">
      <xsd:simpleType>
        <xsd:restriction base="dms:Text"/>
      </xsd:simpleType>
    </xsd:element>
    <xsd:element name="_x0411__x0430__x043d__x043a_" ma:index="54" nillable="true" ma:displayName="Банк" ma:internalName="_x0411__x0430__x043d__x043a_" ma:readOnly="true">
      <xsd:simpleType>
        <xsd:restriction base="dms:Text"/>
      </xsd:simpleType>
    </xsd:element>
    <xsd:element name="IBAN" ma:index="55" nillable="true" ma:displayName="IBAN" ma:internalName="IBAN" ma:readOnly="true">
      <xsd:simpleType>
        <xsd:restriction base="dms:Text"/>
      </xsd:simpleType>
    </xsd:element>
    <xsd:element name="_x0411__x0418__x041a_" ma:index="56" nillable="true" ma:displayName="БИК" ma:internalName="_x0411__x0418__x041a_" ma:readOnly="true">
      <xsd:simpleType>
        <xsd:restriction base="dms:Text"/>
      </xsd:simpleType>
    </xsd:element>
    <xsd:element name="_x0411__x0418__x041d_" ma:index="57" nillable="true" ma:displayName="БИН" ma:internalName="_x0411__x0418__x041d_" ma:readOnly="true">
      <xsd:simpleType>
        <xsd:restriction base="dms:Text"/>
      </xsd:simpleType>
    </xsd:element>
    <xsd:element name="_x041a__x0411__x0415_" ma:index="58" nillable="true" ma:displayName="КБЕ" ma:internalName="_x041a__x0411__x0415_" ma:readOnly="true">
      <xsd:simpleType>
        <xsd:restriction base="dms:Text"/>
      </xsd:simpleType>
    </xsd:element>
    <xsd:element name="_x0410__x043a__x0442__x0438__x0432__x043d__x043e__x0441__x0442__x044c_" ma:index="59" nillable="true" ma:displayName="Активность" ma:internalName="_x0410__x043a__x0442__x0438__x0432__x043d__x043e__x0441__x0442__x044c_">
      <xsd:simpleType>
        <xsd:restriction base="dms:Text">
          <xsd:maxLength value="255"/>
        </xsd:restriction>
      </xsd:simpleType>
    </xsd:element>
    <xsd:element name="_x041f__x0430__x0440__x043e__x043b__x044c_" ma:index="60" nillable="true" ma:displayName="Пароль" ma:internalName="_x041f__x0430__x0440__x043e__x043b__x044c_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" ma:index="61" nillable="true" ma:displayName="Контактный_абонентский_номер" ma:internalName="_x041a__x043e__x043d__x0442__x0430__x043a__x0442__x043d__x044b__x0439___x0430__x0431__x043e__x043d__x0435__x043d__x0442__x0441__x043a__x0438__x0439___x043d__x043e__x043c__x0435__x0440_" ma:readOnly="true">
      <xsd:simpleType>
        <xsd:restriction base="dms:Text"/>
      </xsd:simpleType>
    </xsd:element>
    <xsd:element name="_x042d__x043b__x0435__x043a__x0442__x0440__x043e__x043d__x043d__x044b__x0439___x0430__x0434__x0440__x0435__x0441_" ma:index="62" nillable="true" ma:displayName="Электронный_адрес" ma:internalName="_x042d__x043b__x0435__x043a__x0442__x0440__x043e__x043d__x043d__x044b__x0439___x0430__x0434__x0440__x0435__x0441_" ma:readOnly="true">
      <xsd:simpleType>
        <xsd:restriction base="dms:Text"/>
      </xsd:simpleType>
    </xsd:element>
    <xsd:element name="Test" ma:index="63" nillable="true" ma:displayName="Test" ma:internalName="Test">
      <xsd:simpleType>
        <xsd:restriction base="dms:Text">
          <xsd:maxLength value="255"/>
        </xsd:restriction>
      </xsd:simpleType>
    </xsd:element>
    <xsd:element name="Company_x0020_Link" ma:index="64" nillable="true" ma:displayName="Company Link" ma:internalName="Company_x0020_Link">
      <xsd:simpleType>
        <xsd:restriction base="dms:Text">
          <xsd:maxLength value="255"/>
        </xsd:restriction>
      </xsd:simpleType>
    </xsd:element>
    <xsd:element name="Update" ma:index="65" nillable="true" ma:displayName="Update" ma:internalName="Update">
      <xsd:simpleType>
        <xsd:restriction base="dms:Text">
          <xsd:maxLength value="255"/>
        </xsd:restriction>
      </xsd:simpleType>
    </xsd:element>
    <xsd:element name="Link" ma:index="66" nillable="true" ma:displayName="Link" ma:format="Hyperlink" ma:internalName="Link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x041f__x0438__x0441__x044c__x043c__x043e___x0441__x043e__x0433__x043b__x0430__x0441__x0438__x0435___x0441__x0442__x0430__x0442__x0443__x0441_" ma:index="67" nillable="true" ma:displayName="Письмо_согласие_статус" ma:internalName="_x041f__x0438__x0441__x044c__x043c__x043e___x0441__x043e__x0433__x043b__x0430__x0441__x0438__x0435___x0441__x0442__x0430__x0442__x0443__x0441_" ma:readOnly="true">
      <xsd:simpleType>
        <xsd:restriction base="dms:Boolean"/>
      </xsd:simpleType>
    </xsd:element>
    <xsd:element name="_x041f__x0438__x0441__x044c__x043c__x043e___x0441__x043e__x0433__x043b__x0430__x0441__x0438__x0435__date" ma:index="68" nillable="true" ma:displayName="Письмо_согласие_date" ma:internalName="_x041f__x0438__x0441__x044c__x043c__x043e___x0441__x043e__x0433__x043b__x0430__x0441__x0438__x0435__date" ma:readOnly="true">
      <xsd:simpleType>
        <xsd:restriction base="dms:Text"/>
      </xsd:simpleType>
    </xsd:element>
    <xsd:element name="_x041f__x0438__x0441__x044c__x043c__x043e___x0441__x043e__x0433__x043b__x0430__x0441__x0438__x0435___x044e__x0437__x0435__x0440_" ma:index="69" nillable="true" ma:displayName="Письмо_согласие_юзер" ma:internalName="_x041f__x0438__x0441__x044c__x043c__x043e___x0441__x043e__x0433__x043b__x0430__x0441__x0438__x0435___x044e__x0437__x0435__x0440_" ma:readOnly="true">
      <xsd:simpleType>
        <xsd:restriction base="dms:Text"/>
      </xsd:simpleType>
    </xsd:element>
    <xsd:element name="_x041f__x0438__x0441__x044c__x043c__x043e___x0441__x043e__x0433__x043b__x0430__x0441__x0438__x0435___x043e__x0440__x0438__x0433__x0438__x043d__x0430__x043b_" ma:index="70" nillable="true" ma:displayName="Письмо_согласие_оригинал" ma:internalName="_x041f__x0438__x0441__x044c__x043c__x043e___x0441__x043e__x0433__x043b__x0430__x0441__x0438__x0435___x043e__x0440__x0438__x0433__x0438__x043d__x0430__x043b_" ma:readOnly="true">
      <xsd:simpleType>
        <xsd:restriction base="dms:Boolean"/>
      </xsd:simpleType>
    </xsd:element>
    <xsd:element name="_x041f__x0438__x0441__x044c__x043c__x043e___x0441__x043e__x0433__x043b__x0430__x0441__x0438__x0435___x043e__x0440__x0438__x0433__x0438__x043d__x0430__x043b___x0438__x0441__x0442__x043e__x0440__x0438__x044f_" ma:index="71" nillable="true" ma:displayName="Письмо_согласие_оригинал_история" ma:internalName="_x041f__x0438__x0441__x044c__x043c__x043e___x0441__x043e__x0433__x043b__x0430__x0441__x0438__x0435___x043e__x0440__x0438__x0433__x0438__x043d__x0430__x043b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" ma:index="72" nillable="true" ma:displayName="Доверенность_наличие_оригинала" ma:internalName="_x0414__x043e__x0432__x0435__x0440__x0435__x043d__x043d__x043e__x0441__x0442__x044c___x043d__x0430__x043b__x0438__x0447__x0438__x0435___x043e__x0440__x0438__x0433__x0438__x043d__x0430__x043b__x0430_" ma:readOnly="true">
      <xsd:simpleType>
        <xsd:restriction base="dms:Boolean"/>
      </xsd:simpleType>
    </xsd:element>
    <xsd:element name="_x0424__x0418__x041e___x043f__x043e__x0432__x0435__x0440__x0435__x043d__x043d__x043e__x0433__x043e_" ma:index="73" nillable="true" ma:displayName="ФИО_поверенного" ma:internalName="_x0424__x0418__x041e___x043f__x043e__x0432__x0435__x0440__x0435__x043d__x043d__x043e__x0433__x043e_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" ma:index="74" nillable="true" ma:displayName="Верификация_наличие_оригинала" ma:internalName="_x0412__x0435__x0440__x0438__x0444__x0438__x043a__x0430__x0446__x0438__x044f___x043d__x0430__x043b__x0438__x0447__x0438__x0435___x043e__x0440__x0438__x0433__x0438__x043d__x0430__x043b__x0430_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" ma:index="75" nillable="true" ma:displayName="Верификация_наличие_оригинала_история" ma:internalName="_x0412__x0435__x0440__x0438__x0444__x0438__x043a__x0430__x0446__x0438__x044f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4__x043e__x0432__x0435__x0440__x0435__x043d__x043d__x043e__x0441__x0442__x044c___x043d__x0430__x043b__x0438__x0447__x0438__x0435___x043e__x0440__x0438__x0433__x0438__x043d__x0430__x043b__x0430___x0438__x0441__x0442__x043e__x0440__x0438__x044f_" ma:index="76" nillable="true" ma:displayName="Доверенность_наличие_оригинала_история" ma:internalName="_x0414__x043e__x0432__x0435__x0440__x0435__x043d__x043d__x043e__x0441__x0442__x044c___x043d__x0430__x043b__x0438__x0447__x0438__x0435___x043e__x0440__x0438__x0433__x0438__x043d__x0430__x043b__x0430___x0438__x0441__x0442__x043e__x0440__x0438__x044f_" ma:readOnly="true">
      <xsd:simpleType>
        <xsd:restriction base="dms:Text"/>
      </xsd:simpleType>
    </xsd:element>
    <xsd:element name="_x041f__x0430__x0440__x043e__x043b__x044c__2" ma:index="77" nillable="true" ma:displayName="Пароль_2" ma:internalName="_x041f__x0430__x0440__x043e__x043b__x044c__2" ma:readOnly="true">
      <xsd:simpleType>
        <xsd:restriction base="dms:Text"/>
      </xsd:simpleType>
    </xsd:element>
    <xsd:element name="_x041f__x0430__x0440__x043e__x043b__x044c___x0438__x0441__x0442__x043e__x0440__x0438__x044f__2" ma:index="78" nillable="true" ma:displayName="Пароль_история_2" ma:internalName="_x041f__x0430__x0440__x043e__x043b__x044c___x0438__x0441__x0442__x043e__x0440__x0438__x044f__2" ma:readOnly="true">
      <xsd:simpleType>
        <xsd:restriction base="dms:Text"/>
      </xsd:simpleType>
    </xsd:element>
    <xsd:element name="_x041a__x043e__x043d__x0442__x0430__x043a__x0442__x043d__x044b__x0439___x0430__x0431__x043e__x043d__x0435__x043d__x0442__x0441__x043a__x0438__x0439___x043d__x043e__x043c__x0435__x0440__2" ma:index="79" nillable="true" ma:displayName="Контактный_абонентский_номер_2" ma:internalName="_x041a__x043e__x043d__x0442__x0430__x043a__x0442__x043d__x044b__x0439___x0430__x0431__x043e__x043d__x0435__x043d__x0442__x0441__x043a__x0438__x0439___x043d__x043e__x043c__x0435__x0440__2" ma:readOnly="true">
      <xsd:simpleType>
        <xsd:restriction base="dms:Text"/>
      </xsd:simpleType>
    </xsd:element>
    <xsd:element name="_x042d__x043b__x0435__x043a__x0442__x0440__x043e__x043d__x043d__x044b__x0439___x0430__x0434__x0440__x0435__x0441__2" ma:index="80" nillable="true" ma:displayName="Электронный_адрес_2" ma:internalName="_x042d__x043b__x0435__x043a__x0442__x0440__x043e__x043d__x043d__x044b__x0439___x0430__x0434__x0440__x0435__x0441__2" ma:readOnly="true">
      <xsd:simpleType>
        <xsd:restriction base="dms:Text"/>
      </xsd:simpleType>
    </xsd:element>
    <xsd:element name="_x0412__x0435__x0440__x0438__x0444__x0438__x043a__x0430__x0446__x0438__x044f___x043d__x0430__x043b__x0438__x0447__x0438__x0435___x043e__x0440__x0438__x0433__x0438__x043d__x0430__x043b__x0430__2" ma:index="81" nillable="true" ma:displayName="Верификация_наличие_оригинала_2" ma:internalName="_x0412__x0435__x0440__x0438__x0444__x0438__x043a__x0430__x0446__x0438__x044f___x043d__x0430__x043b__x0438__x0447__x0438__x0435___x043e__x0440__x0438__x0433__x0438__x043d__x0430__x043b__x0430__2" ma:readOnly="true">
      <xsd:simpleType>
        <xsd:restriction base="dms:Boolean"/>
      </xsd:simpleType>
    </xsd:element>
    <xsd:element name="_x0412__x0435__x0440__x0438__x0444__x0438__x043a__x0430__x0446__x0438__x044f___x043d__x0430__x043b__x0438__x0447__x0438__x0435___x043e__x0440__x0438__x0433__x0438__x043d__x0430__x043b__x0430___x0438__x0441__x0442__x043e__x0440__x0438__x044f__2" ma:index="82" nillable="true" ma:displayName="Верификация_наличие_оригинала_история_2" ma:internalName="_x0412__x0435__x0440__x0438__x0444__x0438__x043a__x0430__x0446__x0438__x044f___x043d__x0430__x043b__x0438__x0447__x0438__x0435___x043e__x0440__x0438__x0433__x0438__x043d__x0430__x043b__x0430___x0438__x0441__x0442__x043e__x0440__x0438__x044f__2" ma:readOnly="true">
      <xsd:simpleType>
        <xsd:restriction base="dms:Text"/>
      </xsd:simpleType>
    </xsd:element>
    <xsd:element name="Email__x0443__x0434_" ma:index="83" nillable="true" ma:displayName="Email_уд" ma:internalName="Email__x0443__x0434_" ma:readOnly="true">
      <xsd:simpleType>
        <xsd:restriction base="dms:Note">
          <xsd:maxLength value="255"/>
        </xsd:restriction>
      </xsd:simpleType>
    </xsd:element>
    <xsd:element name="_x0422__x0435__x0441__x0442___x043f__x0430__x0440__x043e__x043b__x044f_" ma:index="84" nillable="true" ma:displayName="Тест_пароля" ma:internalName="_x0422__x0435__x0441__x0442___x043f__x0430__x0440__x043e__x043b__x044f_" ma:readOnly="true">
      <xsd:simpleType>
        <xsd:restriction base="dms:Note">
          <xsd:maxLength value="255"/>
        </xsd:restriction>
      </xsd:simpleType>
    </xsd:element>
    <xsd:element name="_x0422__x0438__x043f___x0434__x043e__x0432__x0435__x0440__x0435__x043d__x043d__x043e__x0441__x0442__x0438_" ma:index="85" nillable="true" ma:displayName="Тип_доверенности" ma:internalName="_x0422__x0438__x043f___x0434__x043e__x0432__x0435__x0440__x0435__x043d__x043d__x043e__x0441__x0442__x0438_" ma:readOnly="true">
      <xsd:simpleType>
        <xsd:restriction base="dms:Note">
          <xsd:maxLength value="255"/>
        </xsd:restriction>
      </xsd:simpleType>
    </xsd:element>
    <xsd:element name="_x0422__x0438__x043f___x0434__x043e__x043a__x0443__x043c__x0435__x043d__x0442__x0430_" ma:index="86" nillable="true" ma:displayName="Тип_документа" ma:internalName="_x0422__x0438__x043f___x0434__x043e__x043a__x0443__x043c__x0435__x043d__x0442__x0430_" ma:readOnly="true">
      <xsd:simpleType>
        <xsd:restriction base="dms:Note">
          <xsd:maxLength value="255"/>
        </xsd:restriction>
      </xsd:simpleType>
    </xsd:element>
    <xsd:element name="_x041a__x043e__x043d__x0442__x0430__x043a__x0442__x043d__x044b__x0439___x043d__x043e__x043c__x0435__x0440_" ma:index="87" nillable="true" ma:displayName="Контактный_номер" ma:internalName="_x041a__x043e__x043d__x0442__x0430__x043a__x0442__x043d__x044b__x0439___x043d__x043e__x043c__x0435__x0440_" ma:readOnly="true">
      <xsd:simpleType>
        <xsd:restriction base="dms:Note">
          <xsd:maxLength value="255"/>
        </xsd:restriction>
      </xsd:simpleType>
    </xsd:element>
    <xsd:element name="User" ma:index="88" nillable="true" ma:displayName="User" ma:list="UserInfo" ma:SharePointGroup="0" ma:internalName="User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55647D-1676-46EA-ACC4-48726E9B3101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4351eb4-5e07-4c99-b842-6b98263d0705"/>
  </ds:schemaRefs>
</ds:datastoreItem>
</file>

<file path=customXml/itemProps2.xml><?xml version="1.0" encoding="utf-8"?>
<ds:datastoreItem xmlns:ds="http://schemas.openxmlformats.org/officeDocument/2006/customXml" ds:itemID="{BE73A202-B7B8-442D-A3FD-EAE3841DE02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DC9E9B1-3EBD-4B45-BE6C-C227C109751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4351eb4-5e07-4c99-b842-6b98263d07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</Words>
  <Application>Microsoft Office PowerPoint</Application>
  <PresentationFormat>Широкоэкранный</PresentationFormat>
  <Paragraphs>25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Тема Office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Damir Auezov</dc:creator>
  <cp:lastModifiedBy>Alexandr Murdassov</cp:lastModifiedBy>
  <cp:revision>1</cp:revision>
  <dcterms:created xsi:type="dcterms:W3CDTF">2025-10-20T12:33:21Z</dcterms:created>
  <dcterms:modified xsi:type="dcterms:W3CDTF">2025-12-02T06:52:53Z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9cdd97af-22dc-49fa-ac47-e24224ce56c4_Enabled">
    <vt:lpwstr>true</vt:lpwstr>
  </property>
  <property fmtid="{D5CDD505-2E9C-101B-9397-08002B2CF9AE}" pid="3" name="MSIP_Label_9cdd97af-22dc-49fa-ac47-e24224ce56c4_SetDate">
    <vt:lpwstr>2025-10-20T12:33:31Z</vt:lpwstr>
  </property>
  <property fmtid="{D5CDD505-2E9C-101B-9397-08002B2CF9AE}" pid="4" name="MSIP_Label_9cdd97af-22dc-49fa-ac47-e24224ce56c4_Method">
    <vt:lpwstr>Standard</vt:lpwstr>
  </property>
  <property fmtid="{D5CDD505-2E9C-101B-9397-08002B2CF9AE}" pid="5" name="MSIP_Label_9cdd97af-22dc-49fa-ac47-e24224ce56c4_Name">
    <vt:lpwstr>General</vt:lpwstr>
  </property>
  <property fmtid="{D5CDD505-2E9C-101B-9397-08002B2CF9AE}" pid="6" name="MSIP_Label_9cdd97af-22dc-49fa-ac47-e24224ce56c4_SiteId">
    <vt:lpwstr>41149801-8e93-4eae-a438-1ff037fd4bdc</vt:lpwstr>
  </property>
  <property fmtid="{D5CDD505-2E9C-101B-9397-08002B2CF9AE}" pid="7" name="MSIP_Label_9cdd97af-22dc-49fa-ac47-e24224ce56c4_ActionId">
    <vt:lpwstr>4ac8841a-8844-4610-b7da-0892d3ca5ae5</vt:lpwstr>
  </property>
  <property fmtid="{D5CDD505-2E9C-101B-9397-08002B2CF9AE}" pid="8" name="MSIP_Label_9cdd97af-22dc-49fa-ac47-e24224ce56c4_ContentBits">
    <vt:lpwstr>0</vt:lpwstr>
  </property>
  <property fmtid="{D5CDD505-2E9C-101B-9397-08002B2CF9AE}" pid="9" name="MSIP_Label_9cdd97af-22dc-49fa-ac47-e24224ce56c4_Tag">
    <vt:lpwstr>10, 3, 0, 1</vt:lpwstr>
  </property>
  <property fmtid="{D5CDD505-2E9C-101B-9397-08002B2CF9AE}" pid="10" name="ContentTypeId">
    <vt:lpwstr>0x010101005735C98F2F9FC74E9C48A2E5D7E53F63</vt:lpwstr>
  </property>
</Properties>
</file>