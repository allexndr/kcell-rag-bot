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ags/tag24.xml" ContentType="application/vnd.openxmlformats-officedocument.presentationml.tags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8" r:id="rId5"/>
    <p:sldMasterId id="2147483690" r:id="rId6"/>
  </p:sldMasterIdLst>
  <p:sldIdLst>
    <p:sldId id="2067" r:id="rId7"/>
    <p:sldId id="2055" r:id="rId8"/>
    <p:sldId id="2057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1027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image" Target="../media/image2.emf"/><Relationship Id="rId5" Type="http://schemas.openxmlformats.org/officeDocument/2006/relationships/tags" Target="../tags/tag6.xml"/><Relationship Id="rId10" Type="http://schemas.openxmlformats.org/officeDocument/2006/relationships/oleObject" Target="../embeddings/oleObject2.bin"/><Relationship Id="rId4" Type="http://schemas.openxmlformats.org/officeDocument/2006/relationships/tags" Target="../tags/tag5.xml"/><Relationship Id="rId9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tags" Target="../tags/tag17.xml"/><Relationship Id="rId3" Type="http://schemas.openxmlformats.org/officeDocument/2006/relationships/tags" Target="../tags/tag12.xml"/><Relationship Id="rId7" Type="http://schemas.openxmlformats.org/officeDocument/2006/relationships/tags" Target="../tags/tag16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11" Type="http://schemas.openxmlformats.org/officeDocument/2006/relationships/image" Target="../media/image2.emf"/><Relationship Id="rId5" Type="http://schemas.openxmlformats.org/officeDocument/2006/relationships/tags" Target="../tags/tag14.xml"/><Relationship Id="rId10" Type="http://schemas.openxmlformats.org/officeDocument/2006/relationships/oleObject" Target="../embeddings/oleObject3.bin"/><Relationship Id="rId4" Type="http://schemas.openxmlformats.org/officeDocument/2006/relationships/tags" Target="../tags/tag13.xml"/><Relationship Id="rId9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tags" Target="../tags/tag20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9" Type="http://schemas.openxmlformats.org/officeDocument/2006/relationships/image" Target="../media/image2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09842-AED1-4780-A0AD-1987AAF1D6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1" y="1122363"/>
            <a:ext cx="9144000" cy="2387600"/>
          </a:xfrm>
        </p:spPr>
        <p:txBody>
          <a:bodyPr anchor="b"/>
          <a:lstStyle>
            <a:lvl1pPr algn="ctr">
              <a:defRPr sz="59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22368E-DEF8-4355-B5F8-A8CB7C49B2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1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09" indent="0" algn="ctr">
              <a:buNone/>
              <a:defRPr sz="2000"/>
            </a:lvl2pPr>
            <a:lvl3pPr marL="914217" indent="0" algn="ctr">
              <a:buNone/>
              <a:defRPr sz="1800"/>
            </a:lvl3pPr>
            <a:lvl4pPr marL="1371326" indent="0" algn="ctr">
              <a:buNone/>
              <a:defRPr sz="1600"/>
            </a:lvl4pPr>
            <a:lvl5pPr marL="1828434" indent="0" algn="ctr">
              <a:buNone/>
              <a:defRPr sz="1600"/>
            </a:lvl5pPr>
            <a:lvl6pPr marL="2285543" indent="0" algn="ctr">
              <a:buNone/>
              <a:defRPr sz="1600"/>
            </a:lvl6pPr>
            <a:lvl7pPr marL="2742651" indent="0" algn="ctr">
              <a:buNone/>
              <a:defRPr sz="1600"/>
            </a:lvl7pPr>
            <a:lvl8pPr marL="3199760" indent="0" algn="ctr">
              <a:buNone/>
              <a:defRPr sz="1600"/>
            </a:lvl8pPr>
            <a:lvl9pPr marL="365686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2306C1-E118-43A5-B029-91A2C9522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09901-6AB1-4DF8-820A-9DA9959160E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703F8A-F7D0-4DC8-BE3A-A09211BAC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FC908F-68B9-4A6D-BA59-E756E788C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01E3D-15DA-4A77-88BA-FAECC8B111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89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CBA81-7B55-4C18-B6A5-E2456360C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098177-32F7-45C3-8D3C-D647C2EB64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3FB889-D267-4F28-885B-3D5D8F07A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09901-6AB1-4DF8-820A-9DA9959160E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FA25F1-FB6E-4A32-9857-7C5E98808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F305D2-23BB-42BB-9673-FB3B973A8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01E3D-15DA-4A77-88BA-FAECC8B111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78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F5921-45D3-483B-95EC-A33710431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852737"/>
          </a:xfrm>
        </p:spPr>
        <p:txBody>
          <a:bodyPr anchor="b"/>
          <a:lstStyle>
            <a:lvl1pPr>
              <a:defRPr sz="59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82B392-5B0C-4EE7-A472-FCB942CDD3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0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21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3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4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5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65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97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686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8E96BD-A247-4D35-B726-FB928F468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09901-6AB1-4DF8-820A-9DA9959160E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28ED2B-D3A1-43E0-BD02-3EF6F1C60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8E852-A599-400D-B9F3-C9CDE56CA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01E3D-15DA-4A77-88BA-FAECC8B111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397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1FA47-3989-47FF-9B3C-ED5A91385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992E3-013B-48C7-9864-26F3C3046B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1D50B6-4554-4328-A283-E9FB9E8714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1068F1-46B6-4B70-A8CB-D8B6277D5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09901-6AB1-4DF8-820A-9DA9959160E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A6004A-D499-4F27-893D-E5A24ABB8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3FA31D-2DEB-4C47-8B96-25DF0DBBF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01E3D-15DA-4A77-88BA-FAECC8B111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029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8874C-A52B-4C39-9497-CC792B41E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857BC8-3634-4EBE-9C4B-AE58BB944D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09" indent="0">
              <a:buNone/>
              <a:defRPr sz="2000" b="1"/>
            </a:lvl2pPr>
            <a:lvl3pPr marL="914217" indent="0">
              <a:buNone/>
              <a:defRPr sz="1800" b="1"/>
            </a:lvl3pPr>
            <a:lvl4pPr marL="1371326" indent="0">
              <a:buNone/>
              <a:defRPr sz="1600" b="1"/>
            </a:lvl4pPr>
            <a:lvl5pPr marL="1828434" indent="0">
              <a:buNone/>
              <a:defRPr sz="1600" b="1"/>
            </a:lvl5pPr>
            <a:lvl6pPr marL="2285543" indent="0">
              <a:buNone/>
              <a:defRPr sz="1600" b="1"/>
            </a:lvl6pPr>
            <a:lvl7pPr marL="2742651" indent="0">
              <a:buNone/>
              <a:defRPr sz="1600" b="1"/>
            </a:lvl7pPr>
            <a:lvl8pPr marL="3199760" indent="0">
              <a:buNone/>
              <a:defRPr sz="1600" b="1"/>
            </a:lvl8pPr>
            <a:lvl9pPr marL="3656868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E66D70-B94D-4A8E-86D7-9BCC6A3226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44FE26-B2E1-4890-8045-CEA4426907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09" indent="0">
              <a:buNone/>
              <a:defRPr sz="2000" b="1"/>
            </a:lvl2pPr>
            <a:lvl3pPr marL="914217" indent="0">
              <a:buNone/>
              <a:defRPr sz="1800" b="1"/>
            </a:lvl3pPr>
            <a:lvl4pPr marL="1371326" indent="0">
              <a:buNone/>
              <a:defRPr sz="1600" b="1"/>
            </a:lvl4pPr>
            <a:lvl5pPr marL="1828434" indent="0">
              <a:buNone/>
              <a:defRPr sz="1600" b="1"/>
            </a:lvl5pPr>
            <a:lvl6pPr marL="2285543" indent="0">
              <a:buNone/>
              <a:defRPr sz="1600" b="1"/>
            </a:lvl6pPr>
            <a:lvl7pPr marL="2742651" indent="0">
              <a:buNone/>
              <a:defRPr sz="1600" b="1"/>
            </a:lvl7pPr>
            <a:lvl8pPr marL="3199760" indent="0">
              <a:buNone/>
              <a:defRPr sz="1600" b="1"/>
            </a:lvl8pPr>
            <a:lvl9pPr marL="3656868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D0C1D4-9C19-4104-803F-AD7C27ADCF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37F3C7-6AD8-44FA-8BEE-642D5CF98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09901-6AB1-4DF8-820A-9DA9959160E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876A94-C525-491B-81B3-2AC1B52E2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B7B8D1-BE4B-4066-9784-D66DB83B6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01E3D-15DA-4A77-88BA-FAECC8B111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768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9C421-62D7-4573-8ED0-28BFA4B3D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E3EFB5-163E-426D-A44B-819A6D876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09901-6AB1-4DF8-820A-9DA9959160E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5D8939-BB32-48A3-B0AE-49C8E3533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80DC62-1A7C-4CB6-872E-D5D03E43A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01E3D-15DA-4A77-88BA-FAECC8B111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103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31E57A-4488-400B-AEB0-DD78B1E38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09901-6AB1-4DF8-820A-9DA9959160E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2DD435-9EED-450D-A972-62C66A9CA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94C4F5-AC45-4E57-AF4B-A88858FA4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01E3D-15DA-4A77-88BA-FAECC8B111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784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96E65-6E08-4CC6-893A-A9780B86B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30F51-5088-4F87-B2AA-E98148FE7D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206439-C0E7-4FCB-BE6C-CA0519198D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09" indent="0">
              <a:buNone/>
              <a:defRPr sz="1400"/>
            </a:lvl2pPr>
            <a:lvl3pPr marL="914217" indent="0">
              <a:buNone/>
              <a:defRPr sz="1200"/>
            </a:lvl3pPr>
            <a:lvl4pPr marL="1371326" indent="0">
              <a:buNone/>
              <a:defRPr sz="1000"/>
            </a:lvl4pPr>
            <a:lvl5pPr marL="1828434" indent="0">
              <a:buNone/>
              <a:defRPr sz="1000"/>
            </a:lvl5pPr>
            <a:lvl6pPr marL="2285543" indent="0">
              <a:buNone/>
              <a:defRPr sz="1000"/>
            </a:lvl6pPr>
            <a:lvl7pPr marL="2742651" indent="0">
              <a:buNone/>
              <a:defRPr sz="1000"/>
            </a:lvl7pPr>
            <a:lvl8pPr marL="3199760" indent="0">
              <a:buNone/>
              <a:defRPr sz="1000"/>
            </a:lvl8pPr>
            <a:lvl9pPr marL="3656868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F67A30-FE8C-4203-BDF9-9BFAF4514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09901-6AB1-4DF8-820A-9DA9959160E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012F3F-B6F7-426C-B214-1C542506B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8805F3-A2C2-4F2E-857D-D856C3CB3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01E3D-15DA-4A77-88BA-FAECC8B111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21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D08D2-3EC1-41B7-9227-D729460FF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2CE493-F01F-461B-8340-E35044F522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09" indent="0">
              <a:buNone/>
              <a:defRPr sz="2800"/>
            </a:lvl2pPr>
            <a:lvl3pPr marL="914217" indent="0">
              <a:buNone/>
              <a:defRPr sz="2400"/>
            </a:lvl3pPr>
            <a:lvl4pPr marL="1371326" indent="0">
              <a:buNone/>
              <a:defRPr sz="2000"/>
            </a:lvl4pPr>
            <a:lvl5pPr marL="1828434" indent="0">
              <a:buNone/>
              <a:defRPr sz="2000"/>
            </a:lvl5pPr>
            <a:lvl6pPr marL="2285543" indent="0">
              <a:buNone/>
              <a:defRPr sz="2000"/>
            </a:lvl6pPr>
            <a:lvl7pPr marL="2742651" indent="0">
              <a:buNone/>
              <a:defRPr sz="2000"/>
            </a:lvl7pPr>
            <a:lvl8pPr marL="3199760" indent="0">
              <a:buNone/>
              <a:defRPr sz="2000"/>
            </a:lvl8pPr>
            <a:lvl9pPr marL="3656868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7DD3F8-309F-4BAE-9B97-A5A932AF49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09" indent="0">
              <a:buNone/>
              <a:defRPr sz="1400"/>
            </a:lvl2pPr>
            <a:lvl3pPr marL="914217" indent="0">
              <a:buNone/>
              <a:defRPr sz="1200"/>
            </a:lvl3pPr>
            <a:lvl4pPr marL="1371326" indent="0">
              <a:buNone/>
              <a:defRPr sz="1000"/>
            </a:lvl4pPr>
            <a:lvl5pPr marL="1828434" indent="0">
              <a:buNone/>
              <a:defRPr sz="1000"/>
            </a:lvl5pPr>
            <a:lvl6pPr marL="2285543" indent="0">
              <a:buNone/>
              <a:defRPr sz="1000"/>
            </a:lvl6pPr>
            <a:lvl7pPr marL="2742651" indent="0">
              <a:buNone/>
              <a:defRPr sz="1000"/>
            </a:lvl7pPr>
            <a:lvl8pPr marL="3199760" indent="0">
              <a:buNone/>
              <a:defRPr sz="1000"/>
            </a:lvl8pPr>
            <a:lvl9pPr marL="3656868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F11C4F-9BF7-4232-90C8-4B99278FC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09901-6AB1-4DF8-820A-9DA9959160E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5C3DD4-4B2A-481D-9601-ECD11A464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D4A86E-B189-4104-A869-0E2984609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01E3D-15DA-4A77-88BA-FAECC8B111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728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929F3-A8F1-498D-9945-BAB605AAD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7AD56C-BDC2-4BFE-B986-FA598A0714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03058B-2B3A-4AF1-8D13-3FE668120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09901-6AB1-4DF8-820A-9DA9959160E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B8FB9C-5982-4EBD-A492-768929934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EACDB-F389-4C56-B0C1-C418F3B45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01E3D-15DA-4A77-88BA-FAECC8B111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624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C13F35-1A56-4F8D-B16D-DA5476850F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49D777-F0C9-4EAF-AB06-5E9E5F91F6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0B5F89-D6CB-4166-A746-D7FBCCF67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09901-6AB1-4DF8-820A-9DA9959160E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DCB549-2998-4818-9D12-6AB8AC0C0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14DC0-54DE-4724-A94D-632A65D08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01E3D-15DA-4A77-88BA-FAECC8B111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0998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uper 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6066972"/>
            <a:ext cx="12192000" cy="7910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3598"/>
          </a:p>
        </p:txBody>
      </p:sp>
    </p:spTree>
    <p:extLst>
      <p:ext uri="{BB962C8B-B14F-4D97-AF65-F5344CB8AC3E}">
        <p14:creationId xmlns:p14="http://schemas.microsoft.com/office/powerpoint/2010/main" val="26610914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76079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A8D6A48-EE20-4EB4-A234-9F3B16C0287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7081224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A8D6A48-EE20-4EB4-A234-9F3B16C028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2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3598" dirty="0">
              <a:solidFill>
                <a:srgbClr val="F0F0F0"/>
              </a:solidFill>
              <a:latin typeface="+mn-lt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1764" y="6514143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592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smtClean="0">
                <a:latin typeface="+mn-lt"/>
                <a:cs typeface="Segoe UI Light" panose="020B0502040204020203" pitchFamily="34" charset="0"/>
              </a:rPr>
              <a:pPr lvl="0" algn="r" defTabSz="610592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dirty="0">
              <a:latin typeface="+mn-lt"/>
              <a:cs typeface="Segoe UI Light" panose="020B0502040204020203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6" y="2904413"/>
            <a:ext cx="2514600" cy="609398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ru-RU" sz="2200" dirty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ru-RU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554736" y="3564610"/>
            <a:ext cx="2514600" cy="4431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ru-RU" sz="1600" b="0" dirty="0">
                <a:latin typeface="Verdana Pro Light" panose="020B0304030504040204" pitchFamily="34" charset="0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ru-RU" dirty="0"/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96552B7E-7081-4EA8-9351-FE4C7216ADF2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41598"/>
            <a:ext cx="2514601" cy="11080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dirty="0">
                <a:latin typeface="+mn-lt"/>
                <a:cs typeface="+mn-cs"/>
              </a:defRPr>
            </a:lvl1pPr>
          </a:lstStyle>
          <a:p>
            <a:pPr lvl="0">
              <a:buNone/>
            </a:pPr>
            <a:r>
              <a:rPr lang="ru-RU" dirty="0" err="1"/>
              <a:t>Add</a:t>
            </a:r>
            <a:r>
              <a:rPr lang="ru-RU" dirty="0"/>
              <a:t>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2" name="4. Footnote" hidden="1">
            <a:extLst>
              <a:ext uri="{FF2B5EF4-FFF2-40B4-BE49-F238E27FC236}">
                <a16:creationId xmlns:a16="http://schemas.microsoft.com/office/drawing/2014/main" id="{E91B258C-2CE3-47AD-91B7-5D22A691D520}"/>
              </a:ext>
            </a:extLst>
          </p:cNvPr>
          <p:cNvSpPr txBox="1">
            <a:spLocks/>
          </p:cNvSpPr>
          <p:nvPr userDrawn="1">
            <p:custDataLst>
              <p:tags r:id="rId7"/>
            </p:custDataLst>
          </p:nvPr>
        </p:nvSpPr>
        <p:spPr>
          <a:xfrm>
            <a:off x="554736" y="6330794"/>
            <a:ext cx="2514600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sz="800" dirty="0" err="1"/>
              <a:t>Footnotes</a:t>
            </a:r>
            <a:endParaRPr lang="ru-RU" sz="800" dirty="0"/>
          </a:p>
        </p:txBody>
      </p:sp>
      <p:sp>
        <p:nvSpPr>
          <p:cNvPr id="13" name="5. Source" hidden="1">
            <a:extLst>
              <a:ext uri="{FF2B5EF4-FFF2-40B4-BE49-F238E27FC236}">
                <a16:creationId xmlns:a16="http://schemas.microsoft.com/office/drawing/2014/main" id="{9E0E9C24-A775-45BA-A2B2-E9A468FB0E1D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554736" y="6514143"/>
            <a:ext cx="2514600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</p:spTree>
    <p:extLst>
      <p:ext uri="{BB962C8B-B14F-4D97-AF65-F5344CB8AC3E}">
        <p14:creationId xmlns:p14="http://schemas.microsoft.com/office/powerpoint/2010/main" val="26311744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White titl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6800" y="230400"/>
            <a:ext cx="9408000" cy="2235600"/>
          </a:xfrm>
        </p:spPr>
        <p:txBody>
          <a:bodyPr anchor="b" anchorCtr="0"/>
          <a:lstStyle>
            <a:lvl1pPr>
              <a:defRPr sz="3599" baseline="0">
                <a:solidFill>
                  <a:srgbClr val="652D8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algn="l" defTabSz="914217" rtl="0" eaLnBrk="1" latinLnBrk="0" hangingPunct="1">
              <a:defRPr lang="en-US" sz="900" kern="1200" baseline="0" smtClean="0">
                <a:solidFill>
                  <a:srgbClr val="C7C2BA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yyyy-mm-dd or Month dd, yyyy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l" defTabSz="914217" rtl="0" eaLnBrk="1" latinLnBrk="0" hangingPunct="1">
              <a:defRPr lang="en-US" sz="900" kern="1200" baseline="0" smtClean="0">
                <a:solidFill>
                  <a:srgbClr val="C7C2BA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Internal Relation Identifier 0.1 Draft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algn="l" defTabSz="914217" rtl="0" eaLnBrk="1" latinLnBrk="0" hangingPunct="1">
              <a:defRPr lang="en-US" sz="900" kern="1200" baseline="0" smtClean="0">
                <a:solidFill>
                  <a:srgbClr val="C7C2BA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23AB868-074F-4CE9-A6E9-A247B98108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648000" y="2564960"/>
            <a:ext cx="9312000" cy="504000"/>
          </a:xfrm>
        </p:spPr>
        <p:txBody>
          <a:bodyPr anchor="ctr"/>
          <a:lstStyle>
            <a:lvl1pPr marL="0" indent="0">
              <a:buNone/>
              <a:defRPr lang="en-US" sz="2400" kern="1200" baseline="0" dirty="0" smtClean="0">
                <a:solidFill>
                  <a:srgbClr val="6C6F70"/>
                </a:solidFill>
                <a:latin typeface="+mn-lt"/>
                <a:ea typeface="+mn-ea"/>
                <a:cs typeface="+mn-cs"/>
              </a:defRPr>
            </a:lvl1pPr>
            <a:lvl2pPr marL="356329" indent="0">
              <a:buNone/>
              <a:defRPr/>
            </a:lvl2pPr>
            <a:lvl3pPr marL="835033" indent="0">
              <a:buNone/>
              <a:defRPr/>
            </a:lvl3pPr>
            <a:lvl4pPr marL="1247151" indent="0">
              <a:buNone/>
              <a:defRPr/>
            </a:lvl4pPr>
            <a:lvl5pPr marL="1652070" indent="0">
              <a:buNone/>
              <a:defRPr/>
            </a:lvl5pPr>
          </a:lstStyle>
          <a:p>
            <a:pPr marL="0" lvl="0" indent="0" algn="l" defTabSz="914217" rtl="0" eaLnBrk="1" latinLnBrk="0" hangingPunct="1">
              <a:lnSpc>
                <a:spcPct val="95000"/>
              </a:lnSpc>
              <a:spcBef>
                <a:spcPts val="1056"/>
              </a:spcBef>
              <a:spcAft>
                <a:spcPts val="792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4"/>
          </p:nvPr>
        </p:nvSpPr>
        <p:spPr>
          <a:xfrm>
            <a:off x="648001" y="3140968"/>
            <a:ext cx="9346900" cy="1296000"/>
          </a:xfrm>
        </p:spPr>
        <p:txBody>
          <a:bodyPr anchor="t"/>
          <a:lstStyle>
            <a:lvl1pPr marL="0" indent="0">
              <a:buNone/>
              <a:defRPr lang="en-US" sz="1600" kern="1200" baseline="0" dirty="0" smtClean="0">
                <a:solidFill>
                  <a:srgbClr val="6C6F70"/>
                </a:solidFill>
                <a:latin typeface="+mn-lt"/>
                <a:ea typeface="+mn-ea"/>
                <a:cs typeface="+mn-cs"/>
              </a:defRPr>
            </a:lvl1pPr>
            <a:lvl2pPr marL="356329" indent="0">
              <a:buNone/>
              <a:defRPr/>
            </a:lvl2pPr>
            <a:lvl3pPr marL="835033" indent="0">
              <a:buNone/>
              <a:defRPr/>
            </a:lvl3pPr>
            <a:lvl4pPr marL="1247151" indent="0">
              <a:buNone/>
              <a:defRPr/>
            </a:lvl4pPr>
            <a:lvl5pPr marL="1652070" indent="0">
              <a:buNone/>
              <a:defRPr/>
            </a:lvl5pPr>
          </a:lstStyle>
          <a:p>
            <a:pPr marL="0" lvl="0" indent="0" algn="l" defTabSz="914217" rtl="0" eaLnBrk="1" latinLnBrk="0" hangingPunct="1">
              <a:lnSpc>
                <a:spcPct val="95000"/>
              </a:lnSpc>
              <a:spcBef>
                <a:spcPts val="1056"/>
              </a:spcBef>
              <a:spcAft>
                <a:spcPts val="792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240892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380981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RectangleLight">
            <a:extLst>
              <a:ext uri="{FF2B5EF4-FFF2-40B4-BE49-F238E27FC236}">
                <a16:creationId xmlns:a16="http://schemas.microsoft.com/office/drawing/2014/main" id="{A80E2F68-4ED6-42EF-9858-2FE4B1382825}"/>
              </a:ext>
            </a:extLst>
          </p:cNvPr>
          <p:cNvSpPr/>
          <p:nvPr userDrawn="1">
            <p:custDataLst>
              <p:tags r:id="rId2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1764" y="6514143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592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noProof="0" smtClean="0">
                <a:latin typeface="+mn-lt"/>
                <a:cs typeface="Segoe UI Light" panose="020B0502040204020203" pitchFamily="34" charset="0"/>
              </a:rPr>
              <a:pPr lvl="0" algn="r" defTabSz="610592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noProof="0" dirty="0">
              <a:latin typeface="+mn-lt"/>
              <a:cs typeface="Segoe UI Light" panose="020B0502040204020203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54736" y="-314935"/>
            <a:ext cx="7918704" cy="1218667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ru-RU" dirty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endParaRPr lang="ru-RU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554736" y="958597"/>
            <a:ext cx="7918704" cy="221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ru-RU" sz="1600" b="0" dirty="0">
                <a:latin typeface="Verdana Pro Light" panose="020B0304030504040204" pitchFamily="34" charset="0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ru-RU" dirty="0"/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DEC2F904-C5C8-4B39-9C46-6CA56144D86A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41598"/>
            <a:ext cx="3843338" cy="11080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dirty="0">
                <a:latin typeface="+mn-lt"/>
                <a:cs typeface="+mn-cs"/>
              </a:defRPr>
            </a:lvl1pPr>
          </a:lstStyle>
          <a:p>
            <a:pPr lvl="0">
              <a:buNone/>
            </a:pPr>
            <a:r>
              <a:rPr lang="ru-RU" dirty="0" err="1"/>
              <a:t>Add</a:t>
            </a:r>
            <a:r>
              <a:rPr lang="ru-RU" dirty="0"/>
              <a:t>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1" name="4. Footnote" hidden="1">
            <a:extLst>
              <a:ext uri="{FF2B5EF4-FFF2-40B4-BE49-F238E27FC236}">
                <a16:creationId xmlns:a16="http://schemas.microsoft.com/office/drawing/2014/main" id="{44C30949-359D-483D-8AB0-470F0738EC46}"/>
              </a:ext>
            </a:extLst>
          </p:cNvPr>
          <p:cNvSpPr txBox="1">
            <a:spLocks/>
          </p:cNvSpPr>
          <p:nvPr userDrawn="1">
            <p:custDataLst>
              <p:tags r:id="rId7"/>
            </p:custDataLst>
          </p:nvPr>
        </p:nvSpPr>
        <p:spPr>
          <a:xfrm>
            <a:off x="554736" y="6330794"/>
            <a:ext cx="791870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sz="800" dirty="0" err="1"/>
              <a:t>Footnotes</a:t>
            </a:r>
            <a:endParaRPr lang="ru-RU" sz="800" dirty="0"/>
          </a:p>
        </p:txBody>
      </p: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0C638687-9D2C-4819-8EA7-89C77797F3C6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554736" y="6514143"/>
            <a:ext cx="7918704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</p:spTree>
    <p:extLst>
      <p:ext uri="{BB962C8B-B14F-4D97-AF65-F5344CB8AC3E}">
        <p14:creationId xmlns:p14="http://schemas.microsoft.com/office/powerpoint/2010/main" val="18081651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431714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413" imgH="416" progId="TCLayout.ActiveDocument.1">
                  <p:embed/>
                </p:oleObj>
              </mc:Choice>
              <mc:Fallback>
                <p:oleObj name="think-cell Slide" r:id="rId8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54734" y="226624"/>
            <a:ext cx="11082528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sz="2200" dirty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endParaRPr lang="ru-RU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54736" y="958597"/>
            <a:ext cx="11082528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>
              <a:defRPr lang="ru-RU" sz="1600" b="0" dirty="0">
                <a:latin typeface="Verdana Pro Light" panose="020B0304030504040204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ru-RU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4" y="6514143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592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tx1"/>
                </a:solidFill>
                <a:latin typeface="+mn-lt"/>
                <a:ea typeface="+mn-ea"/>
                <a:cs typeface="Segoe UI Light" panose="020B0502040204020203" pitchFamily="34" charset="0"/>
              </a:rPr>
              <a:pPr algn="r" defTabSz="610592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800" b="0" dirty="0">
              <a:solidFill>
                <a:schemeClr val="tx1"/>
              </a:solidFill>
              <a:latin typeface="+mn-lt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>
            <a:spLocks/>
          </p:cNvSpPr>
          <p:nvPr userDrawn="1">
            <p:custDataLst>
              <p:tags r:id="rId5"/>
            </p:custDataLst>
          </p:nvPr>
        </p:nvSpPr>
        <p:spPr>
          <a:xfrm>
            <a:off x="554735" y="6514143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41598"/>
            <a:ext cx="3843338" cy="11080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dirty="0">
                <a:latin typeface="+mn-lt"/>
                <a:cs typeface="Segoe UI Light" panose="020B0502040204020203" pitchFamily="34" charset="0"/>
              </a:defRPr>
            </a:lvl1pPr>
          </a:lstStyle>
          <a:p>
            <a:pPr lvl="0">
              <a:buNone/>
            </a:pPr>
            <a:r>
              <a:rPr lang="ru-RU" dirty="0" err="1"/>
              <a:t>Add</a:t>
            </a:r>
            <a:r>
              <a:rPr lang="ru-RU" dirty="0"/>
              <a:t>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3" name="Sticker" hidden="1">
            <a:extLst>
              <a:ext uri="{FF2B5EF4-FFF2-40B4-BE49-F238E27FC236}">
                <a16:creationId xmlns:a16="http://schemas.microsoft.com/office/drawing/2014/main" id="{8AA71194-4628-46D8-A8C5-534B2C93EFE0}"/>
              </a:ext>
            </a:extLst>
          </p:cNvPr>
          <p:cNvSpPr txBox="1"/>
          <p:nvPr userDrawn="1"/>
        </p:nvSpPr>
        <p:spPr>
          <a:xfrm>
            <a:off x="8881111" y="958597"/>
            <a:ext cx="2756154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latin typeface="+mn-lt"/>
              </a:rPr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17839255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3_Kcell_Single_Purple.pdf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4512" y="6077299"/>
            <a:ext cx="1487488" cy="780700"/>
          </a:xfrm>
          <a:prstGeom prst="rect">
            <a:avLst/>
          </a:prstGeom>
        </p:spPr>
      </p:pic>
      <p:pic>
        <p:nvPicPr>
          <p:cNvPr id="7" name="Picture 6" descr="N_Date_plane_1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67536"/>
            <a:ext cx="2304256" cy="490464"/>
          </a:xfrm>
          <a:prstGeom prst="rect">
            <a:avLst/>
          </a:prstGeom>
        </p:spPr>
      </p:pic>
      <p:sp>
        <p:nvSpPr>
          <p:cNvPr id="8" name="Rectangle 30"/>
          <p:cNvSpPr>
            <a:spLocks noChangeArrowheads="1"/>
          </p:cNvSpPr>
          <p:nvPr userDrawn="1"/>
        </p:nvSpPr>
        <p:spPr bwMode="auto">
          <a:xfrm>
            <a:off x="1005716" y="6405331"/>
            <a:ext cx="1921933" cy="382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93C54C52-5EA2-4D47-936B-F188B734E3E7}" type="datetime3">
              <a:rPr lang="en-GB" sz="1067">
                <a:solidFill>
                  <a:srgbClr val="FFFFFF"/>
                </a:solidFill>
                <a:latin typeface="Pragmatica Book Reg"/>
                <a:cs typeface="Pragmatica Book Reg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 December, 2025</a:t>
            </a:fld>
            <a:endParaRPr lang="en-GB" sz="1067" dirty="0">
              <a:solidFill>
                <a:srgbClr val="FFFFFF"/>
              </a:solidFill>
              <a:latin typeface="Pragmatica Book Reg"/>
              <a:cs typeface="Pragmatica Book Reg"/>
            </a:endParaRPr>
          </a:p>
        </p:txBody>
      </p:sp>
      <p:sp>
        <p:nvSpPr>
          <p:cNvPr id="9" name="Rectangle 32"/>
          <p:cNvSpPr>
            <a:spLocks noChangeArrowheads="1"/>
          </p:cNvSpPr>
          <p:nvPr userDrawn="1"/>
        </p:nvSpPr>
        <p:spPr bwMode="auto">
          <a:xfrm>
            <a:off x="338964" y="6405334"/>
            <a:ext cx="541867" cy="382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21857C60-1A80-4DCF-9EEB-B3FB45F7C20B}" type="slidenum">
              <a:rPr lang="en-GB" sz="1067">
                <a:solidFill>
                  <a:srgbClr val="FFFFFF"/>
                </a:solidFill>
                <a:latin typeface="Pragmatica Book Reg"/>
                <a:cs typeface="Pragmatica Book Reg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GB" sz="1067" dirty="0">
              <a:solidFill>
                <a:srgbClr val="FFFFFF"/>
              </a:solidFill>
              <a:latin typeface="Pragmatica Book Reg"/>
              <a:cs typeface="Pragmatica Book Reg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13AC838-FDFE-410E-BE20-ED0781116D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169182-6D01-4DF9-A87B-5E2A1498C614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0686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3_Kcell_Single_Purple.pdf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4512" y="6077299"/>
            <a:ext cx="1487488" cy="780700"/>
          </a:xfrm>
          <a:prstGeom prst="rect">
            <a:avLst/>
          </a:prstGeom>
        </p:spPr>
      </p:pic>
      <p:pic>
        <p:nvPicPr>
          <p:cNvPr id="10" name="Picture 9" descr="N_Date_plane_1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67536"/>
            <a:ext cx="2304256" cy="490464"/>
          </a:xfrm>
          <a:prstGeom prst="rect">
            <a:avLst/>
          </a:prstGeom>
        </p:spPr>
      </p:pic>
      <p:sp>
        <p:nvSpPr>
          <p:cNvPr id="11" name="Rectangle 30"/>
          <p:cNvSpPr>
            <a:spLocks noChangeArrowheads="1"/>
          </p:cNvSpPr>
          <p:nvPr userDrawn="1"/>
        </p:nvSpPr>
        <p:spPr bwMode="auto">
          <a:xfrm>
            <a:off x="1005716" y="6405331"/>
            <a:ext cx="1921933" cy="382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93C54C52-5EA2-4D47-936B-F188B734E3E7}" type="datetime3">
              <a:rPr lang="en-GB" sz="1067">
                <a:solidFill>
                  <a:srgbClr val="FFFFFF"/>
                </a:solidFill>
                <a:latin typeface="Pragmatica Book Reg"/>
                <a:cs typeface="Pragmatica Book Reg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 December, 2025</a:t>
            </a:fld>
            <a:endParaRPr lang="en-GB" sz="1067" dirty="0">
              <a:solidFill>
                <a:srgbClr val="FFFFFF"/>
              </a:solidFill>
              <a:latin typeface="Pragmatica Book Reg"/>
              <a:cs typeface="Pragmatica Book Reg"/>
            </a:endParaRPr>
          </a:p>
        </p:txBody>
      </p:sp>
      <p:sp>
        <p:nvSpPr>
          <p:cNvPr id="12" name="Rectangle 32"/>
          <p:cNvSpPr>
            <a:spLocks noChangeArrowheads="1"/>
          </p:cNvSpPr>
          <p:nvPr userDrawn="1"/>
        </p:nvSpPr>
        <p:spPr bwMode="auto">
          <a:xfrm>
            <a:off x="338964" y="6405334"/>
            <a:ext cx="541867" cy="382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21857C60-1A80-4DCF-9EEB-B3FB45F7C20B}" type="slidenum">
              <a:rPr lang="en-GB" sz="1067">
                <a:solidFill>
                  <a:srgbClr val="FFFFFF"/>
                </a:solidFill>
                <a:latin typeface="Pragmatica Book Reg"/>
                <a:cs typeface="Pragmatica Book Reg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GB" sz="1067" dirty="0">
              <a:solidFill>
                <a:srgbClr val="FFFFFF"/>
              </a:solidFill>
              <a:latin typeface="Pragmatica Book Reg"/>
              <a:cs typeface="Pragmatica Book Reg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63EF227-F746-4F49-84D5-406D9DB8FE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448800" y="1"/>
            <a:ext cx="2743200" cy="365125"/>
          </a:xfrm>
        </p:spPr>
        <p:txBody>
          <a:bodyPr/>
          <a:lstStyle/>
          <a:p>
            <a:fld id="{CA169182-6D01-4DF9-A87B-5E2A1498C614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60549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3_Kcell_Single_Purple.pdf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4512" y="6077299"/>
            <a:ext cx="1487488" cy="780700"/>
          </a:xfrm>
          <a:prstGeom prst="rect">
            <a:avLst/>
          </a:prstGeom>
        </p:spPr>
      </p:pic>
      <p:pic>
        <p:nvPicPr>
          <p:cNvPr id="7" name="Picture 6" descr="N_Date_plane_1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67536"/>
            <a:ext cx="2304256" cy="490464"/>
          </a:xfrm>
          <a:prstGeom prst="rect">
            <a:avLst/>
          </a:prstGeom>
        </p:spPr>
      </p:pic>
      <p:sp>
        <p:nvSpPr>
          <p:cNvPr id="12" name="Rectangle 30"/>
          <p:cNvSpPr>
            <a:spLocks noChangeArrowheads="1"/>
          </p:cNvSpPr>
          <p:nvPr userDrawn="1"/>
        </p:nvSpPr>
        <p:spPr bwMode="auto">
          <a:xfrm>
            <a:off x="1005716" y="6405331"/>
            <a:ext cx="1921933" cy="382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93C54C52-5EA2-4D47-936B-F188B734E3E7}" type="datetime3">
              <a:rPr lang="en-GB" sz="1067">
                <a:solidFill>
                  <a:srgbClr val="FFFFFF"/>
                </a:solidFill>
                <a:latin typeface="Pragmatica Book Reg"/>
                <a:cs typeface="Pragmatica Book Reg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 December, 2025</a:t>
            </a:fld>
            <a:endParaRPr lang="en-GB" sz="1067" dirty="0">
              <a:solidFill>
                <a:srgbClr val="FFFFFF"/>
              </a:solidFill>
              <a:latin typeface="Pragmatica Book Reg"/>
              <a:cs typeface="Pragmatica Book Reg"/>
            </a:endParaRPr>
          </a:p>
        </p:txBody>
      </p:sp>
      <p:sp>
        <p:nvSpPr>
          <p:cNvPr id="13" name="Rectangle 32"/>
          <p:cNvSpPr>
            <a:spLocks noChangeArrowheads="1"/>
          </p:cNvSpPr>
          <p:nvPr userDrawn="1"/>
        </p:nvSpPr>
        <p:spPr bwMode="auto">
          <a:xfrm>
            <a:off x="338964" y="6405334"/>
            <a:ext cx="541867" cy="382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21857C60-1A80-4DCF-9EEB-B3FB45F7C20B}" type="slidenum">
              <a:rPr lang="en-GB" sz="1067">
                <a:solidFill>
                  <a:srgbClr val="FFFFFF"/>
                </a:solidFill>
                <a:latin typeface="Pragmatica Book Reg"/>
                <a:cs typeface="Pragmatica Book Reg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GB" sz="1067" dirty="0">
              <a:solidFill>
                <a:srgbClr val="FFFFFF"/>
              </a:solidFill>
              <a:latin typeface="Pragmatica Book Reg"/>
              <a:cs typeface="Pragmatica Book Reg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3C9EB3-023C-4BDA-B8F7-D92956B116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169182-6D01-4DF9-A87B-5E2A1498C614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4674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3_Kcell_Single_Purple.pdf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4512" y="6077299"/>
            <a:ext cx="1487488" cy="780700"/>
          </a:xfrm>
          <a:prstGeom prst="rect">
            <a:avLst/>
          </a:prstGeom>
        </p:spPr>
      </p:pic>
      <p:pic>
        <p:nvPicPr>
          <p:cNvPr id="11" name="Picture 10" descr="N_Date_plane_1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67536"/>
            <a:ext cx="2304256" cy="490464"/>
          </a:xfrm>
          <a:prstGeom prst="rect">
            <a:avLst/>
          </a:prstGeom>
        </p:spPr>
      </p:pic>
      <p:sp>
        <p:nvSpPr>
          <p:cNvPr id="12" name="Rectangle 30"/>
          <p:cNvSpPr>
            <a:spLocks noChangeArrowheads="1"/>
          </p:cNvSpPr>
          <p:nvPr userDrawn="1"/>
        </p:nvSpPr>
        <p:spPr bwMode="auto">
          <a:xfrm>
            <a:off x="1005716" y="6405331"/>
            <a:ext cx="1921933" cy="382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93C54C52-5EA2-4D47-936B-F188B734E3E7}" type="datetime3">
              <a:rPr lang="en-GB" sz="1067">
                <a:solidFill>
                  <a:srgbClr val="FFFFFF"/>
                </a:solidFill>
                <a:latin typeface="Pragmatica Book Reg"/>
                <a:cs typeface="Pragmatica Book Reg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 December, 2025</a:t>
            </a:fld>
            <a:endParaRPr lang="en-GB" sz="1067" dirty="0">
              <a:solidFill>
                <a:srgbClr val="FFFFFF"/>
              </a:solidFill>
              <a:latin typeface="Pragmatica Book Reg"/>
              <a:cs typeface="Pragmatica Book Reg"/>
            </a:endParaRPr>
          </a:p>
        </p:txBody>
      </p:sp>
      <p:sp>
        <p:nvSpPr>
          <p:cNvPr id="13" name="Rectangle 32"/>
          <p:cNvSpPr>
            <a:spLocks noChangeArrowheads="1"/>
          </p:cNvSpPr>
          <p:nvPr userDrawn="1"/>
        </p:nvSpPr>
        <p:spPr bwMode="auto">
          <a:xfrm>
            <a:off x="338964" y="6405334"/>
            <a:ext cx="541867" cy="382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21857C60-1A80-4DCF-9EEB-B3FB45F7C20B}" type="slidenum">
              <a:rPr lang="en-GB" sz="1067">
                <a:solidFill>
                  <a:srgbClr val="FFFFFF"/>
                </a:solidFill>
                <a:latin typeface="Pragmatica Book Reg"/>
                <a:cs typeface="Pragmatica Book Reg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GB" sz="1067" dirty="0">
              <a:solidFill>
                <a:srgbClr val="FFFFFF"/>
              </a:solidFill>
              <a:latin typeface="Pragmatica Book Reg"/>
              <a:cs typeface="Pragmatica Book Reg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C26EC02-5D33-416B-B8FD-DE87461718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169182-6D01-4DF9-A87B-5E2A1498C614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23514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3_Kcell_Single_Purple.pdf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4512" y="6077299"/>
            <a:ext cx="1487488" cy="780700"/>
          </a:xfrm>
          <a:prstGeom prst="rect">
            <a:avLst/>
          </a:prstGeom>
        </p:spPr>
      </p:pic>
      <p:pic>
        <p:nvPicPr>
          <p:cNvPr id="10" name="Picture 9" descr="N_Date_plane_1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67536"/>
            <a:ext cx="2304256" cy="490464"/>
          </a:xfrm>
          <a:prstGeom prst="rect">
            <a:avLst/>
          </a:prstGeom>
        </p:spPr>
      </p:pic>
      <p:sp>
        <p:nvSpPr>
          <p:cNvPr id="11" name="Rectangle 30"/>
          <p:cNvSpPr>
            <a:spLocks noChangeArrowheads="1"/>
          </p:cNvSpPr>
          <p:nvPr userDrawn="1"/>
        </p:nvSpPr>
        <p:spPr bwMode="auto">
          <a:xfrm>
            <a:off x="1005716" y="6405331"/>
            <a:ext cx="1921933" cy="382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93C54C52-5EA2-4D47-936B-F188B734E3E7}" type="datetime3">
              <a:rPr lang="en-GB" sz="1067">
                <a:solidFill>
                  <a:srgbClr val="FFFFFF"/>
                </a:solidFill>
                <a:latin typeface="Pragmatica Book Reg"/>
                <a:cs typeface="Pragmatica Book Reg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 December, 2025</a:t>
            </a:fld>
            <a:endParaRPr lang="en-GB" sz="1067" dirty="0">
              <a:solidFill>
                <a:srgbClr val="FFFFFF"/>
              </a:solidFill>
              <a:latin typeface="Pragmatica Book Reg"/>
              <a:cs typeface="Pragmatica Book Reg"/>
            </a:endParaRPr>
          </a:p>
        </p:txBody>
      </p:sp>
      <p:sp>
        <p:nvSpPr>
          <p:cNvPr id="12" name="Rectangle 32"/>
          <p:cNvSpPr>
            <a:spLocks noChangeArrowheads="1"/>
          </p:cNvSpPr>
          <p:nvPr userDrawn="1"/>
        </p:nvSpPr>
        <p:spPr bwMode="auto">
          <a:xfrm>
            <a:off x="338964" y="6405334"/>
            <a:ext cx="541867" cy="382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21857C60-1A80-4DCF-9EEB-B3FB45F7C20B}" type="slidenum">
              <a:rPr lang="en-GB" sz="1067">
                <a:solidFill>
                  <a:srgbClr val="FFFFFF"/>
                </a:solidFill>
                <a:latin typeface="Pragmatica Book Reg"/>
                <a:cs typeface="Pragmatica Book Reg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GB" sz="1067" dirty="0">
              <a:solidFill>
                <a:srgbClr val="FFFFFF"/>
              </a:solidFill>
              <a:latin typeface="Pragmatica Book Reg"/>
              <a:cs typeface="Pragmatica Book Reg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34B9861-1130-411F-9047-F5D35BBA67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169182-6D01-4DF9-A87B-5E2A1498C614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388460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- K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3_Kcell_Single_Purple.pdf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4512" y="6077299"/>
            <a:ext cx="1487488" cy="780700"/>
          </a:xfrm>
          <a:prstGeom prst="rect">
            <a:avLst/>
          </a:prstGeom>
        </p:spPr>
      </p:pic>
      <p:pic>
        <p:nvPicPr>
          <p:cNvPr id="7" name="Picture 6" descr="N_Date_plane_1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67536"/>
            <a:ext cx="2304256" cy="490464"/>
          </a:xfrm>
          <a:prstGeom prst="rect">
            <a:avLst/>
          </a:prstGeom>
        </p:spPr>
      </p:pic>
      <p:sp>
        <p:nvSpPr>
          <p:cNvPr id="8" name="Rectangle 30"/>
          <p:cNvSpPr>
            <a:spLocks noChangeArrowheads="1"/>
          </p:cNvSpPr>
          <p:nvPr userDrawn="1"/>
        </p:nvSpPr>
        <p:spPr bwMode="auto">
          <a:xfrm>
            <a:off x="1005716" y="6405331"/>
            <a:ext cx="1921933" cy="382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93C54C52-5EA2-4D47-936B-F188B734E3E7}" type="datetime3">
              <a:rPr lang="en-GB" sz="1067">
                <a:solidFill>
                  <a:srgbClr val="FFFFFF"/>
                </a:solidFill>
                <a:latin typeface="Pragmatica Book Reg"/>
                <a:cs typeface="Pragmatica Book Reg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 December, 2025</a:t>
            </a:fld>
            <a:endParaRPr lang="en-GB" sz="1067" dirty="0">
              <a:solidFill>
                <a:srgbClr val="FFFFFF"/>
              </a:solidFill>
              <a:latin typeface="Pragmatica Book Reg"/>
              <a:cs typeface="Pragmatica Book Reg"/>
            </a:endParaRPr>
          </a:p>
        </p:txBody>
      </p:sp>
      <p:sp>
        <p:nvSpPr>
          <p:cNvPr id="9" name="Rectangle 32"/>
          <p:cNvSpPr>
            <a:spLocks noChangeArrowheads="1"/>
          </p:cNvSpPr>
          <p:nvPr userDrawn="1"/>
        </p:nvSpPr>
        <p:spPr bwMode="auto">
          <a:xfrm>
            <a:off x="338964" y="6405334"/>
            <a:ext cx="541867" cy="382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21857C60-1A80-4DCF-9EEB-B3FB45F7C20B}" type="slidenum">
              <a:rPr lang="en-GB" sz="1067">
                <a:solidFill>
                  <a:srgbClr val="FFFFFF"/>
                </a:solidFill>
                <a:latin typeface="Pragmatica Book Reg"/>
                <a:cs typeface="Pragmatica Book Reg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GB" sz="1067" dirty="0">
              <a:solidFill>
                <a:srgbClr val="FFFFFF"/>
              </a:solidFill>
              <a:latin typeface="Pragmatica Book Reg"/>
              <a:cs typeface="Pragmatica Book Reg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A38B917-3DDB-4F1C-A5A5-6B17BD3AFF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169182-6D01-4DF9-A87B-5E2A1498C614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691953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3_Kcell_Single_Purple.pdf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4512" y="6077299"/>
            <a:ext cx="1487488" cy="780700"/>
          </a:xfrm>
          <a:prstGeom prst="rect">
            <a:avLst/>
          </a:prstGeom>
        </p:spPr>
      </p:pic>
      <p:pic>
        <p:nvPicPr>
          <p:cNvPr id="7" name="Picture 6" descr="N_Date_plane_1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67536"/>
            <a:ext cx="2304256" cy="490464"/>
          </a:xfrm>
          <a:prstGeom prst="rect">
            <a:avLst/>
          </a:prstGeom>
        </p:spPr>
      </p:pic>
      <p:sp>
        <p:nvSpPr>
          <p:cNvPr id="8" name="Rectangle 30"/>
          <p:cNvSpPr>
            <a:spLocks noChangeArrowheads="1"/>
          </p:cNvSpPr>
          <p:nvPr userDrawn="1"/>
        </p:nvSpPr>
        <p:spPr bwMode="auto">
          <a:xfrm>
            <a:off x="1005716" y="6405331"/>
            <a:ext cx="1921933" cy="382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93C54C52-5EA2-4D47-936B-F188B734E3E7}" type="datetime3">
              <a:rPr lang="en-GB" sz="1067">
                <a:solidFill>
                  <a:srgbClr val="FFFFFF"/>
                </a:solidFill>
                <a:latin typeface="Pragmatica Book Reg"/>
                <a:cs typeface="Pragmatica Book Reg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 December, 2025</a:t>
            </a:fld>
            <a:endParaRPr lang="en-GB" sz="1067" dirty="0">
              <a:solidFill>
                <a:srgbClr val="FFFFFF"/>
              </a:solidFill>
              <a:latin typeface="Pragmatica Book Reg"/>
              <a:cs typeface="Pragmatica Book Reg"/>
            </a:endParaRPr>
          </a:p>
        </p:txBody>
      </p:sp>
      <p:sp>
        <p:nvSpPr>
          <p:cNvPr id="9" name="Rectangle 32"/>
          <p:cNvSpPr>
            <a:spLocks noChangeArrowheads="1"/>
          </p:cNvSpPr>
          <p:nvPr userDrawn="1"/>
        </p:nvSpPr>
        <p:spPr bwMode="auto">
          <a:xfrm>
            <a:off x="338964" y="6405334"/>
            <a:ext cx="541867" cy="382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21857C60-1A80-4DCF-9EEB-B3FB45F7C20B}" type="slidenum">
              <a:rPr lang="en-GB" sz="1067">
                <a:solidFill>
                  <a:srgbClr val="FFFFFF"/>
                </a:solidFill>
                <a:latin typeface="Pragmatica Book Reg"/>
                <a:cs typeface="Pragmatica Book Reg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GB" sz="1067" dirty="0">
              <a:solidFill>
                <a:srgbClr val="FFFFFF"/>
              </a:solidFill>
              <a:latin typeface="Pragmatica Book Reg"/>
              <a:cs typeface="Pragmatica Book Reg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02A9AD5-9B79-4647-B309-F0D7F64767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169182-6D01-4DF9-A87B-5E2A1498C614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2171888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3_Kcell_Single_Purple.pdf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4512" y="6077299"/>
            <a:ext cx="1487488" cy="780700"/>
          </a:xfrm>
          <a:prstGeom prst="rect">
            <a:avLst/>
          </a:prstGeom>
        </p:spPr>
      </p:pic>
      <p:pic>
        <p:nvPicPr>
          <p:cNvPr id="7" name="Picture 6" descr="N_Date_plane_1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67536"/>
            <a:ext cx="2304256" cy="490464"/>
          </a:xfrm>
          <a:prstGeom prst="rect">
            <a:avLst/>
          </a:prstGeom>
        </p:spPr>
      </p:pic>
      <p:sp>
        <p:nvSpPr>
          <p:cNvPr id="8" name="Rectangle 30"/>
          <p:cNvSpPr>
            <a:spLocks noChangeArrowheads="1"/>
          </p:cNvSpPr>
          <p:nvPr userDrawn="1"/>
        </p:nvSpPr>
        <p:spPr bwMode="auto">
          <a:xfrm>
            <a:off x="1005716" y="6405331"/>
            <a:ext cx="1921933" cy="382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93C54C52-5EA2-4D47-936B-F188B734E3E7}" type="datetime3">
              <a:rPr lang="en-GB" sz="1067">
                <a:solidFill>
                  <a:srgbClr val="FFFFFF"/>
                </a:solidFill>
                <a:latin typeface="Pragmatica Book Reg"/>
                <a:cs typeface="Pragmatica Book Reg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 December, 2025</a:t>
            </a:fld>
            <a:endParaRPr lang="en-GB" sz="1067" dirty="0">
              <a:solidFill>
                <a:srgbClr val="FFFFFF"/>
              </a:solidFill>
              <a:latin typeface="Pragmatica Book Reg"/>
              <a:cs typeface="Pragmatica Book Reg"/>
            </a:endParaRPr>
          </a:p>
        </p:txBody>
      </p:sp>
      <p:sp>
        <p:nvSpPr>
          <p:cNvPr id="9" name="Rectangle 32"/>
          <p:cNvSpPr>
            <a:spLocks noChangeArrowheads="1"/>
          </p:cNvSpPr>
          <p:nvPr userDrawn="1"/>
        </p:nvSpPr>
        <p:spPr bwMode="auto">
          <a:xfrm>
            <a:off x="338964" y="6405334"/>
            <a:ext cx="541867" cy="382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21857C60-1A80-4DCF-9EEB-B3FB45F7C20B}" type="slidenum">
              <a:rPr lang="en-GB" sz="1067">
                <a:solidFill>
                  <a:srgbClr val="FFFFFF"/>
                </a:solidFill>
                <a:latin typeface="Pragmatica Book Reg"/>
                <a:cs typeface="Pragmatica Book Reg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GB" sz="1067" dirty="0">
              <a:solidFill>
                <a:srgbClr val="FFFFFF"/>
              </a:solidFill>
              <a:latin typeface="Pragmatica Book Reg"/>
              <a:cs typeface="Pragmatica Book Reg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51DD42D-BA75-40AF-9C33-3837C65A9F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169182-6D01-4DF9-A87B-5E2A1498C614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0844790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ection divider 1: Left purple primary u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ktangel med rundat hörn 9"/>
          <p:cNvSpPr/>
          <p:nvPr userDrawn="1"/>
        </p:nvSpPr>
        <p:spPr bwMode="auto">
          <a:xfrm flipV="1">
            <a:off x="-677" y="990001"/>
            <a:ext cx="5280000" cy="1980231"/>
          </a:xfrm>
          <a:prstGeom prst="round1Rect">
            <a:avLst>
              <a:gd name="adj" fmla="val 7106"/>
            </a:avLst>
          </a:prstGeom>
          <a:solidFill>
            <a:srgbClr val="652D8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6" tIns="45708" rIns="91416" bIns="45708" numCol="1" rtlCol="0" anchor="ctr" anchorCtr="0" compatLnSpc="1">
            <a:prstTxWarp prst="textNoShape">
              <a:avLst/>
            </a:prstTxWarp>
          </a:bodyPr>
          <a:lstStyle/>
          <a:p>
            <a:pPr algn="ctr" defTabSz="914149" fontAlgn="base">
              <a:spcBef>
                <a:spcPct val="0"/>
              </a:spcBef>
              <a:spcAft>
                <a:spcPct val="0"/>
              </a:spcAft>
            </a:pPr>
            <a:endParaRPr lang="en-GB" sz="1867" dirty="0">
              <a:solidFill>
                <a:srgbClr val="00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349" y="1062000"/>
            <a:ext cx="4920000" cy="1620000"/>
          </a:xfrm>
          <a:prstGeom prst="roundRect">
            <a:avLst>
              <a:gd name="adj" fmla="val 9587"/>
            </a:avLst>
          </a:prstGeom>
        </p:spPr>
        <p:txBody>
          <a:bodyPr/>
          <a:lstStyle>
            <a:lvl1pPr>
              <a:defRPr sz="3466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7" name="Title 1"/>
          <p:cNvSpPr txBox="1">
            <a:spLocks/>
          </p:cNvSpPr>
          <p:nvPr userDrawn="1"/>
        </p:nvSpPr>
        <p:spPr>
          <a:xfrm>
            <a:off x="336408" y="1160761"/>
            <a:ext cx="4415445" cy="1289383"/>
          </a:xfrm>
          <a:prstGeom prst="roundRect">
            <a:avLst>
              <a:gd name="adj" fmla="val 9587"/>
            </a:avLst>
          </a:prstGeom>
        </p:spPr>
        <p:txBody>
          <a:bodyPr vert="horz" lIns="91416" tIns="45708" rIns="91416" bIns="45708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GB" sz="3466" dirty="0">
              <a:solidFill>
                <a:prstClr val="white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0FE6AE-92C5-4E4A-82A7-82D7B81C07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169182-6D01-4DF9-A87B-5E2A1498C614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079088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3_Kcell_Single_Purple.pdf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04512" y="6077299"/>
            <a:ext cx="1487488" cy="780700"/>
          </a:xfrm>
          <a:prstGeom prst="rect">
            <a:avLst/>
          </a:prstGeom>
        </p:spPr>
      </p:pic>
      <p:pic>
        <p:nvPicPr>
          <p:cNvPr id="10" name="Picture 9" descr="N_Date_plane_1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367536"/>
            <a:ext cx="2304256" cy="490464"/>
          </a:xfrm>
          <a:prstGeom prst="rect">
            <a:avLst/>
          </a:prstGeom>
        </p:spPr>
      </p:pic>
      <p:sp>
        <p:nvSpPr>
          <p:cNvPr id="11" name="Rectangle 30"/>
          <p:cNvSpPr>
            <a:spLocks noChangeArrowheads="1"/>
          </p:cNvSpPr>
          <p:nvPr userDrawn="1"/>
        </p:nvSpPr>
        <p:spPr bwMode="auto">
          <a:xfrm>
            <a:off x="1005716" y="6405331"/>
            <a:ext cx="1921933" cy="382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93C54C52-5EA2-4D47-936B-F188B734E3E7}" type="datetime3">
              <a:rPr lang="en-GB" sz="1067">
                <a:solidFill>
                  <a:srgbClr val="FFFFFF"/>
                </a:solidFill>
                <a:latin typeface="Pragmatica Book Reg"/>
                <a:cs typeface="Pragmatica Book Reg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 December, 2025</a:t>
            </a:fld>
            <a:endParaRPr lang="en-GB" sz="1067" dirty="0">
              <a:solidFill>
                <a:srgbClr val="FFFFFF"/>
              </a:solidFill>
              <a:latin typeface="Pragmatica Book Reg"/>
              <a:cs typeface="Pragmatica Book Reg"/>
            </a:endParaRPr>
          </a:p>
        </p:txBody>
      </p:sp>
      <p:sp>
        <p:nvSpPr>
          <p:cNvPr id="12" name="Rectangle 32"/>
          <p:cNvSpPr>
            <a:spLocks noChangeArrowheads="1"/>
          </p:cNvSpPr>
          <p:nvPr userDrawn="1"/>
        </p:nvSpPr>
        <p:spPr bwMode="auto">
          <a:xfrm>
            <a:off x="338964" y="6405334"/>
            <a:ext cx="541867" cy="382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21857C60-1A80-4DCF-9EEB-B3FB45F7C20B}" type="slidenum">
              <a:rPr lang="en-GB" sz="1067">
                <a:solidFill>
                  <a:srgbClr val="FFFFFF"/>
                </a:solidFill>
                <a:latin typeface="Pragmatica Book Reg"/>
                <a:cs typeface="Pragmatica Book Reg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GB" sz="1067" dirty="0">
              <a:solidFill>
                <a:srgbClr val="FFFFFF"/>
              </a:solidFill>
              <a:latin typeface="Pragmatica Book Reg"/>
              <a:cs typeface="Pragmatica Book Reg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20288C-62BA-4948-A509-2FDBC00C42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169182-6D01-4DF9-A87B-5E2A1498C614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914351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1" y="2130427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2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3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4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5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6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1B575-C778-4844-B468-862C1B4E51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447397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3_Kcell_Single_Purple.pdf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4512" y="6077299"/>
            <a:ext cx="1487488" cy="780700"/>
          </a:xfrm>
          <a:prstGeom prst="rect">
            <a:avLst/>
          </a:prstGeom>
        </p:spPr>
      </p:pic>
      <p:pic>
        <p:nvPicPr>
          <p:cNvPr id="7" name="Picture 6" descr="N_Date_plane_1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67536"/>
            <a:ext cx="2304256" cy="490464"/>
          </a:xfrm>
          <a:prstGeom prst="rect">
            <a:avLst/>
          </a:prstGeom>
        </p:spPr>
      </p:pic>
      <p:sp>
        <p:nvSpPr>
          <p:cNvPr id="8" name="Rectangle 30"/>
          <p:cNvSpPr>
            <a:spLocks noChangeArrowheads="1"/>
          </p:cNvSpPr>
          <p:nvPr userDrawn="1"/>
        </p:nvSpPr>
        <p:spPr bwMode="auto">
          <a:xfrm>
            <a:off x="1005716" y="6405331"/>
            <a:ext cx="1921933" cy="382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93C54C52-5EA2-4D47-936B-F188B734E3E7}" type="datetime3">
              <a:rPr lang="en-GB" sz="1067">
                <a:solidFill>
                  <a:srgbClr val="FFFFFF"/>
                </a:solidFill>
                <a:latin typeface="Pragmatica Book Reg"/>
                <a:cs typeface="Pragmatica Book Reg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 December, 2025</a:t>
            </a:fld>
            <a:endParaRPr lang="en-GB" sz="1067" dirty="0">
              <a:solidFill>
                <a:srgbClr val="FFFFFF"/>
              </a:solidFill>
              <a:latin typeface="Pragmatica Book Reg"/>
              <a:cs typeface="Pragmatica Book Reg"/>
            </a:endParaRPr>
          </a:p>
        </p:txBody>
      </p:sp>
      <p:sp>
        <p:nvSpPr>
          <p:cNvPr id="9" name="Rectangle 32"/>
          <p:cNvSpPr>
            <a:spLocks noChangeArrowheads="1"/>
          </p:cNvSpPr>
          <p:nvPr userDrawn="1"/>
        </p:nvSpPr>
        <p:spPr bwMode="auto">
          <a:xfrm>
            <a:off x="338964" y="6405334"/>
            <a:ext cx="541867" cy="382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21857C60-1A80-4DCF-9EEB-B3FB45F7C20B}" type="slidenum">
              <a:rPr lang="en-GB" sz="1067">
                <a:solidFill>
                  <a:srgbClr val="FFFFFF"/>
                </a:solidFill>
                <a:latin typeface="Pragmatica Book Reg"/>
                <a:cs typeface="Pragmatica Book Reg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GB" sz="1067" dirty="0">
              <a:solidFill>
                <a:srgbClr val="FFFFFF"/>
              </a:solidFill>
              <a:latin typeface="Pragmatica Book Reg"/>
              <a:cs typeface="Pragmatica Book Reg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13AC838-FDFE-410E-BE20-ED0781116D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169182-6D01-4DF9-A87B-5E2A1498C614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898381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3_Kcell_Single_Purple.pdf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4512" y="6077299"/>
            <a:ext cx="1487488" cy="780700"/>
          </a:xfrm>
          <a:prstGeom prst="rect">
            <a:avLst/>
          </a:prstGeom>
        </p:spPr>
      </p:pic>
      <p:pic>
        <p:nvPicPr>
          <p:cNvPr id="10" name="Picture 9" descr="N_Date_plane_1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67536"/>
            <a:ext cx="2304256" cy="490464"/>
          </a:xfrm>
          <a:prstGeom prst="rect">
            <a:avLst/>
          </a:prstGeom>
        </p:spPr>
      </p:pic>
      <p:sp>
        <p:nvSpPr>
          <p:cNvPr id="11" name="Rectangle 30"/>
          <p:cNvSpPr>
            <a:spLocks noChangeArrowheads="1"/>
          </p:cNvSpPr>
          <p:nvPr userDrawn="1"/>
        </p:nvSpPr>
        <p:spPr bwMode="auto">
          <a:xfrm>
            <a:off x="1005716" y="6405331"/>
            <a:ext cx="1921933" cy="382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93C54C52-5EA2-4D47-936B-F188B734E3E7}" type="datetime3">
              <a:rPr lang="en-GB" sz="1067">
                <a:solidFill>
                  <a:srgbClr val="FFFFFF"/>
                </a:solidFill>
                <a:latin typeface="Pragmatica Book Reg"/>
                <a:cs typeface="Pragmatica Book Reg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 December, 2025</a:t>
            </a:fld>
            <a:endParaRPr lang="en-GB" sz="1067" dirty="0">
              <a:solidFill>
                <a:srgbClr val="FFFFFF"/>
              </a:solidFill>
              <a:latin typeface="Pragmatica Book Reg"/>
              <a:cs typeface="Pragmatica Book Reg"/>
            </a:endParaRPr>
          </a:p>
        </p:txBody>
      </p:sp>
      <p:sp>
        <p:nvSpPr>
          <p:cNvPr id="12" name="Rectangle 32"/>
          <p:cNvSpPr>
            <a:spLocks noChangeArrowheads="1"/>
          </p:cNvSpPr>
          <p:nvPr userDrawn="1"/>
        </p:nvSpPr>
        <p:spPr bwMode="auto">
          <a:xfrm>
            <a:off x="338964" y="6405334"/>
            <a:ext cx="541867" cy="382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21857C60-1A80-4DCF-9EEB-B3FB45F7C20B}" type="slidenum">
              <a:rPr lang="en-GB" sz="1067">
                <a:solidFill>
                  <a:srgbClr val="FFFFFF"/>
                </a:solidFill>
                <a:latin typeface="Pragmatica Book Reg"/>
                <a:cs typeface="Pragmatica Book Reg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GB" sz="1067" dirty="0">
              <a:solidFill>
                <a:srgbClr val="FFFFFF"/>
              </a:solidFill>
              <a:latin typeface="Pragmatica Book Reg"/>
              <a:cs typeface="Pragmatica Book Reg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63EF227-F746-4F49-84D5-406D9DB8FE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448800" y="1"/>
            <a:ext cx="2743200" cy="365125"/>
          </a:xfrm>
        </p:spPr>
        <p:txBody>
          <a:bodyPr/>
          <a:lstStyle/>
          <a:p>
            <a:fld id="{CA169182-6D01-4DF9-A87B-5E2A1498C614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675086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3_Kcell_Single_Purple.pdf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4512" y="6077299"/>
            <a:ext cx="1487488" cy="780700"/>
          </a:xfrm>
          <a:prstGeom prst="rect">
            <a:avLst/>
          </a:prstGeom>
        </p:spPr>
      </p:pic>
      <p:pic>
        <p:nvPicPr>
          <p:cNvPr id="7" name="Picture 6" descr="N_Date_plane_1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67536"/>
            <a:ext cx="2304256" cy="490464"/>
          </a:xfrm>
          <a:prstGeom prst="rect">
            <a:avLst/>
          </a:prstGeom>
        </p:spPr>
      </p:pic>
      <p:sp>
        <p:nvSpPr>
          <p:cNvPr id="12" name="Rectangle 30"/>
          <p:cNvSpPr>
            <a:spLocks noChangeArrowheads="1"/>
          </p:cNvSpPr>
          <p:nvPr userDrawn="1"/>
        </p:nvSpPr>
        <p:spPr bwMode="auto">
          <a:xfrm>
            <a:off x="1005716" y="6405331"/>
            <a:ext cx="1921933" cy="382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93C54C52-5EA2-4D47-936B-F188B734E3E7}" type="datetime3">
              <a:rPr lang="en-GB" sz="1067">
                <a:solidFill>
                  <a:srgbClr val="FFFFFF"/>
                </a:solidFill>
                <a:latin typeface="Pragmatica Book Reg"/>
                <a:cs typeface="Pragmatica Book Reg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 December, 2025</a:t>
            </a:fld>
            <a:endParaRPr lang="en-GB" sz="1067" dirty="0">
              <a:solidFill>
                <a:srgbClr val="FFFFFF"/>
              </a:solidFill>
              <a:latin typeface="Pragmatica Book Reg"/>
              <a:cs typeface="Pragmatica Book Reg"/>
            </a:endParaRPr>
          </a:p>
        </p:txBody>
      </p:sp>
      <p:sp>
        <p:nvSpPr>
          <p:cNvPr id="13" name="Rectangle 32"/>
          <p:cNvSpPr>
            <a:spLocks noChangeArrowheads="1"/>
          </p:cNvSpPr>
          <p:nvPr userDrawn="1"/>
        </p:nvSpPr>
        <p:spPr bwMode="auto">
          <a:xfrm>
            <a:off x="338964" y="6405334"/>
            <a:ext cx="541867" cy="382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21857C60-1A80-4DCF-9EEB-B3FB45F7C20B}" type="slidenum">
              <a:rPr lang="en-GB" sz="1067">
                <a:solidFill>
                  <a:srgbClr val="FFFFFF"/>
                </a:solidFill>
                <a:latin typeface="Pragmatica Book Reg"/>
                <a:cs typeface="Pragmatica Book Reg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GB" sz="1067" dirty="0">
              <a:solidFill>
                <a:srgbClr val="FFFFFF"/>
              </a:solidFill>
              <a:latin typeface="Pragmatica Book Reg"/>
              <a:cs typeface="Pragmatica Book Reg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3C9EB3-023C-4BDA-B8F7-D92956B116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169182-6D01-4DF9-A87B-5E2A1498C614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916771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3_Kcell_Single_Purple.pdf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4512" y="6077299"/>
            <a:ext cx="1487488" cy="780700"/>
          </a:xfrm>
          <a:prstGeom prst="rect">
            <a:avLst/>
          </a:prstGeom>
        </p:spPr>
      </p:pic>
      <p:pic>
        <p:nvPicPr>
          <p:cNvPr id="11" name="Picture 10" descr="N_Date_plane_1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67536"/>
            <a:ext cx="2304256" cy="490464"/>
          </a:xfrm>
          <a:prstGeom prst="rect">
            <a:avLst/>
          </a:prstGeom>
        </p:spPr>
      </p:pic>
      <p:sp>
        <p:nvSpPr>
          <p:cNvPr id="12" name="Rectangle 30"/>
          <p:cNvSpPr>
            <a:spLocks noChangeArrowheads="1"/>
          </p:cNvSpPr>
          <p:nvPr userDrawn="1"/>
        </p:nvSpPr>
        <p:spPr bwMode="auto">
          <a:xfrm>
            <a:off x="1005716" y="6405331"/>
            <a:ext cx="1921933" cy="382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93C54C52-5EA2-4D47-936B-F188B734E3E7}" type="datetime3">
              <a:rPr lang="en-GB" sz="1067">
                <a:solidFill>
                  <a:srgbClr val="FFFFFF"/>
                </a:solidFill>
                <a:latin typeface="Pragmatica Book Reg"/>
                <a:cs typeface="Pragmatica Book Reg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 December, 2025</a:t>
            </a:fld>
            <a:endParaRPr lang="en-GB" sz="1067" dirty="0">
              <a:solidFill>
                <a:srgbClr val="FFFFFF"/>
              </a:solidFill>
              <a:latin typeface="Pragmatica Book Reg"/>
              <a:cs typeface="Pragmatica Book Reg"/>
            </a:endParaRPr>
          </a:p>
        </p:txBody>
      </p:sp>
      <p:sp>
        <p:nvSpPr>
          <p:cNvPr id="13" name="Rectangle 32"/>
          <p:cNvSpPr>
            <a:spLocks noChangeArrowheads="1"/>
          </p:cNvSpPr>
          <p:nvPr userDrawn="1"/>
        </p:nvSpPr>
        <p:spPr bwMode="auto">
          <a:xfrm>
            <a:off x="338964" y="6405334"/>
            <a:ext cx="541867" cy="382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21857C60-1A80-4DCF-9EEB-B3FB45F7C20B}" type="slidenum">
              <a:rPr lang="en-GB" sz="1067">
                <a:solidFill>
                  <a:srgbClr val="FFFFFF"/>
                </a:solidFill>
                <a:latin typeface="Pragmatica Book Reg"/>
                <a:cs typeface="Pragmatica Book Reg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GB" sz="1067" dirty="0">
              <a:solidFill>
                <a:srgbClr val="FFFFFF"/>
              </a:solidFill>
              <a:latin typeface="Pragmatica Book Reg"/>
              <a:cs typeface="Pragmatica Book Reg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C26EC02-5D33-416B-B8FD-DE87461718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169182-6D01-4DF9-A87B-5E2A1498C614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186455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3_Kcell_Single_Purple.pdf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4512" y="6077299"/>
            <a:ext cx="1487488" cy="780700"/>
          </a:xfrm>
          <a:prstGeom prst="rect">
            <a:avLst/>
          </a:prstGeom>
        </p:spPr>
      </p:pic>
      <p:pic>
        <p:nvPicPr>
          <p:cNvPr id="10" name="Picture 9" descr="N_Date_plane_1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67536"/>
            <a:ext cx="2304256" cy="490464"/>
          </a:xfrm>
          <a:prstGeom prst="rect">
            <a:avLst/>
          </a:prstGeom>
        </p:spPr>
      </p:pic>
      <p:sp>
        <p:nvSpPr>
          <p:cNvPr id="11" name="Rectangle 30"/>
          <p:cNvSpPr>
            <a:spLocks noChangeArrowheads="1"/>
          </p:cNvSpPr>
          <p:nvPr userDrawn="1"/>
        </p:nvSpPr>
        <p:spPr bwMode="auto">
          <a:xfrm>
            <a:off x="1005716" y="6405331"/>
            <a:ext cx="1921933" cy="382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93C54C52-5EA2-4D47-936B-F188B734E3E7}" type="datetime3">
              <a:rPr lang="en-GB" sz="1067">
                <a:solidFill>
                  <a:srgbClr val="FFFFFF"/>
                </a:solidFill>
                <a:latin typeface="Pragmatica Book Reg"/>
                <a:cs typeface="Pragmatica Book Reg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 December, 2025</a:t>
            </a:fld>
            <a:endParaRPr lang="en-GB" sz="1067" dirty="0">
              <a:solidFill>
                <a:srgbClr val="FFFFFF"/>
              </a:solidFill>
              <a:latin typeface="Pragmatica Book Reg"/>
              <a:cs typeface="Pragmatica Book Reg"/>
            </a:endParaRPr>
          </a:p>
        </p:txBody>
      </p:sp>
      <p:sp>
        <p:nvSpPr>
          <p:cNvPr id="12" name="Rectangle 32"/>
          <p:cNvSpPr>
            <a:spLocks noChangeArrowheads="1"/>
          </p:cNvSpPr>
          <p:nvPr userDrawn="1"/>
        </p:nvSpPr>
        <p:spPr bwMode="auto">
          <a:xfrm>
            <a:off x="338964" y="6405334"/>
            <a:ext cx="541867" cy="382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21857C60-1A80-4DCF-9EEB-B3FB45F7C20B}" type="slidenum">
              <a:rPr lang="en-GB" sz="1067">
                <a:solidFill>
                  <a:srgbClr val="FFFFFF"/>
                </a:solidFill>
                <a:latin typeface="Pragmatica Book Reg"/>
                <a:cs typeface="Pragmatica Book Reg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GB" sz="1067" dirty="0">
              <a:solidFill>
                <a:srgbClr val="FFFFFF"/>
              </a:solidFill>
              <a:latin typeface="Pragmatica Book Reg"/>
              <a:cs typeface="Pragmatica Book Reg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34B9861-1130-411F-9047-F5D35BBA67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169182-6D01-4DF9-A87B-5E2A1498C614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813456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- K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3_Kcell_Single_Purple.pdf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4512" y="6077299"/>
            <a:ext cx="1487488" cy="780700"/>
          </a:xfrm>
          <a:prstGeom prst="rect">
            <a:avLst/>
          </a:prstGeom>
        </p:spPr>
      </p:pic>
      <p:pic>
        <p:nvPicPr>
          <p:cNvPr id="7" name="Picture 6" descr="N_Date_plane_1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67536"/>
            <a:ext cx="2304256" cy="490464"/>
          </a:xfrm>
          <a:prstGeom prst="rect">
            <a:avLst/>
          </a:prstGeom>
        </p:spPr>
      </p:pic>
      <p:sp>
        <p:nvSpPr>
          <p:cNvPr id="8" name="Rectangle 30"/>
          <p:cNvSpPr>
            <a:spLocks noChangeArrowheads="1"/>
          </p:cNvSpPr>
          <p:nvPr userDrawn="1"/>
        </p:nvSpPr>
        <p:spPr bwMode="auto">
          <a:xfrm>
            <a:off x="1005716" y="6405331"/>
            <a:ext cx="1921933" cy="382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93C54C52-5EA2-4D47-936B-F188B734E3E7}" type="datetime3">
              <a:rPr lang="en-GB" sz="1067">
                <a:solidFill>
                  <a:srgbClr val="FFFFFF"/>
                </a:solidFill>
                <a:latin typeface="Pragmatica Book Reg"/>
                <a:cs typeface="Pragmatica Book Reg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 December, 2025</a:t>
            </a:fld>
            <a:endParaRPr lang="en-GB" sz="1067" dirty="0">
              <a:solidFill>
                <a:srgbClr val="FFFFFF"/>
              </a:solidFill>
              <a:latin typeface="Pragmatica Book Reg"/>
              <a:cs typeface="Pragmatica Book Reg"/>
            </a:endParaRPr>
          </a:p>
        </p:txBody>
      </p:sp>
      <p:sp>
        <p:nvSpPr>
          <p:cNvPr id="9" name="Rectangle 32"/>
          <p:cNvSpPr>
            <a:spLocks noChangeArrowheads="1"/>
          </p:cNvSpPr>
          <p:nvPr userDrawn="1"/>
        </p:nvSpPr>
        <p:spPr bwMode="auto">
          <a:xfrm>
            <a:off x="338964" y="6405334"/>
            <a:ext cx="541867" cy="382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21857C60-1A80-4DCF-9EEB-B3FB45F7C20B}" type="slidenum">
              <a:rPr lang="en-GB" sz="1067">
                <a:solidFill>
                  <a:srgbClr val="FFFFFF"/>
                </a:solidFill>
                <a:latin typeface="Pragmatica Book Reg"/>
                <a:cs typeface="Pragmatica Book Reg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GB" sz="1067" dirty="0">
              <a:solidFill>
                <a:srgbClr val="FFFFFF"/>
              </a:solidFill>
              <a:latin typeface="Pragmatica Book Reg"/>
              <a:cs typeface="Pragmatica Book Reg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A38B917-3DDB-4F1C-A5A5-6B17BD3AFF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169182-6D01-4DF9-A87B-5E2A1498C614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813658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3_Kcell_Single_Purple.pdf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4512" y="6077299"/>
            <a:ext cx="1487488" cy="780700"/>
          </a:xfrm>
          <a:prstGeom prst="rect">
            <a:avLst/>
          </a:prstGeom>
        </p:spPr>
      </p:pic>
      <p:pic>
        <p:nvPicPr>
          <p:cNvPr id="7" name="Picture 6" descr="N_Date_plane_1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67536"/>
            <a:ext cx="2304256" cy="490464"/>
          </a:xfrm>
          <a:prstGeom prst="rect">
            <a:avLst/>
          </a:prstGeom>
        </p:spPr>
      </p:pic>
      <p:sp>
        <p:nvSpPr>
          <p:cNvPr id="8" name="Rectangle 30"/>
          <p:cNvSpPr>
            <a:spLocks noChangeArrowheads="1"/>
          </p:cNvSpPr>
          <p:nvPr userDrawn="1"/>
        </p:nvSpPr>
        <p:spPr bwMode="auto">
          <a:xfrm>
            <a:off x="1005716" y="6405331"/>
            <a:ext cx="1921933" cy="382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93C54C52-5EA2-4D47-936B-F188B734E3E7}" type="datetime3">
              <a:rPr lang="en-GB" sz="1067">
                <a:solidFill>
                  <a:srgbClr val="FFFFFF"/>
                </a:solidFill>
                <a:latin typeface="Pragmatica Book Reg"/>
                <a:cs typeface="Pragmatica Book Reg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 December, 2025</a:t>
            </a:fld>
            <a:endParaRPr lang="en-GB" sz="1067" dirty="0">
              <a:solidFill>
                <a:srgbClr val="FFFFFF"/>
              </a:solidFill>
              <a:latin typeface="Pragmatica Book Reg"/>
              <a:cs typeface="Pragmatica Book Reg"/>
            </a:endParaRPr>
          </a:p>
        </p:txBody>
      </p:sp>
      <p:sp>
        <p:nvSpPr>
          <p:cNvPr id="9" name="Rectangle 32"/>
          <p:cNvSpPr>
            <a:spLocks noChangeArrowheads="1"/>
          </p:cNvSpPr>
          <p:nvPr userDrawn="1"/>
        </p:nvSpPr>
        <p:spPr bwMode="auto">
          <a:xfrm>
            <a:off x="338964" y="6405334"/>
            <a:ext cx="541867" cy="382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21857C60-1A80-4DCF-9EEB-B3FB45F7C20B}" type="slidenum">
              <a:rPr lang="en-GB" sz="1067">
                <a:solidFill>
                  <a:srgbClr val="FFFFFF"/>
                </a:solidFill>
                <a:latin typeface="Pragmatica Book Reg"/>
                <a:cs typeface="Pragmatica Book Reg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GB" sz="1067" dirty="0">
              <a:solidFill>
                <a:srgbClr val="FFFFFF"/>
              </a:solidFill>
              <a:latin typeface="Pragmatica Book Reg"/>
              <a:cs typeface="Pragmatica Book Reg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02A9AD5-9B79-4647-B309-F0D7F64767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169182-6D01-4DF9-A87B-5E2A1498C614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0872153"/>
      </p:ext>
    </p:extLst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3_Kcell_Single_Purple.pdf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4512" y="6077299"/>
            <a:ext cx="1487488" cy="780700"/>
          </a:xfrm>
          <a:prstGeom prst="rect">
            <a:avLst/>
          </a:prstGeom>
        </p:spPr>
      </p:pic>
      <p:pic>
        <p:nvPicPr>
          <p:cNvPr id="7" name="Picture 6" descr="N_Date_plane_1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67536"/>
            <a:ext cx="2304256" cy="490464"/>
          </a:xfrm>
          <a:prstGeom prst="rect">
            <a:avLst/>
          </a:prstGeom>
        </p:spPr>
      </p:pic>
      <p:sp>
        <p:nvSpPr>
          <p:cNvPr id="8" name="Rectangle 30"/>
          <p:cNvSpPr>
            <a:spLocks noChangeArrowheads="1"/>
          </p:cNvSpPr>
          <p:nvPr userDrawn="1"/>
        </p:nvSpPr>
        <p:spPr bwMode="auto">
          <a:xfrm>
            <a:off x="1005716" y="6405331"/>
            <a:ext cx="1921933" cy="382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93C54C52-5EA2-4D47-936B-F188B734E3E7}" type="datetime3">
              <a:rPr lang="en-GB" sz="1067">
                <a:solidFill>
                  <a:srgbClr val="FFFFFF"/>
                </a:solidFill>
                <a:latin typeface="Pragmatica Book Reg"/>
                <a:cs typeface="Pragmatica Book Reg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 December, 2025</a:t>
            </a:fld>
            <a:endParaRPr lang="en-GB" sz="1067" dirty="0">
              <a:solidFill>
                <a:srgbClr val="FFFFFF"/>
              </a:solidFill>
              <a:latin typeface="Pragmatica Book Reg"/>
              <a:cs typeface="Pragmatica Book Reg"/>
            </a:endParaRPr>
          </a:p>
        </p:txBody>
      </p:sp>
      <p:sp>
        <p:nvSpPr>
          <p:cNvPr id="9" name="Rectangle 32"/>
          <p:cNvSpPr>
            <a:spLocks noChangeArrowheads="1"/>
          </p:cNvSpPr>
          <p:nvPr userDrawn="1"/>
        </p:nvSpPr>
        <p:spPr bwMode="auto">
          <a:xfrm>
            <a:off x="338964" y="6405334"/>
            <a:ext cx="541867" cy="382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21857C60-1A80-4DCF-9EEB-B3FB45F7C20B}" type="slidenum">
              <a:rPr lang="en-GB" sz="1067">
                <a:solidFill>
                  <a:srgbClr val="FFFFFF"/>
                </a:solidFill>
                <a:latin typeface="Pragmatica Book Reg"/>
                <a:cs typeface="Pragmatica Book Reg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GB" sz="1067" dirty="0">
              <a:solidFill>
                <a:srgbClr val="FFFFFF"/>
              </a:solidFill>
              <a:latin typeface="Pragmatica Book Reg"/>
              <a:cs typeface="Pragmatica Book Reg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51DD42D-BA75-40AF-9C33-3837C65A9F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169182-6D01-4DF9-A87B-5E2A1498C614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9094270"/>
      </p:ext>
    </p:extLst>
  </p:cSld>
  <p:clrMapOvr>
    <a:masterClrMapping/>
  </p:clrMapOvr>
  <p:transition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ection divider 1: Left purple primary u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ktangel med rundat hörn 9"/>
          <p:cNvSpPr/>
          <p:nvPr userDrawn="1"/>
        </p:nvSpPr>
        <p:spPr bwMode="auto">
          <a:xfrm flipV="1">
            <a:off x="-677" y="990001"/>
            <a:ext cx="5280000" cy="1980231"/>
          </a:xfrm>
          <a:prstGeom prst="round1Rect">
            <a:avLst>
              <a:gd name="adj" fmla="val 7106"/>
            </a:avLst>
          </a:prstGeom>
          <a:solidFill>
            <a:srgbClr val="652D8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6" tIns="45708" rIns="91416" bIns="45708" numCol="1" rtlCol="0" anchor="ctr" anchorCtr="0" compatLnSpc="1">
            <a:prstTxWarp prst="textNoShape">
              <a:avLst/>
            </a:prstTxWarp>
          </a:bodyPr>
          <a:lstStyle/>
          <a:p>
            <a:pPr algn="ctr" defTabSz="914149" fontAlgn="base">
              <a:spcBef>
                <a:spcPct val="0"/>
              </a:spcBef>
              <a:spcAft>
                <a:spcPct val="0"/>
              </a:spcAft>
            </a:pPr>
            <a:endParaRPr lang="en-GB" sz="1867" dirty="0">
              <a:solidFill>
                <a:srgbClr val="00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349" y="1062000"/>
            <a:ext cx="4920000" cy="1620000"/>
          </a:xfrm>
          <a:prstGeom prst="roundRect">
            <a:avLst>
              <a:gd name="adj" fmla="val 9587"/>
            </a:avLst>
          </a:prstGeom>
        </p:spPr>
        <p:txBody>
          <a:bodyPr/>
          <a:lstStyle>
            <a:lvl1pPr>
              <a:defRPr sz="3466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7" name="Title 1"/>
          <p:cNvSpPr txBox="1">
            <a:spLocks/>
          </p:cNvSpPr>
          <p:nvPr userDrawn="1"/>
        </p:nvSpPr>
        <p:spPr>
          <a:xfrm>
            <a:off x="336408" y="1160761"/>
            <a:ext cx="4415445" cy="1289383"/>
          </a:xfrm>
          <a:prstGeom prst="roundRect">
            <a:avLst>
              <a:gd name="adj" fmla="val 9587"/>
            </a:avLst>
          </a:prstGeom>
        </p:spPr>
        <p:txBody>
          <a:bodyPr vert="horz" lIns="91416" tIns="45708" rIns="91416" bIns="45708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GB" sz="3466" dirty="0">
              <a:solidFill>
                <a:prstClr val="white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0FE6AE-92C5-4E4A-82A7-82D7B81C07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169182-6D01-4DF9-A87B-5E2A1498C614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525000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3_Kcell_Single_Purple.pdf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04512" y="6077299"/>
            <a:ext cx="1487488" cy="780700"/>
          </a:xfrm>
          <a:prstGeom prst="rect">
            <a:avLst/>
          </a:prstGeom>
        </p:spPr>
      </p:pic>
      <p:pic>
        <p:nvPicPr>
          <p:cNvPr id="10" name="Picture 9" descr="N_Date_plane_1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367536"/>
            <a:ext cx="2304256" cy="490464"/>
          </a:xfrm>
          <a:prstGeom prst="rect">
            <a:avLst/>
          </a:prstGeom>
        </p:spPr>
      </p:pic>
      <p:sp>
        <p:nvSpPr>
          <p:cNvPr id="11" name="Rectangle 30"/>
          <p:cNvSpPr>
            <a:spLocks noChangeArrowheads="1"/>
          </p:cNvSpPr>
          <p:nvPr userDrawn="1"/>
        </p:nvSpPr>
        <p:spPr bwMode="auto">
          <a:xfrm>
            <a:off x="1005716" y="6405331"/>
            <a:ext cx="1921933" cy="382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93C54C52-5EA2-4D47-936B-F188B734E3E7}" type="datetime3">
              <a:rPr lang="en-GB" sz="1067">
                <a:solidFill>
                  <a:srgbClr val="FFFFFF"/>
                </a:solidFill>
                <a:latin typeface="Pragmatica Book Reg"/>
                <a:cs typeface="Pragmatica Book Reg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 December, 2025</a:t>
            </a:fld>
            <a:endParaRPr lang="en-GB" sz="1067" dirty="0">
              <a:solidFill>
                <a:srgbClr val="FFFFFF"/>
              </a:solidFill>
              <a:latin typeface="Pragmatica Book Reg"/>
              <a:cs typeface="Pragmatica Book Reg"/>
            </a:endParaRPr>
          </a:p>
        </p:txBody>
      </p:sp>
      <p:sp>
        <p:nvSpPr>
          <p:cNvPr id="12" name="Rectangle 32"/>
          <p:cNvSpPr>
            <a:spLocks noChangeArrowheads="1"/>
          </p:cNvSpPr>
          <p:nvPr userDrawn="1"/>
        </p:nvSpPr>
        <p:spPr bwMode="auto">
          <a:xfrm>
            <a:off x="338964" y="6405334"/>
            <a:ext cx="541867" cy="382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21857C60-1A80-4DCF-9EEB-B3FB45F7C20B}" type="slidenum">
              <a:rPr lang="en-GB" sz="1067">
                <a:solidFill>
                  <a:srgbClr val="FFFFFF"/>
                </a:solidFill>
                <a:latin typeface="Pragmatica Book Reg"/>
                <a:cs typeface="Pragmatica Book Reg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GB" sz="1067" dirty="0">
              <a:solidFill>
                <a:srgbClr val="FFFFFF"/>
              </a:solidFill>
              <a:latin typeface="Pragmatica Book Reg"/>
              <a:cs typeface="Pragmatica Book Reg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20288C-62BA-4948-A509-2FDBC00C42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169182-6D01-4DF9-A87B-5E2A1498C614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763826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1" y="2130427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2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3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4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5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6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1B575-C778-4844-B468-862C1B4E51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2858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emf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tags" Target="../tags/tag24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image" Target="../media/image3.emf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oleObject" Target="../embeddings/oleObject5.bin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13" Type="http://schemas.openxmlformats.org/officeDocument/2006/relationships/tags" Target="../tags/tag25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5" Type="http://schemas.openxmlformats.org/officeDocument/2006/relationships/image" Target="../media/image3.emf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14" Type="http://schemas.openxmlformats.org/officeDocument/2006/relationships/oleObject" Target="../embeddings/oleObject6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AAC36FCD-EF75-DC34-F3FA-E5AC99E6660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9"/>
            </p:custDataLst>
            <p:extLst>
              <p:ext uri="{D42A27DB-BD31-4B8C-83A1-F6EECF244321}">
                <p14:modId xmlns:p14="http://schemas.microsoft.com/office/powerpoint/2010/main" val="2221169237"/>
              </p:ext>
            </p:extLst>
          </p:nvPr>
        </p:nvGraphicFramePr>
        <p:xfrm>
          <a:off x="794" y="794"/>
          <a:ext cx="794" cy="7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0" imgW="444" imgH="443" progId="TCLayout.ActiveDocument.1">
                  <p:embed/>
                </p:oleObj>
              </mc:Choice>
              <mc:Fallback>
                <p:oleObj name="think-cell Slide" r:id="rId20" imgW="444" imgH="443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AAC36FCD-EF75-DC34-F3FA-E5AC99E666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794" y="794"/>
                        <a:ext cx="794" cy="7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C2C5BD-FB19-4022-B1BB-F589F4087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DA0AE8-8878-4766-84BB-733068E0A2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8A1CC1-B823-4FA3-B227-70FD49F47E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A09901-6AB1-4DF8-820A-9DA9959160E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6FF10-0D54-4B77-8615-8160D0C2AE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1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99478A-79B1-4891-B296-6C6A9E523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C01E3D-15DA-4A77-88BA-FAECC8B111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513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21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54" indent="-228554" algn="l" defTabSz="91421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663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771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880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989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097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205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14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423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0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17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26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34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43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51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868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12358258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592" imgH="595" progId="TCLayout.ActiveDocument.1">
                  <p:embed/>
                </p:oleObj>
              </mc:Choice>
              <mc:Fallback>
                <p:oleObj name="think-cell Slide" r:id="rId14" imgW="592" imgH="59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54D290-A592-470C-BB5C-33BA90CF94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169182-6D01-4DF9-A87B-5E2A1498C614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8688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67">
          <a:solidFill>
            <a:schemeClr val="accent1"/>
          </a:solidFill>
          <a:latin typeface="Pragmatica Book Reg"/>
          <a:ea typeface="+mj-ea"/>
          <a:cs typeface="Pragmatica Book Reg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66">
          <a:solidFill>
            <a:schemeClr val="accent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66">
          <a:solidFill>
            <a:schemeClr val="accent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66">
          <a:solidFill>
            <a:schemeClr val="accent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66">
          <a:solidFill>
            <a:schemeClr val="accent1"/>
          </a:solidFill>
          <a:latin typeface="Arial" charset="0"/>
        </a:defRPr>
      </a:lvl5pPr>
      <a:lvl6pPr marL="609433" algn="l" rtl="0" fontAlgn="base">
        <a:spcBef>
          <a:spcPct val="0"/>
        </a:spcBef>
        <a:spcAft>
          <a:spcPct val="0"/>
        </a:spcAft>
        <a:defRPr sz="4266">
          <a:solidFill>
            <a:schemeClr val="accent1"/>
          </a:solidFill>
          <a:latin typeface="Arial" charset="0"/>
        </a:defRPr>
      </a:lvl6pPr>
      <a:lvl7pPr marL="1218865" algn="l" rtl="0" fontAlgn="base">
        <a:spcBef>
          <a:spcPct val="0"/>
        </a:spcBef>
        <a:spcAft>
          <a:spcPct val="0"/>
        </a:spcAft>
        <a:defRPr sz="4266">
          <a:solidFill>
            <a:schemeClr val="accent1"/>
          </a:solidFill>
          <a:latin typeface="Arial" charset="0"/>
        </a:defRPr>
      </a:lvl7pPr>
      <a:lvl8pPr marL="1828297" algn="l" rtl="0" fontAlgn="base">
        <a:spcBef>
          <a:spcPct val="0"/>
        </a:spcBef>
        <a:spcAft>
          <a:spcPct val="0"/>
        </a:spcAft>
        <a:defRPr sz="4266">
          <a:solidFill>
            <a:schemeClr val="accent1"/>
          </a:solidFill>
          <a:latin typeface="Arial" charset="0"/>
        </a:defRPr>
      </a:lvl8pPr>
      <a:lvl9pPr marL="2437730" algn="l" rtl="0" fontAlgn="base">
        <a:spcBef>
          <a:spcPct val="0"/>
        </a:spcBef>
        <a:spcAft>
          <a:spcPct val="0"/>
        </a:spcAft>
        <a:defRPr sz="4266">
          <a:solidFill>
            <a:schemeClr val="accent1"/>
          </a:solidFill>
          <a:latin typeface="Arial" charset="0"/>
        </a:defRPr>
      </a:lvl9pPr>
    </p:titleStyle>
    <p:bodyStyle>
      <a:lvl1pPr marL="332226" indent="-332226" algn="l" rtl="0" eaLnBrk="0" fontAlgn="base" hangingPunct="0">
        <a:lnSpc>
          <a:spcPct val="95000"/>
        </a:lnSpc>
        <a:spcBef>
          <a:spcPct val="40000"/>
        </a:spcBef>
        <a:spcAft>
          <a:spcPct val="30000"/>
        </a:spcAft>
        <a:buClr>
          <a:schemeClr val="accent1"/>
        </a:buClr>
        <a:buSzPct val="110000"/>
        <a:buChar char="•"/>
        <a:defRPr sz="2000">
          <a:solidFill>
            <a:srgbClr val="652D86"/>
          </a:solidFill>
          <a:latin typeface="+mn-lt"/>
          <a:ea typeface="+mn-ea"/>
          <a:cs typeface="+mn-cs"/>
        </a:defRPr>
      </a:lvl1pPr>
      <a:lvl2pPr marL="878176" indent="-336458" algn="l" rtl="0" eaLnBrk="0" fontAlgn="base" hangingPunct="0">
        <a:lnSpc>
          <a:spcPct val="95000"/>
        </a:lnSpc>
        <a:spcBef>
          <a:spcPct val="0"/>
        </a:spcBef>
        <a:spcAft>
          <a:spcPct val="10000"/>
        </a:spcAft>
        <a:buChar char="–"/>
        <a:defRPr sz="1600">
          <a:solidFill>
            <a:srgbClr val="652D86"/>
          </a:solidFill>
          <a:latin typeface="+mn-lt"/>
        </a:defRPr>
      </a:lvl2pPr>
      <a:lvl3pPr marL="1297161" indent="-253931" algn="l" rtl="0" eaLnBrk="0" fontAlgn="base" hangingPunct="0">
        <a:lnSpc>
          <a:spcPct val="95000"/>
        </a:lnSpc>
        <a:spcBef>
          <a:spcPct val="0"/>
        </a:spcBef>
        <a:spcAft>
          <a:spcPct val="10000"/>
        </a:spcAft>
        <a:buChar char="•"/>
        <a:defRPr sz="1600">
          <a:solidFill>
            <a:srgbClr val="652D86"/>
          </a:solidFill>
          <a:latin typeface="+mn-lt"/>
        </a:defRPr>
      </a:lvl3pPr>
      <a:lvl4pPr marL="1860039" indent="-304716" algn="l" rtl="0" eaLnBrk="0" fontAlgn="base" hangingPunct="0">
        <a:lnSpc>
          <a:spcPct val="95000"/>
        </a:lnSpc>
        <a:spcBef>
          <a:spcPct val="0"/>
        </a:spcBef>
        <a:spcAft>
          <a:spcPct val="10000"/>
        </a:spcAft>
        <a:buChar char="–"/>
        <a:defRPr sz="1600">
          <a:solidFill>
            <a:srgbClr val="652D86"/>
          </a:solidFill>
          <a:latin typeface="+mn-lt"/>
        </a:defRPr>
      </a:lvl4pPr>
      <a:lvl5pPr marL="2469472" indent="-304716" algn="l" rtl="0" eaLnBrk="0" fontAlgn="base" hangingPunct="0">
        <a:lnSpc>
          <a:spcPct val="95000"/>
        </a:lnSpc>
        <a:spcBef>
          <a:spcPct val="0"/>
        </a:spcBef>
        <a:spcAft>
          <a:spcPct val="10000"/>
        </a:spcAft>
        <a:buChar char="»"/>
        <a:defRPr sz="1600">
          <a:solidFill>
            <a:srgbClr val="652D86"/>
          </a:solidFill>
          <a:latin typeface="+mn-lt"/>
        </a:defRPr>
      </a:lvl5pPr>
      <a:lvl6pPr marL="3078904" indent="-304716" algn="l" rtl="0" fontAlgn="base">
        <a:lnSpc>
          <a:spcPct val="95000"/>
        </a:lnSpc>
        <a:spcBef>
          <a:spcPct val="0"/>
        </a:spcBef>
        <a:spcAft>
          <a:spcPct val="10000"/>
        </a:spcAft>
        <a:buChar char="»"/>
        <a:defRPr sz="2133">
          <a:solidFill>
            <a:srgbClr val="6C6F70"/>
          </a:solidFill>
          <a:latin typeface="+mn-lt"/>
        </a:defRPr>
      </a:lvl6pPr>
      <a:lvl7pPr marL="3688336" indent="-304716" algn="l" rtl="0" fontAlgn="base">
        <a:lnSpc>
          <a:spcPct val="95000"/>
        </a:lnSpc>
        <a:spcBef>
          <a:spcPct val="0"/>
        </a:spcBef>
        <a:spcAft>
          <a:spcPct val="10000"/>
        </a:spcAft>
        <a:buChar char="»"/>
        <a:defRPr sz="2133">
          <a:solidFill>
            <a:srgbClr val="6C6F70"/>
          </a:solidFill>
          <a:latin typeface="+mn-lt"/>
        </a:defRPr>
      </a:lvl7pPr>
      <a:lvl8pPr marL="4297769" indent="-304716" algn="l" rtl="0" fontAlgn="base">
        <a:lnSpc>
          <a:spcPct val="95000"/>
        </a:lnSpc>
        <a:spcBef>
          <a:spcPct val="0"/>
        </a:spcBef>
        <a:spcAft>
          <a:spcPct val="10000"/>
        </a:spcAft>
        <a:buChar char="»"/>
        <a:defRPr sz="2133">
          <a:solidFill>
            <a:srgbClr val="6C6F70"/>
          </a:solidFill>
          <a:latin typeface="+mn-lt"/>
        </a:defRPr>
      </a:lvl8pPr>
      <a:lvl9pPr marL="4907201" indent="-304716" algn="l" rtl="0" fontAlgn="base">
        <a:lnSpc>
          <a:spcPct val="95000"/>
        </a:lnSpc>
        <a:spcBef>
          <a:spcPct val="0"/>
        </a:spcBef>
        <a:spcAft>
          <a:spcPct val="10000"/>
        </a:spcAft>
        <a:buChar char="»"/>
        <a:defRPr sz="2133">
          <a:solidFill>
            <a:srgbClr val="6C6F70"/>
          </a:solidFill>
          <a:latin typeface="+mn-lt"/>
        </a:defRPr>
      </a:lvl9pPr>
    </p:bodyStyle>
    <p:otherStyle>
      <a:defPPr>
        <a:defRPr lang="ru-RU"/>
      </a:defPPr>
      <a:lvl1pPr marL="0" algn="l" defTabSz="12188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33" algn="l" defTabSz="12188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865" algn="l" defTabSz="12188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297" algn="l" defTabSz="12188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730" algn="l" defTabSz="12188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162" algn="l" defTabSz="12188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595" algn="l" defTabSz="12188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026" algn="l" defTabSz="12188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459" algn="l" defTabSz="12188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11263189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592" imgH="595" progId="TCLayout.ActiveDocument.1">
                  <p:embed/>
                </p:oleObj>
              </mc:Choice>
              <mc:Fallback>
                <p:oleObj name="think-cell Slide" r:id="rId14" imgW="592" imgH="59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54D290-A592-470C-BB5C-33BA90CF94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169182-6D01-4DF9-A87B-5E2A1498C614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9140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67">
          <a:solidFill>
            <a:schemeClr val="accent1"/>
          </a:solidFill>
          <a:latin typeface="Pragmatica Book Reg"/>
          <a:ea typeface="+mj-ea"/>
          <a:cs typeface="Pragmatica Book Reg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66">
          <a:solidFill>
            <a:schemeClr val="accent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66">
          <a:solidFill>
            <a:schemeClr val="accent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66">
          <a:solidFill>
            <a:schemeClr val="accent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66">
          <a:solidFill>
            <a:schemeClr val="accent1"/>
          </a:solidFill>
          <a:latin typeface="Arial" charset="0"/>
        </a:defRPr>
      </a:lvl5pPr>
      <a:lvl6pPr marL="609433" algn="l" rtl="0" fontAlgn="base">
        <a:spcBef>
          <a:spcPct val="0"/>
        </a:spcBef>
        <a:spcAft>
          <a:spcPct val="0"/>
        </a:spcAft>
        <a:defRPr sz="4266">
          <a:solidFill>
            <a:schemeClr val="accent1"/>
          </a:solidFill>
          <a:latin typeface="Arial" charset="0"/>
        </a:defRPr>
      </a:lvl6pPr>
      <a:lvl7pPr marL="1218865" algn="l" rtl="0" fontAlgn="base">
        <a:spcBef>
          <a:spcPct val="0"/>
        </a:spcBef>
        <a:spcAft>
          <a:spcPct val="0"/>
        </a:spcAft>
        <a:defRPr sz="4266">
          <a:solidFill>
            <a:schemeClr val="accent1"/>
          </a:solidFill>
          <a:latin typeface="Arial" charset="0"/>
        </a:defRPr>
      </a:lvl7pPr>
      <a:lvl8pPr marL="1828297" algn="l" rtl="0" fontAlgn="base">
        <a:spcBef>
          <a:spcPct val="0"/>
        </a:spcBef>
        <a:spcAft>
          <a:spcPct val="0"/>
        </a:spcAft>
        <a:defRPr sz="4266">
          <a:solidFill>
            <a:schemeClr val="accent1"/>
          </a:solidFill>
          <a:latin typeface="Arial" charset="0"/>
        </a:defRPr>
      </a:lvl8pPr>
      <a:lvl9pPr marL="2437730" algn="l" rtl="0" fontAlgn="base">
        <a:spcBef>
          <a:spcPct val="0"/>
        </a:spcBef>
        <a:spcAft>
          <a:spcPct val="0"/>
        </a:spcAft>
        <a:defRPr sz="4266">
          <a:solidFill>
            <a:schemeClr val="accent1"/>
          </a:solidFill>
          <a:latin typeface="Arial" charset="0"/>
        </a:defRPr>
      </a:lvl9pPr>
    </p:titleStyle>
    <p:bodyStyle>
      <a:lvl1pPr marL="332226" indent="-332226" algn="l" rtl="0" eaLnBrk="0" fontAlgn="base" hangingPunct="0">
        <a:lnSpc>
          <a:spcPct val="95000"/>
        </a:lnSpc>
        <a:spcBef>
          <a:spcPct val="40000"/>
        </a:spcBef>
        <a:spcAft>
          <a:spcPct val="30000"/>
        </a:spcAft>
        <a:buClr>
          <a:schemeClr val="accent1"/>
        </a:buClr>
        <a:buSzPct val="110000"/>
        <a:buChar char="•"/>
        <a:defRPr sz="2000">
          <a:solidFill>
            <a:srgbClr val="652D86"/>
          </a:solidFill>
          <a:latin typeface="+mn-lt"/>
          <a:ea typeface="+mn-ea"/>
          <a:cs typeface="+mn-cs"/>
        </a:defRPr>
      </a:lvl1pPr>
      <a:lvl2pPr marL="878176" indent="-336458" algn="l" rtl="0" eaLnBrk="0" fontAlgn="base" hangingPunct="0">
        <a:lnSpc>
          <a:spcPct val="95000"/>
        </a:lnSpc>
        <a:spcBef>
          <a:spcPct val="0"/>
        </a:spcBef>
        <a:spcAft>
          <a:spcPct val="10000"/>
        </a:spcAft>
        <a:buChar char="–"/>
        <a:defRPr sz="1600">
          <a:solidFill>
            <a:srgbClr val="652D86"/>
          </a:solidFill>
          <a:latin typeface="+mn-lt"/>
        </a:defRPr>
      </a:lvl2pPr>
      <a:lvl3pPr marL="1297161" indent="-253931" algn="l" rtl="0" eaLnBrk="0" fontAlgn="base" hangingPunct="0">
        <a:lnSpc>
          <a:spcPct val="95000"/>
        </a:lnSpc>
        <a:spcBef>
          <a:spcPct val="0"/>
        </a:spcBef>
        <a:spcAft>
          <a:spcPct val="10000"/>
        </a:spcAft>
        <a:buChar char="•"/>
        <a:defRPr sz="1600">
          <a:solidFill>
            <a:srgbClr val="652D86"/>
          </a:solidFill>
          <a:latin typeface="+mn-lt"/>
        </a:defRPr>
      </a:lvl3pPr>
      <a:lvl4pPr marL="1860039" indent="-304716" algn="l" rtl="0" eaLnBrk="0" fontAlgn="base" hangingPunct="0">
        <a:lnSpc>
          <a:spcPct val="95000"/>
        </a:lnSpc>
        <a:spcBef>
          <a:spcPct val="0"/>
        </a:spcBef>
        <a:spcAft>
          <a:spcPct val="10000"/>
        </a:spcAft>
        <a:buChar char="–"/>
        <a:defRPr sz="1600">
          <a:solidFill>
            <a:srgbClr val="652D86"/>
          </a:solidFill>
          <a:latin typeface="+mn-lt"/>
        </a:defRPr>
      </a:lvl4pPr>
      <a:lvl5pPr marL="2469472" indent="-304716" algn="l" rtl="0" eaLnBrk="0" fontAlgn="base" hangingPunct="0">
        <a:lnSpc>
          <a:spcPct val="95000"/>
        </a:lnSpc>
        <a:spcBef>
          <a:spcPct val="0"/>
        </a:spcBef>
        <a:spcAft>
          <a:spcPct val="10000"/>
        </a:spcAft>
        <a:buChar char="»"/>
        <a:defRPr sz="1600">
          <a:solidFill>
            <a:srgbClr val="652D86"/>
          </a:solidFill>
          <a:latin typeface="+mn-lt"/>
        </a:defRPr>
      </a:lvl5pPr>
      <a:lvl6pPr marL="3078904" indent="-304716" algn="l" rtl="0" fontAlgn="base">
        <a:lnSpc>
          <a:spcPct val="95000"/>
        </a:lnSpc>
        <a:spcBef>
          <a:spcPct val="0"/>
        </a:spcBef>
        <a:spcAft>
          <a:spcPct val="10000"/>
        </a:spcAft>
        <a:buChar char="»"/>
        <a:defRPr sz="2133">
          <a:solidFill>
            <a:srgbClr val="6C6F70"/>
          </a:solidFill>
          <a:latin typeface="+mn-lt"/>
        </a:defRPr>
      </a:lvl6pPr>
      <a:lvl7pPr marL="3688336" indent="-304716" algn="l" rtl="0" fontAlgn="base">
        <a:lnSpc>
          <a:spcPct val="95000"/>
        </a:lnSpc>
        <a:spcBef>
          <a:spcPct val="0"/>
        </a:spcBef>
        <a:spcAft>
          <a:spcPct val="10000"/>
        </a:spcAft>
        <a:buChar char="»"/>
        <a:defRPr sz="2133">
          <a:solidFill>
            <a:srgbClr val="6C6F70"/>
          </a:solidFill>
          <a:latin typeface="+mn-lt"/>
        </a:defRPr>
      </a:lvl7pPr>
      <a:lvl8pPr marL="4297769" indent="-304716" algn="l" rtl="0" fontAlgn="base">
        <a:lnSpc>
          <a:spcPct val="95000"/>
        </a:lnSpc>
        <a:spcBef>
          <a:spcPct val="0"/>
        </a:spcBef>
        <a:spcAft>
          <a:spcPct val="10000"/>
        </a:spcAft>
        <a:buChar char="»"/>
        <a:defRPr sz="2133">
          <a:solidFill>
            <a:srgbClr val="6C6F70"/>
          </a:solidFill>
          <a:latin typeface="+mn-lt"/>
        </a:defRPr>
      </a:lvl8pPr>
      <a:lvl9pPr marL="4907201" indent="-304716" algn="l" rtl="0" fontAlgn="base">
        <a:lnSpc>
          <a:spcPct val="95000"/>
        </a:lnSpc>
        <a:spcBef>
          <a:spcPct val="0"/>
        </a:spcBef>
        <a:spcAft>
          <a:spcPct val="10000"/>
        </a:spcAft>
        <a:buChar char="»"/>
        <a:defRPr sz="2133">
          <a:solidFill>
            <a:srgbClr val="6C6F70"/>
          </a:solidFill>
          <a:latin typeface="+mn-lt"/>
        </a:defRPr>
      </a:lvl9pPr>
    </p:bodyStyle>
    <p:otherStyle>
      <a:defPPr>
        <a:defRPr lang="ru-RU"/>
      </a:defPPr>
      <a:lvl1pPr marL="0" algn="l" defTabSz="12188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33" algn="l" defTabSz="12188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865" algn="l" defTabSz="12188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297" algn="l" defTabSz="12188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730" algn="l" defTabSz="12188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162" algn="l" defTabSz="12188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595" algn="l" defTabSz="12188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026" algn="l" defTabSz="12188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459" algn="l" defTabSz="12188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6.xml"/><Relationship Id="rId5" Type="http://schemas.openxmlformats.org/officeDocument/2006/relationships/image" Target="../media/image7.png"/><Relationship Id="rId4" Type="http://schemas.openxmlformats.org/officeDocument/2006/relationships/image" Target="../media/image6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8.xml"/><Relationship Id="rId1" Type="http://schemas.openxmlformats.org/officeDocument/2006/relationships/tags" Target="../tags/tag27.xml"/><Relationship Id="rId5" Type="http://schemas.openxmlformats.org/officeDocument/2006/relationships/image" Target="../media/image7.png"/><Relationship Id="rId4" Type="http://schemas.openxmlformats.org/officeDocument/2006/relationships/image" Target="../media/image6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39.xml"/><Relationship Id="rId1" Type="http://schemas.openxmlformats.org/officeDocument/2006/relationships/tags" Target="../tags/tag28.xml"/><Relationship Id="rId5" Type="http://schemas.openxmlformats.org/officeDocument/2006/relationships/image" Target="../media/image7.png"/><Relationship Id="rId4" Type="http://schemas.openxmlformats.org/officeDocument/2006/relationships/image" Target="../media/image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70327C55-0776-4985-8EC9-F1050581954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3175" y="2481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4" progId="TCLayout.ActiveDocument.1">
                  <p:embed/>
                </p:oleObj>
              </mc:Choice>
              <mc:Fallback>
                <p:oleObj name="think-cell Slide" r:id="rId3" imgW="425" imgH="424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70327C55-0776-4985-8EC9-F105058195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75" y="2481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2" name="Picture 2">
            <a:extLst>
              <a:ext uri="{FF2B5EF4-FFF2-40B4-BE49-F238E27FC236}">
                <a16:creationId xmlns:a16="http://schemas.microsoft.com/office/drawing/2014/main" id="{67CE308C-19BE-4566-A3EF-62161FC7C6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17390" y="6561354"/>
            <a:ext cx="673023" cy="296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1838D1F-21E3-4DDF-80BE-257B7FA4318F}"/>
              </a:ext>
            </a:extLst>
          </p:cNvPr>
          <p:cNvSpPr txBox="1"/>
          <p:nvPr/>
        </p:nvSpPr>
        <p:spPr>
          <a:xfrm>
            <a:off x="380365" y="-14068"/>
            <a:ext cx="91487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080">
              <a:defRPr/>
            </a:pPr>
            <a:r>
              <a:rPr lang="ru-RU" sz="1100" b="1" dirty="0">
                <a:solidFill>
                  <a:srgbClr val="7030A0"/>
                </a:solidFill>
                <a:latin typeface="Helvetica" panose="020B0604020202020204" pitchFamily="34" charset="0"/>
                <a:ea typeface="Open Sans Extrabold" panose="020B0906030804020204" pitchFamily="34" charset="0"/>
                <a:cs typeface="Helvetica" panose="020B0604020202020204" pitchFamily="34" charset="0"/>
              </a:rPr>
              <a:t>СРАВНЕНИЕ ФУНКЦИОНАЛОВ ВАТС </a:t>
            </a:r>
            <a:r>
              <a:rPr lang="ru-RU" sz="1100" b="1" dirty="0">
                <a:solidFill>
                  <a:srgbClr val="92D050"/>
                </a:solidFill>
                <a:latin typeface="Helvetica" panose="020B0604020202020204" pitchFamily="34" charset="0"/>
                <a:ea typeface="Open Sans Extrabold" panose="020B0906030804020204" pitchFamily="34" charset="0"/>
                <a:cs typeface="Helvetica" panose="020B0604020202020204" pitchFamily="34" charset="0"/>
              </a:rPr>
              <a:t>КОНКУРЕНТОВ: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871FE83-FCBB-1273-0C65-EB35DE4103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52191"/>
              </p:ext>
            </p:extLst>
          </p:nvPr>
        </p:nvGraphicFramePr>
        <p:xfrm>
          <a:off x="211015" y="199663"/>
          <a:ext cx="11816860" cy="6473778"/>
        </p:xfrm>
        <a:graphic>
          <a:graphicData uri="http://schemas.openxmlformats.org/drawingml/2006/table">
            <a:tbl>
              <a:tblPr/>
              <a:tblGrid>
                <a:gridCol w="1542893">
                  <a:extLst>
                    <a:ext uri="{9D8B030D-6E8A-4147-A177-3AD203B41FA5}">
                      <a16:colId xmlns:a16="http://schemas.microsoft.com/office/drawing/2014/main" val="3350737012"/>
                    </a:ext>
                  </a:extLst>
                </a:gridCol>
                <a:gridCol w="1520011">
                  <a:extLst>
                    <a:ext uri="{9D8B030D-6E8A-4147-A177-3AD203B41FA5}">
                      <a16:colId xmlns:a16="http://schemas.microsoft.com/office/drawing/2014/main" val="3307862414"/>
                    </a:ext>
                  </a:extLst>
                </a:gridCol>
                <a:gridCol w="1569043">
                  <a:extLst>
                    <a:ext uri="{9D8B030D-6E8A-4147-A177-3AD203B41FA5}">
                      <a16:colId xmlns:a16="http://schemas.microsoft.com/office/drawing/2014/main" val="4107829858"/>
                    </a:ext>
                  </a:extLst>
                </a:gridCol>
                <a:gridCol w="1752098">
                  <a:extLst>
                    <a:ext uri="{9D8B030D-6E8A-4147-A177-3AD203B41FA5}">
                      <a16:colId xmlns:a16="http://schemas.microsoft.com/office/drawing/2014/main" val="1034499905"/>
                    </a:ext>
                  </a:extLst>
                </a:gridCol>
                <a:gridCol w="1359838">
                  <a:extLst>
                    <a:ext uri="{9D8B030D-6E8A-4147-A177-3AD203B41FA5}">
                      <a16:colId xmlns:a16="http://schemas.microsoft.com/office/drawing/2014/main" val="3148685209"/>
                    </a:ext>
                  </a:extLst>
                </a:gridCol>
                <a:gridCol w="1346763">
                  <a:extLst>
                    <a:ext uri="{9D8B030D-6E8A-4147-A177-3AD203B41FA5}">
                      <a16:colId xmlns:a16="http://schemas.microsoft.com/office/drawing/2014/main" val="1011709625"/>
                    </a:ext>
                  </a:extLst>
                </a:gridCol>
                <a:gridCol w="1284654">
                  <a:extLst>
                    <a:ext uri="{9D8B030D-6E8A-4147-A177-3AD203B41FA5}">
                      <a16:colId xmlns:a16="http://schemas.microsoft.com/office/drawing/2014/main" val="3331388711"/>
                    </a:ext>
                  </a:extLst>
                </a:gridCol>
                <a:gridCol w="627617">
                  <a:extLst>
                    <a:ext uri="{9D8B030D-6E8A-4147-A177-3AD203B41FA5}">
                      <a16:colId xmlns:a16="http://schemas.microsoft.com/office/drawing/2014/main" val="3343135502"/>
                    </a:ext>
                  </a:extLst>
                </a:gridCol>
                <a:gridCol w="813943">
                  <a:extLst>
                    <a:ext uri="{9D8B030D-6E8A-4147-A177-3AD203B41FA5}">
                      <a16:colId xmlns:a16="http://schemas.microsoft.com/office/drawing/2014/main" val="2143655799"/>
                    </a:ext>
                  </a:extLst>
                </a:gridCol>
              </a:tblGrid>
              <a:tr h="276730"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Функции/Модули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Kcell(KZ)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Binotel(UA)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Ringostat(UA)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SIPUni(RU)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OnlinePBX(RU)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 Zadarma(UA)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NLS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SMART PBX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6945332"/>
                  </a:ext>
                </a:extLst>
              </a:tr>
              <a:tr h="144591"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 Интеграция с </a:t>
                      </a:r>
                      <a:r>
                        <a:rPr 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CRM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7C7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9116834"/>
                  </a:ext>
                </a:extLst>
              </a:tr>
              <a:tr h="296036"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Запись разговоров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2082991"/>
                  </a:ext>
                </a:extLst>
              </a:tr>
              <a:tr h="231681"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Статистика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5299820"/>
                  </a:ext>
                </a:extLst>
              </a:tr>
              <a:tr h="315344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 SIP </a:t>
                      </a:r>
                      <a:r>
                        <a:rPr lang="ru-RU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регистрация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7550506"/>
                  </a:ext>
                </a:extLst>
              </a:tr>
              <a:tr h="141583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b="1" i="0" u="none" strike="noStrike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 FMC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7C7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7C7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7C7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241138"/>
                  </a:ext>
                </a:extLst>
              </a:tr>
              <a:tr h="308908"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 Мобильное приложение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7C7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7C7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7C7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3698740"/>
                  </a:ext>
                </a:extLst>
              </a:tr>
              <a:tr h="411877"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Внутренняя маршрутизация звонков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7C7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3556808"/>
                  </a:ext>
                </a:extLst>
              </a:tr>
              <a:tr h="276730"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Бесплатные звонки внутри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7C7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7C7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7C7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0263190"/>
                  </a:ext>
                </a:extLst>
              </a:tr>
              <a:tr h="141583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b="1" i="0" u="none" strike="noStrike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Call tracking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7C7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7C7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736518"/>
                  </a:ext>
                </a:extLst>
              </a:tr>
              <a:tr h="141583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b="1" i="0" u="none" strike="noStrike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IVR </a:t>
                      </a:r>
                      <a:r>
                        <a:rPr lang="ru-RU" sz="800" b="1" i="0" u="none" strike="noStrike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меню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5955590"/>
                  </a:ext>
                </a:extLst>
              </a:tr>
              <a:tr h="141583"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Омниканальность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7C7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7C7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7C7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7C7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7C7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7C7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524324"/>
                  </a:ext>
                </a:extLst>
              </a:tr>
              <a:tr h="276730"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Виджеты обратного звонка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7C7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8062424"/>
                  </a:ext>
                </a:extLst>
              </a:tr>
              <a:tr h="141583"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Тестовый период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2832885"/>
                  </a:ext>
                </a:extLst>
              </a:tr>
              <a:tr h="141583"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Переадресации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7C7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7C7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0604782"/>
                  </a:ext>
                </a:extLst>
              </a:tr>
              <a:tr h="276730"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API для интеграции с CRM-системами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7C7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7C7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852245"/>
                  </a:ext>
                </a:extLst>
              </a:tr>
              <a:tr h="2803573"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Конкурентные преимущества и недостатки</a:t>
                      </a:r>
                    </a:p>
                  </a:txBody>
                  <a:tcPr marL="4763" marR="4763" marT="4763" marB="0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2CD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8001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У </a:t>
                      </a:r>
                      <a:r>
                        <a:rPr lang="ru-RU" sz="8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Кселл</a:t>
                      </a:r>
                      <a:r>
                        <a:rPr lang="ru-RU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 любая функция - работающая и имеющая спрос. Бесплатное предоставление мобильного виртуального номера, наличие</a:t>
                      </a:r>
                      <a:r>
                        <a:rPr 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 </a:t>
                      </a:r>
                      <a:r>
                        <a:rPr lang="ru-RU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Обновленного гибкого и понятного интерфейса для настройки и управления, наличие сервис-менеджера по </a:t>
                      </a:r>
                      <a:r>
                        <a:rPr lang="ru-RU" sz="8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индивитуальной</a:t>
                      </a:r>
                      <a:r>
                        <a:rPr lang="ru-RU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 настройке ВАТС, приемлемые </a:t>
                      </a:r>
                      <a:r>
                        <a:rPr lang="ru-RU" sz="8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цены,Мобильное</a:t>
                      </a:r>
                      <a:r>
                        <a:rPr lang="ru-RU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 приложение для настройки ВАТС и контроля работы сотрудников.</a:t>
                      </a:r>
                      <a:r>
                        <a:rPr 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 </a:t>
                      </a:r>
                      <a:r>
                        <a:rPr lang="ru-RU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запуск</a:t>
                      </a:r>
                      <a:r>
                        <a:rPr 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 </a:t>
                      </a:r>
                      <a:r>
                        <a:rPr lang="ru-RU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новых ФИЧ и регистрацией ПО в </a:t>
                      </a:r>
                      <a:r>
                        <a:rPr lang="ru-RU" sz="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+mn-ea"/>
                          <a:cs typeface="Helvetica" panose="020B0604020202020204" pitchFamily="34" charset="0"/>
                        </a:rPr>
                        <a:t>KZ. </a:t>
                      </a:r>
                      <a:r>
                        <a:rPr lang="ru-RU" sz="8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+mn-ea"/>
                          <a:cs typeface="Helvetica" panose="020B0604020202020204" pitchFamily="34" charset="0"/>
                        </a:rPr>
                        <a:t>Подключение сторонних IP-АТС к ВАТС Kcell и об -</a:t>
                      </a:r>
                      <a:r>
                        <a:rPr lang="ru-RU" sz="800" b="1" i="0" u="none" strike="noStrike" kern="1200" noProof="0" dirty="0" err="1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+mn-ea"/>
                          <a:cs typeface="Helvetica" panose="020B0604020202020204" pitchFamily="34" charset="0"/>
                        </a:rPr>
                        <a:t>ние</a:t>
                      </a:r>
                      <a:r>
                        <a:rPr lang="ru-RU" sz="8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+mn-ea"/>
                          <a:cs typeface="Helvetica" panose="020B0604020202020204" pitchFamily="34" charset="0"/>
                        </a:rPr>
                        <a:t> вашей офисной АТС с ВАТС или несколько ВАТС в единую сеть связи.</a:t>
                      </a:r>
                    </a:p>
                    <a:p>
                      <a:pPr algn="l" rtl="0" fontAlgn="t"/>
                      <a:endParaRPr lang="ru-RU" sz="800" b="1" i="0" u="none" strike="noStrike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4763" marR="4763" marT="4763" marB="0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2CD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ru-RU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Сервис UA - работают с  </a:t>
                      </a:r>
                      <a:r>
                        <a:rPr lang="ru-RU" sz="8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amoCRM</a:t>
                      </a:r>
                      <a:r>
                        <a:rPr lang="ru-RU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 и Битрикс24. Есть Web-Interface для управления.  Нет возможности самостоятельно менять настройки - только через поддержку). Необходим выкуп номера у оператора и перевод в Виртуальный. Не все операторы предоставляют моб. номера в формате SIP. Дорогая стоимость выкупа номера, например Теле2  = 10000-35000 </a:t>
                      </a:r>
                      <a:r>
                        <a:rPr lang="ru-RU" sz="8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тг</a:t>
                      </a:r>
                      <a:r>
                        <a:rPr lang="ru-RU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 ежемесячно + оплата за трафик оператору. Необходима сверка с оператором по расходу трафика. Платформа не операторского класса- </a:t>
                      </a:r>
                      <a:r>
                        <a:rPr 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Asterisk</a:t>
                      </a:r>
                      <a:endParaRPr lang="ru-RU" sz="800" b="1" i="0" u="none" strike="noStrike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4763" marR="4763" marT="4763" marB="0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2CD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ru-RU" sz="8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Cервис</a:t>
                      </a:r>
                      <a:r>
                        <a:rPr lang="ru-RU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 является UA.- Высокие цены по тарификации звонков, Нет бесплатного выделения  номера и пользователей в рамках пакета. Высокие цены  за добавление </a:t>
                      </a:r>
                      <a:r>
                        <a:rPr lang="ru-RU" sz="8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доп.пользователей</a:t>
                      </a:r>
                      <a:r>
                        <a:rPr lang="ru-RU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 и  номера и подключение </a:t>
                      </a:r>
                      <a:r>
                        <a:rPr lang="ru-RU" sz="8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доп.функций</a:t>
                      </a:r>
                      <a:r>
                        <a:rPr lang="ru-RU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. Достаточно дорогая Ежемесячная АП за лицензии на 5 сотрудников. Расчеты делают индивидуально, поэтому тарифы не все  указаны.                          + </a:t>
                      </a:r>
                      <a:r>
                        <a:rPr lang="ru-RU" sz="8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Омниканальность</a:t>
                      </a:r>
                      <a:r>
                        <a:rPr lang="ru-RU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* 2 строка в поисковике, виджет </a:t>
                      </a:r>
                      <a:r>
                        <a:rPr lang="ru-RU" sz="8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Ringostat</a:t>
                      </a:r>
                      <a:r>
                        <a:rPr lang="ru-RU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 Messenger - </a:t>
                      </a:r>
                      <a:r>
                        <a:rPr lang="ru-RU" sz="8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омниканалка</a:t>
                      </a:r>
                      <a:r>
                        <a:rPr lang="ru-RU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 =33$, подключение за сутки. Для совершения и приема звонков прямо в браузере </a:t>
                      </a:r>
                      <a:r>
                        <a:rPr lang="ru-RU" sz="8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Chrome</a:t>
                      </a:r>
                      <a:r>
                        <a:rPr lang="ru-RU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-Собственная звонилка как для веб так и для моб версии. </a:t>
                      </a:r>
                    </a:p>
                  </a:txBody>
                  <a:tcPr marL="4763" marR="4763" marT="4763" marB="0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2CD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ru-RU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За счет интеграций с </a:t>
                      </a:r>
                      <a:r>
                        <a:rPr lang="ru-RU" sz="8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AmoCRM</a:t>
                      </a:r>
                      <a:r>
                        <a:rPr lang="ru-RU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 есть потенциал развития в KZ, работают также с партнерами-интеграторами в KZ, которые внедряют их АТС для свои интеграций. Высокие цены по тарификации звонков, Нет бесплатного выделения  номера и пользователей в рамках пакета. Высокая цена  за добавление </a:t>
                      </a:r>
                      <a:r>
                        <a:rPr lang="ru-RU" sz="8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доп.пользователей</a:t>
                      </a:r>
                      <a:r>
                        <a:rPr lang="ru-RU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 и  номера. Работают на базе ASTERISK. </a:t>
                      </a:r>
                    </a:p>
                  </a:txBody>
                  <a:tcPr marL="4763" marR="4763" marT="4763" marB="0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2CD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ru-RU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Неплохо себя чувствуют в KZ, за счет интеграции с </a:t>
                      </a:r>
                      <a:r>
                        <a:rPr lang="ru-RU" sz="8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AmoCRM</a:t>
                      </a:r>
                      <a:r>
                        <a:rPr lang="ru-RU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, работают с партнерами-интеграторами в KZ, которые внедряют их АТС для интеграций. Высокие цены по тарификации звонков, Нет бесплатного выделения  номера и пользователей в рамках пакета. Высокая цена  за добавление </a:t>
                      </a:r>
                      <a:r>
                        <a:rPr lang="ru-RU" sz="8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доп.пользователей</a:t>
                      </a:r>
                      <a:r>
                        <a:rPr lang="ru-RU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 и  номера. </a:t>
                      </a:r>
                    </a:p>
                  </a:txBody>
                  <a:tcPr marL="4763" marR="4763" marT="4763" marB="0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2CD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ru-RU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 Бренд </a:t>
                      </a:r>
                      <a:r>
                        <a:rPr lang="ru-RU" sz="8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Zadarma</a:t>
                      </a:r>
                      <a:r>
                        <a:rPr lang="ru-RU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 покидает рынок и планируют запускать новый бренд. Высокие цены на звонки внутри сети и на других операторов. </a:t>
                      </a:r>
                    </a:p>
                    <a:p>
                      <a:pPr algn="ctr" rtl="0" fontAlgn="t"/>
                      <a:r>
                        <a:rPr lang="ru-RU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+Собственная бесплатная CRM </a:t>
                      </a:r>
                      <a:r>
                        <a:rPr lang="ru-RU" sz="8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Zadarma</a:t>
                      </a:r>
                      <a:r>
                        <a:rPr lang="ru-RU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.</a:t>
                      </a:r>
                    </a:p>
                  </a:txBody>
                  <a:tcPr marL="4763" marR="4763" marT="4763" marB="0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2CD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ru-RU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Если нет их покрытия сети и интернета, то необходимо тянуть оптический кабель, </a:t>
                      </a:r>
                      <a:r>
                        <a:rPr lang="ru-RU" sz="8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т.е</a:t>
                      </a:r>
                      <a:r>
                        <a:rPr lang="ru-RU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 это доп. Расходы и время на подключение услуги. SIP-номер городского формата - 7(7273)39ХХХХ</a:t>
                      </a:r>
                    </a:p>
                  </a:txBody>
                  <a:tcPr marL="4763" marR="4763" marT="4763" marB="0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2CD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ru-RU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Нет подключения виртуальных номеров, подключение только городского номера с выкупом определенную цену + после выкупа номер забрать не  получится, остается в их номерной емкости</a:t>
                      </a:r>
                    </a:p>
                  </a:txBody>
                  <a:tcPr marL="4763" marR="4763" marT="4763" marB="0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2CD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79656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19814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70327C55-0776-4985-8EC9-F1050581954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3175" y="2481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4" progId="TCLayout.ActiveDocument.1">
                  <p:embed/>
                </p:oleObj>
              </mc:Choice>
              <mc:Fallback>
                <p:oleObj name="think-cell Slide" r:id="rId3" imgW="425" imgH="424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70327C55-0776-4985-8EC9-F105058195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75" y="2481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2" name="Picture 2">
            <a:extLst>
              <a:ext uri="{FF2B5EF4-FFF2-40B4-BE49-F238E27FC236}">
                <a16:creationId xmlns:a16="http://schemas.microsoft.com/office/drawing/2014/main" id="{67CE308C-19BE-4566-A3EF-62161FC7C6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0554" y="6228621"/>
            <a:ext cx="958920" cy="628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1838D1F-21E3-4DDF-80BE-257B7FA4318F}"/>
              </a:ext>
            </a:extLst>
          </p:cNvPr>
          <p:cNvSpPr txBox="1"/>
          <p:nvPr/>
        </p:nvSpPr>
        <p:spPr>
          <a:xfrm>
            <a:off x="605390" y="1833"/>
            <a:ext cx="91487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72"/>
            <a:r>
              <a:rPr lang="ru-RU" sz="2800" b="1" dirty="0">
                <a:solidFill>
                  <a:srgbClr val="652D86"/>
                </a:solidFill>
                <a:latin typeface="Calibri" panose="020F0502020204030204"/>
                <a:ea typeface="Open Sans Extrabold" panose="020B0906030804020204" pitchFamily="34" charset="0"/>
                <a:cs typeface="Open Sans Extrabold" panose="020B0906030804020204" pitchFamily="34" charset="0"/>
              </a:rPr>
              <a:t>Тарифные планы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6DA4DD7-3AE9-00E8-B0B9-7EDA6381D047}"/>
              </a:ext>
            </a:extLst>
          </p:cNvPr>
          <p:cNvGraphicFramePr>
            <a:graphicFrameLocks noGrp="1"/>
          </p:cNvGraphicFramePr>
          <p:nvPr/>
        </p:nvGraphicFramePr>
        <p:xfrm>
          <a:off x="443372" y="478823"/>
          <a:ext cx="11413273" cy="6167248"/>
        </p:xfrm>
        <a:graphic>
          <a:graphicData uri="http://schemas.openxmlformats.org/drawingml/2006/table">
            <a:tbl>
              <a:tblPr/>
              <a:tblGrid>
                <a:gridCol w="1492252">
                  <a:extLst>
                    <a:ext uri="{9D8B030D-6E8A-4147-A177-3AD203B41FA5}">
                      <a16:colId xmlns:a16="http://schemas.microsoft.com/office/drawing/2014/main" val="223989580"/>
                    </a:ext>
                  </a:extLst>
                </a:gridCol>
                <a:gridCol w="1279074">
                  <a:extLst>
                    <a:ext uri="{9D8B030D-6E8A-4147-A177-3AD203B41FA5}">
                      <a16:colId xmlns:a16="http://schemas.microsoft.com/office/drawing/2014/main" val="392580097"/>
                    </a:ext>
                  </a:extLst>
                </a:gridCol>
                <a:gridCol w="1410261">
                  <a:extLst>
                    <a:ext uri="{9D8B030D-6E8A-4147-A177-3AD203B41FA5}">
                      <a16:colId xmlns:a16="http://schemas.microsoft.com/office/drawing/2014/main" val="878202481"/>
                    </a:ext>
                  </a:extLst>
                </a:gridCol>
                <a:gridCol w="1410261">
                  <a:extLst>
                    <a:ext uri="{9D8B030D-6E8A-4147-A177-3AD203B41FA5}">
                      <a16:colId xmlns:a16="http://schemas.microsoft.com/office/drawing/2014/main" val="1027634611"/>
                    </a:ext>
                  </a:extLst>
                </a:gridCol>
                <a:gridCol w="1525049">
                  <a:extLst>
                    <a:ext uri="{9D8B030D-6E8A-4147-A177-3AD203B41FA5}">
                      <a16:colId xmlns:a16="http://schemas.microsoft.com/office/drawing/2014/main" val="355701234"/>
                    </a:ext>
                  </a:extLst>
                </a:gridCol>
                <a:gridCol w="1049497">
                  <a:extLst>
                    <a:ext uri="{9D8B030D-6E8A-4147-A177-3AD203B41FA5}">
                      <a16:colId xmlns:a16="http://schemas.microsoft.com/office/drawing/2014/main" val="1219522851"/>
                    </a:ext>
                  </a:extLst>
                </a:gridCol>
                <a:gridCol w="787123">
                  <a:extLst>
                    <a:ext uri="{9D8B030D-6E8A-4147-A177-3AD203B41FA5}">
                      <a16:colId xmlns:a16="http://schemas.microsoft.com/office/drawing/2014/main" val="10160264"/>
                    </a:ext>
                  </a:extLst>
                </a:gridCol>
                <a:gridCol w="1115089">
                  <a:extLst>
                    <a:ext uri="{9D8B030D-6E8A-4147-A177-3AD203B41FA5}">
                      <a16:colId xmlns:a16="http://schemas.microsoft.com/office/drawing/2014/main" val="3074405124"/>
                    </a:ext>
                  </a:extLst>
                </a:gridCol>
                <a:gridCol w="1344667">
                  <a:extLst>
                    <a:ext uri="{9D8B030D-6E8A-4147-A177-3AD203B41FA5}">
                      <a16:colId xmlns:a16="http://schemas.microsoft.com/office/drawing/2014/main" val="2925610341"/>
                    </a:ext>
                  </a:extLst>
                </a:gridCol>
              </a:tblGrid>
              <a:tr h="221259"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Наименование/цена </a:t>
                      </a:r>
                      <a:r>
                        <a:rPr lang="en-US" sz="9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kzt</a:t>
                      </a:r>
                      <a:endParaRPr lang="en-US" sz="900" b="1" i="0" u="none" strike="noStrike" dirty="0">
                        <a:solidFill>
                          <a:srgbClr val="FFFFFF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Kcell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Binotel(UA)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Ringostat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9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SIPUni</a:t>
                      </a:r>
                      <a:r>
                        <a:rPr 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(RU)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OnlinePBX(RU)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Zadarma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NLS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SMART PBX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6294757"/>
                  </a:ext>
                </a:extLst>
              </a:tr>
              <a:tr h="582452"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 Подключение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1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покдлючение возможно только при покрытие их сетью/интернетом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Подключение только  </a:t>
                      </a:r>
                      <a:r>
                        <a:rPr lang="ru-RU" sz="900" b="1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гор.номеров</a:t>
                      </a: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  5300 тг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7833890"/>
                  </a:ext>
                </a:extLst>
              </a:tr>
              <a:tr h="545429"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АП за услугу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6 000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8 800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Подключение базового Тарифа - 33$ (15 807) в месяц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4583 тг/589 руб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3851 тг/495 руб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15600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АП = 7200 за номер/1000 АП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Выкупить гор.номер.за  62000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8835227"/>
                  </a:ext>
                </a:extLst>
              </a:tr>
              <a:tr h="727066"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1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Виртуальных номеров/пользователей в рамках АП(пакета)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CE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1/5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CE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1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*Обязателен выкуп Sip-номера у оператора!</a:t>
                      </a: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 3/6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CE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 номер аренда/5 пользователей 1677 тг в мес или 3.5$ в мес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CE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1/3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CE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1/5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CE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1/10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CE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1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SIP-номер городского формата</a:t>
                      </a: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 - 7(7273)39ХХХХ -  1/4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CE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1/4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CE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3660756"/>
                  </a:ext>
                </a:extLst>
              </a:tr>
              <a:tr h="329316"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АП за доп виртуальный номер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1 000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655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3.5$ или 1677 тг аренда в месяц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7780/1000 руб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2373/305 руб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 от 1 600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1000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600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0099157"/>
                  </a:ext>
                </a:extLst>
              </a:tr>
              <a:tr h="221259"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АП за доп пользователя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1 000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250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3.5$ или 1677 тг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2225/286 руб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3851/495 руб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Зависит от ТП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ЕП 3000/АП 500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600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5614077"/>
                  </a:ext>
                </a:extLst>
              </a:tr>
              <a:tr h="221259"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АП за доп сессию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1 000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250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Зависит от тарифа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Зависит от ТП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Зависит от ТП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ЕП 3000/АП 500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600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5654803"/>
                  </a:ext>
                </a:extLst>
              </a:tr>
              <a:tr h="437373"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 Интеграция с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CRM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78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4 000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78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Бесплатно в рамках пакета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78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Включено в пакет за 33$ (15807) в месяц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78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Зависит от ТП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78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бесплатно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78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бесплатно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78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14 000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78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78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230512"/>
                  </a:ext>
                </a:extLst>
              </a:tr>
              <a:tr h="437373"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Запись разговоров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78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4 000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78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Бесплатно в рамках пакета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78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Включено в пакет за 33$ (15807) в месяц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78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Зависит от ТП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78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1167/150 руб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78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Зависит от ТП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78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4 500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78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3360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78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9024289"/>
                  </a:ext>
                </a:extLst>
              </a:tr>
              <a:tr h="437373"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Статистика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78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4 000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78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Бесплатно в рамках пакета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78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Включено в пакет за 33$ (15807) в месяц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78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Зависит от ТП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78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бесплатно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78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Зависит от ТП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78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78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3360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78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4320584"/>
                  </a:ext>
                </a:extLst>
              </a:tr>
              <a:tr h="437373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 SIP </a:t>
                      </a:r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регистрация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78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4 000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78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78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Включено в пакет за 33$ (15807) в месяц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78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78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2653/341 руб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78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78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78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78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8299679"/>
                  </a:ext>
                </a:extLst>
              </a:tr>
              <a:tr h="545429"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 Обратный звонок с сайта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78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6 000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78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Бесплатно в рамках пакета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78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39$ - 18681 тенге за установку+ аренда 1 доп.номера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78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Зависит от ТП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78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бесплатно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78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бесплатно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78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6 500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78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3360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78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368692"/>
                  </a:ext>
                </a:extLst>
              </a:tr>
              <a:tr h="148611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CUG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CE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CE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CE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CE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CE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CE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CE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CE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CE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041632"/>
                  </a:ext>
                </a:extLst>
              </a:tr>
              <a:tr h="437838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ONNET/OFFNET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CE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11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CE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В зависимости от ТП на номере сотового оператора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CE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15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CE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38.5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CE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14.7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CE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34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CE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30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CE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36.47 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CE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7367436"/>
                  </a:ext>
                </a:extLst>
              </a:tr>
              <a:tr h="437838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PSTN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CE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15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CE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В зависимости от ТП на номере сотового оператора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CE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15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CE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CE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7.5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CE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14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CE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11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CE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25</a:t>
                      </a:r>
                    </a:p>
                  </a:txBody>
                  <a:tcPr marL="3791" marR="3791" marT="3791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CE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0081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0415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70327C55-0776-4985-8EC9-F1050581954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3175" y="2481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4" progId="TCLayout.ActiveDocument.1">
                  <p:embed/>
                </p:oleObj>
              </mc:Choice>
              <mc:Fallback>
                <p:oleObj name="think-cell Slide" r:id="rId3" imgW="425" imgH="424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70327C55-0776-4985-8EC9-F105058195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75" y="2481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2" name="Picture 2">
            <a:extLst>
              <a:ext uri="{FF2B5EF4-FFF2-40B4-BE49-F238E27FC236}">
                <a16:creationId xmlns:a16="http://schemas.microsoft.com/office/drawing/2014/main" id="{67CE308C-19BE-4566-A3EF-62161FC7C6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07602" y="6399058"/>
            <a:ext cx="580878" cy="4631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1838D1F-21E3-4DDF-80BE-257B7FA4318F}"/>
              </a:ext>
            </a:extLst>
          </p:cNvPr>
          <p:cNvSpPr txBox="1"/>
          <p:nvPr/>
        </p:nvSpPr>
        <p:spPr>
          <a:xfrm>
            <a:off x="456775" y="167394"/>
            <a:ext cx="903687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72"/>
            <a:r>
              <a:rPr lang="ru-RU" sz="2800" b="1" dirty="0">
                <a:solidFill>
                  <a:srgbClr val="652D86"/>
                </a:solidFill>
                <a:latin typeface="Calibri" panose="020F0502020204030204"/>
                <a:ea typeface="Open Sans Extrabold" panose="020B0906030804020204" pitchFamily="34" charset="0"/>
                <a:cs typeface="Open Sans Extrabold" panose="020B0906030804020204" pitchFamily="34" charset="0"/>
              </a:rPr>
              <a:t>Клиентоориентированность</a:t>
            </a:r>
            <a:endParaRPr lang="ru-RU" sz="2800" dirty="0">
              <a:solidFill>
                <a:srgbClr val="652D86"/>
              </a:solidFill>
              <a:latin typeface="Calibri" panose="020F0502020204030204"/>
              <a:ea typeface="Open Sans Extrabold" panose="020B0906030804020204" pitchFamily="34" charset="0"/>
              <a:cs typeface="Open Sans Extrabold" panose="020B0906030804020204" pitchFamily="34" charset="0"/>
            </a:endParaRPr>
          </a:p>
          <a:p>
            <a:pPr defTabSz="914172"/>
            <a:br>
              <a:rPr lang="en-US" sz="2800" b="1" dirty="0">
                <a:solidFill>
                  <a:srgbClr val="652D86"/>
                </a:solidFill>
                <a:latin typeface="Calibri" panose="020F0502020204030204"/>
                <a:ea typeface="Open Sans Extrabold" panose="020B0906030804020204" pitchFamily="34" charset="0"/>
                <a:cs typeface="Open Sans Extrabold" panose="020B0906030804020204" pitchFamily="34" charset="0"/>
              </a:rPr>
            </a:br>
            <a:endParaRPr lang="ru-RU" sz="2800" b="1" dirty="0">
              <a:solidFill>
                <a:srgbClr val="652D86"/>
              </a:solidFill>
              <a:latin typeface="Calibri" panose="020F0502020204030204"/>
              <a:ea typeface="Open Sans Extrabold" panose="020B0906030804020204" pitchFamily="34" charset="0"/>
              <a:cs typeface="Open Sans Extrabold" panose="020B090603080402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59F02C1-7F72-E9C1-AC81-42D8D378F7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9370166"/>
              </p:ext>
            </p:extLst>
          </p:nvPr>
        </p:nvGraphicFramePr>
        <p:xfrm>
          <a:off x="456776" y="836712"/>
          <a:ext cx="11468509" cy="5755879"/>
        </p:xfrm>
        <a:graphic>
          <a:graphicData uri="http://schemas.openxmlformats.org/drawingml/2006/table">
            <a:tbl>
              <a:tblPr/>
              <a:tblGrid>
                <a:gridCol w="1525027">
                  <a:extLst>
                    <a:ext uri="{9D8B030D-6E8A-4147-A177-3AD203B41FA5}">
                      <a16:colId xmlns:a16="http://schemas.microsoft.com/office/drawing/2014/main" val="2723098852"/>
                    </a:ext>
                  </a:extLst>
                </a:gridCol>
                <a:gridCol w="1709878">
                  <a:extLst>
                    <a:ext uri="{9D8B030D-6E8A-4147-A177-3AD203B41FA5}">
                      <a16:colId xmlns:a16="http://schemas.microsoft.com/office/drawing/2014/main" val="2330945466"/>
                    </a:ext>
                  </a:extLst>
                </a:gridCol>
                <a:gridCol w="1232345">
                  <a:extLst>
                    <a:ext uri="{9D8B030D-6E8A-4147-A177-3AD203B41FA5}">
                      <a16:colId xmlns:a16="http://schemas.microsoft.com/office/drawing/2014/main" val="2117118036"/>
                    </a:ext>
                  </a:extLst>
                </a:gridCol>
                <a:gridCol w="1883177">
                  <a:extLst>
                    <a:ext uri="{9D8B030D-6E8A-4147-A177-3AD203B41FA5}">
                      <a16:colId xmlns:a16="http://schemas.microsoft.com/office/drawing/2014/main" val="3606270539"/>
                    </a:ext>
                  </a:extLst>
                </a:gridCol>
                <a:gridCol w="1236196">
                  <a:extLst>
                    <a:ext uri="{9D8B030D-6E8A-4147-A177-3AD203B41FA5}">
                      <a16:colId xmlns:a16="http://schemas.microsoft.com/office/drawing/2014/main" val="1477780474"/>
                    </a:ext>
                  </a:extLst>
                </a:gridCol>
                <a:gridCol w="1124514">
                  <a:extLst>
                    <a:ext uri="{9D8B030D-6E8A-4147-A177-3AD203B41FA5}">
                      <a16:colId xmlns:a16="http://schemas.microsoft.com/office/drawing/2014/main" val="1853009671"/>
                    </a:ext>
                  </a:extLst>
                </a:gridCol>
                <a:gridCol w="1278558">
                  <a:extLst>
                    <a:ext uri="{9D8B030D-6E8A-4147-A177-3AD203B41FA5}">
                      <a16:colId xmlns:a16="http://schemas.microsoft.com/office/drawing/2014/main" val="3367390770"/>
                    </a:ext>
                  </a:extLst>
                </a:gridCol>
                <a:gridCol w="739407">
                  <a:extLst>
                    <a:ext uri="{9D8B030D-6E8A-4147-A177-3AD203B41FA5}">
                      <a16:colId xmlns:a16="http://schemas.microsoft.com/office/drawing/2014/main" val="2968970426"/>
                    </a:ext>
                  </a:extLst>
                </a:gridCol>
                <a:gridCol w="739407">
                  <a:extLst>
                    <a:ext uri="{9D8B030D-6E8A-4147-A177-3AD203B41FA5}">
                      <a16:colId xmlns:a16="http://schemas.microsoft.com/office/drawing/2014/main" val="547315979"/>
                    </a:ext>
                  </a:extLst>
                </a:gridCol>
              </a:tblGrid>
              <a:tr h="332934"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Статьи расходов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Kcell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Binotel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Ringostat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SIPUni(RU)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OnlinePBX(RU)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Zadarma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NLS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SMART PBX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7962448"/>
                  </a:ext>
                </a:extLst>
              </a:tr>
              <a:tr h="278323"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 Контекстная реклама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7C7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7C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0138092"/>
                  </a:ext>
                </a:extLst>
              </a:tr>
              <a:tr h="718462"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Можно найти в поисковике по запросу «Виртуальная АТС»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484037"/>
                  </a:ext>
                </a:extLst>
              </a:tr>
              <a:tr h="446612"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Размещение условий на сайте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9/10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8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/10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9/10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6/10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6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/10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6/10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5/10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6/10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5145977"/>
                  </a:ext>
                </a:extLst>
              </a:tr>
              <a:tr h="453085"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Удобство и читабельность сайта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9/10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9/10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10/10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7/10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7/10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7/10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7/10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7/10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3071602"/>
                  </a:ext>
                </a:extLst>
              </a:tr>
              <a:tr h="310687"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Контактные данные 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2818558"/>
                  </a:ext>
                </a:extLst>
              </a:tr>
              <a:tr h="258906"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Наличие 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FAQ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7C7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7C7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7C7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7C7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7C7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7C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4396881"/>
                  </a:ext>
                </a:extLst>
              </a:tr>
              <a:tr h="524283"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Заказ обратного звонка/связь по почте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8312103"/>
                  </a:ext>
                </a:extLst>
              </a:tr>
              <a:tr h="537229"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Предоставление презентации/КП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После брифа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После брифа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После брифа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0647420"/>
                  </a:ext>
                </a:extLst>
              </a:tr>
              <a:tr h="453085"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Скорость предоставления ос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9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/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10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 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в тот же день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10/10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10/10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5/10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5/10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5/10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4/10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6/10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7696611"/>
                  </a:ext>
                </a:extLst>
              </a:tr>
              <a:tr h="304214"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Тестирование услуги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7C7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7C7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7C7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377861"/>
                  </a:ext>
                </a:extLst>
              </a:tr>
              <a:tr h="414248"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Осведомлённость консультанта о продукте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9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/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10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8/10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9/10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5/10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6/10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7/10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7/10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7/10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2919620"/>
                  </a:ext>
                </a:extLst>
              </a:tr>
              <a:tr h="414248"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Понятность объяснения консультанта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9/10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7/10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9/10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4/10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5/10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7/10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6/10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7/10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550954"/>
                  </a:ext>
                </a:extLst>
              </a:tr>
              <a:tr h="278323"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Инициативность продажи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9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/10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9/10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8/10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5/10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5/10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7C7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7C7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7/10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A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14236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501147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Custom Design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5_Default Design">
  <a:themeElements>
    <a:clrScheme name="Другая 3">
      <a:dk1>
        <a:srgbClr val="000000"/>
      </a:dk1>
      <a:lt1>
        <a:srgbClr val="FFFFFF"/>
      </a:lt1>
      <a:dk2>
        <a:srgbClr val="BED600"/>
      </a:dk2>
      <a:lt2>
        <a:srgbClr val="C7C2BA"/>
      </a:lt2>
      <a:accent1>
        <a:srgbClr val="652D86"/>
      </a:accent1>
      <a:accent2>
        <a:srgbClr val="DC0451"/>
      </a:accent2>
      <a:accent3>
        <a:srgbClr val="FFFFFF"/>
      </a:accent3>
      <a:accent4>
        <a:srgbClr val="000000"/>
      </a:accent4>
      <a:accent5>
        <a:srgbClr val="B8ADC3"/>
      </a:accent5>
      <a:accent6>
        <a:srgbClr val="C70349"/>
      </a:accent6>
      <a:hlink>
        <a:srgbClr val="652D86"/>
      </a:hlink>
      <a:folHlink>
        <a:srgbClr val="652D86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269875" marR="0" indent="-182563" algn="ctr" defTabSz="914400" rtl="0" eaLnBrk="1" fontAlgn="base" latinLnBrk="0" hangingPunct="1">
          <a:lnSpc>
            <a:spcPct val="95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sv-SE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269875" marR="0" indent="-182563" algn="ctr" defTabSz="914400" rtl="0" eaLnBrk="1" fontAlgn="base" latinLnBrk="0" hangingPunct="1">
          <a:lnSpc>
            <a:spcPct val="95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sv-SE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3">
        <a:dk1>
          <a:srgbClr val="000000"/>
        </a:dk1>
        <a:lt1>
          <a:srgbClr val="FFFFFF"/>
        </a:lt1>
        <a:dk2>
          <a:srgbClr val="00B48C"/>
        </a:dk2>
        <a:lt2>
          <a:srgbClr val="C7C2BA"/>
        </a:lt2>
        <a:accent1>
          <a:srgbClr val="652D86"/>
        </a:accent1>
        <a:accent2>
          <a:srgbClr val="0083BE"/>
        </a:accent2>
        <a:accent3>
          <a:srgbClr val="FFFFFF"/>
        </a:accent3>
        <a:accent4>
          <a:srgbClr val="000000"/>
        </a:accent4>
        <a:accent5>
          <a:srgbClr val="B8ADC3"/>
        </a:accent5>
        <a:accent6>
          <a:srgbClr val="0076AC"/>
        </a:accent6>
        <a:hlink>
          <a:srgbClr val="FF6319"/>
        </a:hlink>
        <a:folHlink>
          <a:srgbClr val="BED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14">
        <a:dk1>
          <a:srgbClr val="000000"/>
        </a:dk1>
        <a:lt1>
          <a:srgbClr val="FFFFFF"/>
        </a:lt1>
        <a:dk2>
          <a:srgbClr val="DC0451"/>
        </a:dk2>
        <a:lt2>
          <a:srgbClr val="C7C2BA"/>
        </a:lt2>
        <a:accent1>
          <a:srgbClr val="652D86"/>
        </a:accent1>
        <a:accent2>
          <a:srgbClr val="0083BE"/>
        </a:accent2>
        <a:accent3>
          <a:srgbClr val="FFFFFF"/>
        </a:accent3>
        <a:accent4>
          <a:srgbClr val="000000"/>
        </a:accent4>
        <a:accent5>
          <a:srgbClr val="B8ADC3"/>
        </a:accent5>
        <a:accent6>
          <a:srgbClr val="0076AC"/>
        </a:accent6>
        <a:hlink>
          <a:srgbClr val="FF6319"/>
        </a:hlink>
        <a:folHlink>
          <a:srgbClr val="BED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15">
        <a:dk1>
          <a:srgbClr val="000000"/>
        </a:dk1>
        <a:lt1>
          <a:srgbClr val="FFFFFF"/>
        </a:lt1>
        <a:dk2>
          <a:srgbClr val="BED600"/>
        </a:dk2>
        <a:lt2>
          <a:srgbClr val="C7C2BA"/>
        </a:lt2>
        <a:accent1>
          <a:srgbClr val="652D86"/>
        </a:accent1>
        <a:accent2>
          <a:srgbClr val="0083BE"/>
        </a:accent2>
        <a:accent3>
          <a:srgbClr val="FFFFFF"/>
        </a:accent3>
        <a:accent4>
          <a:srgbClr val="000000"/>
        </a:accent4>
        <a:accent5>
          <a:srgbClr val="B8ADC3"/>
        </a:accent5>
        <a:accent6>
          <a:srgbClr val="0076AC"/>
        </a:accent6>
        <a:hlink>
          <a:srgbClr val="FF6319"/>
        </a:hlink>
        <a:folHlink>
          <a:srgbClr val="00B4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16">
        <a:dk1>
          <a:srgbClr val="000000"/>
        </a:dk1>
        <a:lt1>
          <a:srgbClr val="FFFFFF"/>
        </a:lt1>
        <a:dk2>
          <a:srgbClr val="BED600"/>
        </a:dk2>
        <a:lt2>
          <a:srgbClr val="C7C2BA"/>
        </a:lt2>
        <a:accent1>
          <a:srgbClr val="652D86"/>
        </a:accent1>
        <a:accent2>
          <a:srgbClr val="DC0451"/>
        </a:accent2>
        <a:accent3>
          <a:srgbClr val="FFFFFF"/>
        </a:accent3>
        <a:accent4>
          <a:srgbClr val="000000"/>
        </a:accent4>
        <a:accent5>
          <a:srgbClr val="B8ADC3"/>
        </a:accent5>
        <a:accent6>
          <a:srgbClr val="C70349"/>
        </a:accent6>
        <a:hlink>
          <a:srgbClr val="0083BE"/>
        </a:hlink>
        <a:folHlink>
          <a:srgbClr val="00B48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6_Default Design">
  <a:themeElements>
    <a:clrScheme name="Другая 3">
      <a:dk1>
        <a:srgbClr val="000000"/>
      </a:dk1>
      <a:lt1>
        <a:srgbClr val="FFFFFF"/>
      </a:lt1>
      <a:dk2>
        <a:srgbClr val="BED600"/>
      </a:dk2>
      <a:lt2>
        <a:srgbClr val="C7C2BA"/>
      </a:lt2>
      <a:accent1>
        <a:srgbClr val="652D86"/>
      </a:accent1>
      <a:accent2>
        <a:srgbClr val="DC0451"/>
      </a:accent2>
      <a:accent3>
        <a:srgbClr val="FFFFFF"/>
      </a:accent3>
      <a:accent4>
        <a:srgbClr val="000000"/>
      </a:accent4>
      <a:accent5>
        <a:srgbClr val="B8ADC3"/>
      </a:accent5>
      <a:accent6>
        <a:srgbClr val="C70349"/>
      </a:accent6>
      <a:hlink>
        <a:srgbClr val="652D86"/>
      </a:hlink>
      <a:folHlink>
        <a:srgbClr val="652D86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269875" marR="0" indent="-182563" algn="ctr" defTabSz="914400" rtl="0" eaLnBrk="1" fontAlgn="base" latinLnBrk="0" hangingPunct="1">
          <a:lnSpc>
            <a:spcPct val="95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sv-SE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269875" marR="0" indent="-182563" algn="ctr" defTabSz="914400" rtl="0" eaLnBrk="1" fontAlgn="base" latinLnBrk="0" hangingPunct="1">
          <a:lnSpc>
            <a:spcPct val="95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sv-SE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3">
        <a:dk1>
          <a:srgbClr val="000000"/>
        </a:dk1>
        <a:lt1>
          <a:srgbClr val="FFFFFF"/>
        </a:lt1>
        <a:dk2>
          <a:srgbClr val="00B48C"/>
        </a:dk2>
        <a:lt2>
          <a:srgbClr val="C7C2BA"/>
        </a:lt2>
        <a:accent1>
          <a:srgbClr val="652D86"/>
        </a:accent1>
        <a:accent2>
          <a:srgbClr val="0083BE"/>
        </a:accent2>
        <a:accent3>
          <a:srgbClr val="FFFFFF"/>
        </a:accent3>
        <a:accent4>
          <a:srgbClr val="000000"/>
        </a:accent4>
        <a:accent5>
          <a:srgbClr val="B8ADC3"/>
        </a:accent5>
        <a:accent6>
          <a:srgbClr val="0076AC"/>
        </a:accent6>
        <a:hlink>
          <a:srgbClr val="FF6319"/>
        </a:hlink>
        <a:folHlink>
          <a:srgbClr val="BED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14">
        <a:dk1>
          <a:srgbClr val="000000"/>
        </a:dk1>
        <a:lt1>
          <a:srgbClr val="FFFFFF"/>
        </a:lt1>
        <a:dk2>
          <a:srgbClr val="DC0451"/>
        </a:dk2>
        <a:lt2>
          <a:srgbClr val="C7C2BA"/>
        </a:lt2>
        <a:accent1>
          <a:srgbClr val="652D86"/>
        </a:accent1>
        <a:accent2>
          <a:srgbClr val="0083BE"/>
        </a:accent2>
        <a:accent3>
          <a:srgbClr val="FFFFFF"/>
        </a:accent3>
        <a:accent4>
          <a:srgbClr val="000000"/>
        </a:accent4>
        <a:accent5>
          <a:srgbClr val="B8ADC3"/>
        </a:accent5>
        <a:accent6>
          <a:srgbClr val="0076AC"/>
        </a:accent6>
        <a:hlink>
          <a:srgbClr val="FF6319"/>
        </a:hlink>
        <a:folHlink>
          <a:srgbClr val="BED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15">
        <a:dk1>
          <a:srgbClr val="000000"/>
        </a:dk1>
        <a:lt1>
          <a:srgbClr val="FFFFFF"/>
        </a:lt1>
        <a:dk2>
          <a:srgbClr val="BED600"/>
        </a:dk2>
        <a:lt2>
          <a:srgbClr val="C7C2BA"/>
        </a:lt2>
        <a:accent1>
          <a:srgbClr val="652D86"/>
        </a:accent1>
        <a:accent2>
          <a:srgbClr val="0083BE"/>
        </a:accent2>
        <a:accent3>
          <a:srgbClr val="FFFFFF"/>
        </a:accent3>
        <a:accent4>
          <a:srgbClr val="000000"/>
        </a:accent4>
        <a:accent5>
          <a:srgbClr val="B8ADC3"/>
        </a:accent5>
        <a:accent6>
          <a:srgbClr val="0076AC"/>
        </a:accent6>
        <a:hlink>
          <a:srgbClr val="FF6319"/>
        </a:hlink>
        <a:folHlink>
          <a:srgbClr val="00B4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16">
        <a:dk1>
          <a:srgbClr val="000000"/>
        </a:dk1>
        <a:lt1>
          <a:srgbClr val="FFFFFF"/>
        </a:lt1>
        <a:dk2>
          <a:srgbClr val="BED600"/>
        </a:dk2>
        <a:lt2>
          <a:srgbClr val="C7C2BA"/>
        </a:lt2>
        <a:accent1>
          <a:srgbClr val="652D86"/>
        </a:accent1>
        <a:accent2>
          <a:srgbClr val="DC0451"/>
        </a:accent2>
        <a:accent3>
          <a:srgbClr val="FFFFFF"/>
        </a:accent3>
        <a:accent4>
          <a:srgbClr val="000000"/>
        </a:accent4>
        <a:accent5>
          <a:srgbClr val="B8ADC3"/>
        </a:accent5>
        <a:accent6>
          <a:srgbClr val="C70349"/>
        </a:accent6>
        <a:hlink>
          <a:srgbClr val="0083BE"/>
        </a:hlink>
        <a:folHlink>
          <a:srgbClr val="00B48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B748690335E3F45B6D32F35E393220A" ma:contentTypeVersion="0" ma:contentTypeDescription="Create a new document." ma:contentTypeScope="" ma:versionID="7bebcf5451cb4fd0a5969123f2c8bff5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e49189b09f1ade3a025730c41919c31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9A7E456-A6C6-4D32-894D-3354892548A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4FF598B6-5DB5-436D-BD1F-C82F38C527FF}">
  <ds:schemaRefs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schemas.microsoft.com/office/2006/metadata/properties"/>
    <ds:schemaRef ds:uri="http://purl.org/dc/terms/"/>
    <ds:schemaRef ds:uri="http://purl.org/dc/dcmitype/"/>
    <ds:schemaRef ds:uri="http://www.w3.org/XML/1998/namespace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90372D95-869A-4B50-9D69-A4734C9D3CF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1222</Words>
  <Application>Microsoft Office PowerPoint</Application>
  <PresentationFormat>Широкоэкранный</PresentationFormat>
  <Paragraphs>419</Paragraphs>
  <Slides>3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3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13" baseType="lpstr">
      <vt:lpstr>Arial</vt:lpstr>
      <vt:lpstr>Calibri</vt:lpstr>
      <vt:lpstr>Calibri Light</vt:lpstr>
      <vt:lpstr>Helvetica</vt:lpstr>
      <vt:lpstr>Pragmatica Book Reg</vt:lpstr>
      <vt:lpstr>Verdana Pro Light</vt:lpstr>
      <vt:lpstr>1_Custom Design</vt:lpstr>
      <vt:lpstr>15_Default Design</vt:lpstr>
      <vt:lpstr>16_Default Design</vt:lpstr>
      <vt:lpstr>think-cell Slide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Aisulu Kapassova</dc:creator>
  <cp:lastModifiedBy>Alexandr Murdassov</cp:lastModifiedBy>
  <cp:revision>4</cp:revision>
  <dcterms:created xsi:type="dcterms:W3CDTF">2022-11-21T09:26:12Z</dcterms:created>
  <dcterms:modified xsi:type="dcterms:W3CDTF">2025-12-02T06:57:23Z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0x010100BB748690335E3F45B6D32F35E393220A</vt:lpwstr>
  </property>
  <property fmtid="{D5CDD505-2E9C-101B-9397-08002B2CF9AE}" pid="3" name="MSIP_Label_9cdd97af-22dc-49fa-ac47-e24224ce56c4_Enabled">
    <vt:lpwstr>true</vt:lpwstr>
  </property>
  <property fmtid="{D5CDD505-2E9C-101B-9397-08002B2CF9AE}" pid="4" name="MSIP_Label_9cdd97af-22dc-49fa-ac47-e24224ce56c4_SetDate">
    <vt:lpwstr>2025-12-02T06:57:23Z</vt:lpwstr>
  </property>
  <property fmtid="{D5CDD505-2E9C-101B-9397-08002B2CF9AE}" pid="5" name="MSIP_Label_9cdd97af-22dc-49fa-ac47-e24224ce56c4_Method">
    <vt:lpwstr>Standard</vt:lpwstr>
  </property>
  <property fmtid="{D5CDD505-2E9C-101B-9397-08002B2CF9AE}" pid="6" name="MSIP_Label_9cdd97af-22dc-49fa-ac47-e24224ce56c4_Name">
    <vt:lpwstr>General</vt:lpwstr>
  </property>
  <property fmtid="{D5CDD505-2E9C-101B-9397-08002B2CF9AE}" pid="7" name="MSIP_Label_9cdd97af-22dc-49fa-ac47-e24224ce56c4_SiteId">
    <vt:lpwstr>41149801-8e93-4eae-a438-1ff037fd4bdc</vt:lpwstr>
  </property>
  <property fmtid="{D5CDD505-2E9C-101B-9397-08002B2CF9AE}" pid="8" name="MSIP_Label_9cdd97af-22dc-49fa-ac47-e24224ce56c4_ActionId">
    <vt:lpwstr>4949af8b-0a52-444c-a96b-8e0867700dcc</vt:lpwstr>
  </property>
  <property fmtid="{D5CDD505-2E9C-101B-9397-08002B2CF9AE}" pid="9" name="MSIP_Label_9cdd97af-22dc-49fa-ac47-e24224ce56c4_ContentBits">
    <vt:lpwstr>0</vt:lpwstr>
  </property>
</Properties>
</file>